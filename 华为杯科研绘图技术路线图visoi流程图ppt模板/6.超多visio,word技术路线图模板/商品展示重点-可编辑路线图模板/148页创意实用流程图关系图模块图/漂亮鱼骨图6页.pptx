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-55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CDA3A-9DC3-4416-8756-8B7DC6BE871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2C6F2-1E62-4334-9775-7906C4A48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13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8242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4682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337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86788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66977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97915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9730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26371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32625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58368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511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8CFDE-FD8A-449C-A929-E9669C9B0913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7FD1E-0DD7-466C-8503-89333AF3E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70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96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9611" y="1879933"/>
            <a:ext cx="9212778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漂亮的可编辑颜色</a:t>
            </a:r>
            <a:endParaRPr lang="en-US" altLang="zh-CN" sz="8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8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鱼骨图</a:t>
            </a:r>
            <a:r>
              <a:rPr lang="en-US" altLang="zh-CN" sz="8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8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45122" y="46807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设计师：风云办公</a:t>
            </a:r>
          </a:p>
        </p:txBody>
      </p:sp>
    </p:spTree>
    <p:extLst>
      <p:ext uri="{BB962C8B-B14F-4D97-AF65-F5344CB8AC3E}">
        <p14:creationId xmlns:p14="http://schemas.microsoft.com/office/powerpoint/2010/main" val="21819978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>
            <a:off x="6743646" y="1963896"/>
            <a:ext cx="864322" cy="3723480"/>
          </a:xfrm>
          <a:custGeom>
            <a:avLst/>
            <a:gdLst>
              <a:gd name="connsiteX0" fmla="*/ 0 w 969401"/>
              <a:gd name="connsiteY0" fmla="*/ 0 h 4176158"/>
              <a:gd name="connsiteX1" fmla="*/ 151534 w 969401"/>
              <a:gd name="connsiteY1" fmla="*/ 117911 h 4176158"/>
              <a:gd name="connsiteX2" fmla="*/ 969401 w 969401"/>
              <a:gd name="connsiteY2" fmla="*/ 2088079 h 4176158"/>
              <a:gd name="connsiteX3" fmla="*/ 151534 w 969401"/>
              <a:gd name="connsiteY3" fmla="*/ 4058247 h 4176158"/>
              <a:gd name="connsiteX4" fmla="*/ 0 w 969401"/>
              <a:gd name="connsiteY4" fmla="*/ 4176158 h 4176158"/>
              <a:gd name="connsiteX5" fmla="*/ 14179 w 969401"/>
              <a:gd name="connsiteY5" fmla="*/ 4160795 h 4176158"/>
              <a:gd name="connsiteX6" fmla="*/ 632123 w 969401"/>
              <a:gd name="connsiteY6" fmla="*/ 2088079 h 4176158"/>
              <a:gd name="connsiteX7" fmla="*/ 14179 w 969401"/>
              <a:gd name="connsiteY7" fmla="*/ 15363 h 4176158"/>
              <a:gd name="connsiteX8" fmla="*/ 0 w 969401"/>
              <a:gd name="connsiteY8" fmla="*/ 0 h 41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9401" h="4176158">
                <a:moveTo>
                  <a:pt x="0" y="0"/>
                </a:moveTo>
                <a:lnTo>
                  <a:pt x="151534" y="117911"/>
                </a:lnTo>
                <a:cubicBezTo>
                  <a:pt x="644977" y="544885"/>
                  <a:pt x="969401" y="1267957"/>
                  <a:pt x="969401" y="2088079"/>
                </a:cubicBezTo>
                <a:cubicBezTo>
                  <a:pt x="969401" y="2908202"/>
                  <a:pt x="644977" y="3631273"/>
                  <a:pt x="151534" y="4058247"/>
                </a:cubicBezTo>
                <a:lnTo>
                  <a:pt x="0" y="4176158"/>
                </a:lnTo>
                <a:lnTo>
                  <a:pt x="14179" y="4160795"/>
                </a:lnTo>
                <a:cubicBezTo>
                  <a:pt x="387003" y="3711597"/>
                  <a:pt x="632123" y="2950889"/>
                  <a:pt x="632123" y="2088079"/>
                </a:cubicBezTo>
                <a:cubicBezTo>
                  <a:pt x="632123" y="1225269"/>
                  <a:pt x="387003" y="464561"/>
                  <a:pt x="14179" y="15363"/>
                </a:cubicBezTo>
                <a:lnTo>
                  <a:pt x="0" y="0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4450951" y="1963896"/>
            <a:ext cx="864322" cy="3723480"/>
          </a:xfrm>
          <a:custGeom>
            <a:avLst/>
            <a:gdLst>
              <a:gd name="connsiteX0" fmla="*/ 0 w 969401"/>
              <a:gd name="connsiteY0" fmla="*/ 0 h 4176158"/>
              <a:gd name="connsiteX1" fmla="*/ 151534 w 969401"/>
              <a:gd name="connsiteY1" fmla="*/ 117911 h 4176158"/>
              <a:gd name="connsiteX2" fmla="*/ 969401 w 969401"/>
              <a:gd name="connsiteY2" fmla="*/ 2088079 h 4176158"/>
              <a:gd name="connsiteX3" fmla="*/ 151534 w 969401"/>
              <a:gd name="connsiteY3" fmla="*/ 4058247 h 4176158"/>
              <a:gd name="connsiteX4" fmla="*/ 0 w 969401"/>
              <a:gd name="connsiteY4" fmla="*/ 4176158 h 4176158"/>
              <a:gd name="connsiteX5" fmla="*/ 14179 w 969401"/>
              <a:gd name="connsiteY5" fmla="*/ 4160795 h 4176158"/>
              <a:gd name="connsiteX6" fmla="*/ 632123 w 969401"/>
              <a:gd name="connsiteY6" fmla="*/ 2088079 h 4176158"/>
              <a:gd name="connsiteX7" fmla="*/ 14179 w 969401"/>
              <a:gd name="connsiteY7" fmla="*/ 15363 h 4176158"/>
              <a:gd name="connsiteX8" fmla="*/ 0 w 969401"/>
              <a:gd name="connsiteY8" fmla="*/ 0 h 41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9401" h="4176158">
                <a:moveTo>
                  <a:pt x="0" y="0"/>
                </a:moveTo>
                <a:lnTo>
                  <a:pt x="151534" y="117911"/>
                </a:lnTo>
                <a:cubicBezTo>
                  <a:pt x="644977" y="544885"/>
                  <a:pt x="969401" y="1267957"/>
                  <a:pt x="969401" y="2088079"/>
                </a:cubicBezTo>
                <a:cubicBezTo>
                  <a:pt x="969401" y="2908202"/>
                  <a:pt x="644977" y="3631273"/>
                  <a:pt x="151534" y="4058247"/>
                </a:cubicBezTo>
                <a:lnTo>
                  <a:pt x="0" y="4176158"/>
                </a:lnTo>
                <a:lnTo>
                  <a:pt x="14179" y="4160795"/>
                </a:lnTo>
                <a:cubicBezTo>
                  <a:pt x="387003" y="3711597"/>
                  <a:pt x="632123" y="2950889"/>
                  <a:pt x="632123" y="2088079"/>
                </a:cubicBezTo>
                <a:cubicBezTo>
                  <a:pt x="632123" y="1225269"/>
                  <a:pt x="387003" y="464561"/>
                  <a:pt x="14179" y="15363"/>
                </a:cubicBezTo>
                <a:lnTo>
                  <a:pt x="0" y="0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rot="20775944" flipV="1">
            <a:off x="1743384" y="1489580"/>
            <a:ext cx="9093659" cy="4177357"/>
          </a:xfrm>
          <a:custGeom>
            <a:avLst/>
            <a:gdLst>
              <a:gd name="connsiteX0" fmla="*/ 607960 w 10199209"/>
              <a:gd name="connsiteY0" fmla="*/ 4676565 h 4685214"/>
              <a:gd name="connsiteX1" fmla="*/ 623115 w 10199209"/>
              <a:gd name="connsiteY1" fmla="*/ 4672861 h 4685214"/>
              <a:gd name="connsiteX2" fmla="*/ 638271 w 10199209"/>
              <a:gd name="connsiteY2" fmla="*/ 4669157 h 4685214"/>
              <a:gd name="connsiteX3" fmla="*/ 652230 w 10199209"/>
              <a:gd name="connsiteY3" fmla="*/ 4665745 h 4685214"/>
              <a:gd name="connsiteX4" fmla="*/ 665196 w 10199209"/>
              <a:gd name="connsiteY4" fmla="*/ 4661731 h 4685214"/>
              <a:gd name="connsiteX5" fmla="*/ 676071 w 10199209"/>
              <a:gd name="connsiteY5" fmla="*/ 4657805 h 4685214"/>
              <a:gd name="connsiteX6" fmla="*/ 687948 w 10199209"/>
              <a:gd name="connsiteY6" fmla="*/ 4652789 h 4685214"/>
              <a:gd name="connsiteX7" fmla="*/ 700418 w 10199209"/>
              <a:gd name="connsiteY7" fmla="*/ 4648473 h 4685214"/>
              <a:gd name="connsiteX8" fmla="*/ 713287 w 10199209"/>
              <a:gd name="connsiteY8" fmla="*/ 4644061 h 4685214"/>
              <a:gd name="connsiteX9" fmla="*/ 725359 w 10199209"/>
              <a:gd name="connsiteY9" fmla="*/ 4639842 h 4685214"/>
              <a:gd name="connsiteX10" fmla="*/ 737829 w 10199209"/>
              <a:gd name="connsiteY10" fmla="*/ 4635526 h 4685214"/>
              <a:gd name="connsiteX11" fmla="*/ 749803 w 10199209"/>
              <a:gd name="connsiteY11" fmla="*/ 4630909 h 4685214"/>
              <a:gd name="connsiteX12" fmla="*/ 760979 w 10199209"/>
              <a:gd name="connsiteY12" fmla="*/ 4626486 h 4685214"/>
              <a:gd name="connsiteX13" fmla="*/ 772262 w 10199209"/>
              <a:gd name="connsiteY13" fmla="*/ 4620771 h 4685214"/>
              <a:gd name="connsiteX14" fmla="*/ 782844 w 10199209"/>
              <a:gd name="connsiteY14" fmla="*/ 4615648 h 4685214"/>
              <a:gd name="connsiteX15" fmla="*/ 794126 w 10199209"/>
              <a:gd name="connsiteY15" fmla="*/ 4609932 h 4685214"/>
              <a:gd name="connsiteX16" fmla="*/ 804904 w 10199209"/>
              <a:gd name="connsiteY16" fmla="*/ 4605608 h 4685214"/>
              <a:gd name="connsiteX17" fmla="*/ 815788 w 10199209"/>
              <a:gd name="connsiteY17" fmla="*/ 4599988 h 4685214"/>
              <a:gd name="connsiteX18" fmla="*/ 827266 w 10199209"/>
              <a:gd name="connsiteY18" fmla="*/ 4595071 h 4685214"/>
              <a:gd name="connsiteX19" fmla="*/ 838247 w 10199209"/>
              <a:gd name="connsiteY19" fmla="*/ 4589850 h 4685214"/>
              <a:gd name="connsiteX20" fmla="*/ 849228 w 10199209"/>
              <a:gd name="connsiteY20" fmla="*/ 4584630 h 4685214"/>
              <a:gd name="connsiteX21" fmla="*/ 860014 w 10199209"/>
              <a:gd name="connsiteY21" fmla="*/ 4578613 h 4685214"/>
              <a:gd name="connsiteX22" fmla="*/ 983069 w 10199209"/>
              <a:gd name="connsiteY22" fmla="*/ 4507963 h 4685214"/>
              <a:gd name="connsiteX23" fmla="*/ 991666 w 10199209"/>
              <a:gd name="connsiteY23" fmla="*/ 4501635 h 4685214"/>
              <a:gd name="connsiteX24" fmla="*/ 1000166 w 10199209"/>
              <a:gd name="connsiteY24" fmla="*/ 4494907 h 4685214"/>
              <a:gd name="connsiteX25" fmla="*/ 1008666 w 10199209"/>
              <a:gd name="connsiteY25" fmla="*/ 4488181 h 4685214"/>
              <a:gd name="connsiteX26" fmla="*/ 1017467 w 10199209"/>
              <a:gd name="connsiteY26" fmla="*/ 4480958 h 4685214"/>
              <a:gd name="connsiteX27" fmla="*/ 1099903 w 10199209"/>
              <a:gd name="connsiteY27" fmla="*/ 4408401 h 4685214"/>
              <a:gd name="connsiteX28" fmla="*/ 1103607 w 10199209"/>
              <a:gd name="connsiteY28" fmla="*/ 4404536 h 4685214"/>
              <a:gd name="connsiteX29" fmla="*/ 1108208 w 10199209"/>
              <a:gd name="connsiteY29" fmla="*/ 4400877 h 4685214"/>
              <a:gd name="connsiteX30" fmla="*/ 1111018 w 10199209"/>
              <a:gd name="connsiteY30" fmla="*/ 4396809 h 4685214"/>
              <a:gd name="connsiteX31" fmla="*/ 1115024 w 10199209"/>
              <a:gd name="connsiteY31" fmla="*/ 4392448 h 4685214"/>
              <a:gd name="connsiteX32" fmla="*/ 1167246 w 10199209"/>
              <a:gd name="connsiteY32" fmla="*/ 4327697 h 4685214"/>
              <a:gd name="connsiteX33" fmla="*/ 1170455 w 10199209"/>
              <a:gd name="connsiteY33" fmla="*/ 4323533 h 4685214"/>
              <a:gd name="connsiteX34" fmla="*/ 1174461 w 10199209"/>
              <a:gd name="connsiteY34" fmla="*/ 4319172 h 4685214"/>
              <a:gd name="connsiteX35" fmla="*/ 1256721 w 10199209"/>
              <a:gd name="connsiteY35" fmla="*/ 4204392 h 4685214"/>
              <a:gd name="connsiteX36" fmla="*/ 1257324 w 10199209"/>
              <a:gd name="connsiteY36" fmla="*/ 4203399 h 4685214"/>
              <a:gd name="connsiteX37" fmla="*/ 1257527 w 10199209"/>
              <a:gd name="connsiteY37" fmla="*/ 4202504 h 4685214"/>
              <a:gd name="connsiteX38" fmla="*/ 1339638 w 10199209"/>
              <a:gd name="connsiteY38" fmla="*/ 4059442 h 4685214"/>
              <a:gd name="connsiteX39" fmla="*/ 1342350 w 10199209"/>
              <a:gd name="connsiteY39" fmla="*/ 4054975 h 4685214"/>
              <a:gd name="connsiteX40" fmla="*/ 1344469 w 10199209"/>
              <a:gd name="connsiteY40" fmla="*/ 4049808 h 4685214"/>
              <a:gd name="connsiteX41" fmla="*/ 1370359 w 10199209"/>
              <a:gd name="connsiteY41" fmla="*/ 3993185 h 4685214"/>
              <a:gd name="connsiteX42" fmla="*/ 1373470 w 10199209"/>
              <a:gd name="connsiteY42" fmla="*/ 3988620 h 4685214"/>
              <a:gd name="connsiteX43" fmla="*/ 1375889 w 10199209"/>
              <a:gd name="connsiteY43" fmla="*/ 3982957 h 4685214"/>
              <a:gd name="connsiteX44" fmla="*/ 1402587 w 10199209"/>
              <a:gd name="connsiteY44" fmla="*/ 3924446 h 4685214"/>
              <a:gd name="connsiteX45" fmla="*/ 1407320 w 10199209"/>
              <a:gd name="connsiteY45" fmla="*/ 3914412 h 4685214"/>
              <a:gd name="connsiteX46" fmla="*/ 1412248 w 10199209"/>
              <a:gd name="connsiteY46" fmla="*/ 3905178 h 4685214"/>
              <a:gd name="connsiteX47" fmla="*/ 1421218 w 10199209"/>
              <a:gd name="connsiteY47" fmla="*/ 3884811 h 4685214"/>
              <a:gd name="connsiteX48" fmla="*/ 1422725 w 10199209"/>
              <a:gd name="connsiteY48" fmla="*/ 3882330 h 4685214"/>
              <a:gd name="connsiteX49" fmla="*/ 1423833 w 10199209"/>
              <a:gd name="connsiteY49" fmla="*/ 3879945 h 4685214"/>
              <a:gd name="connsiteX50" fmla="*/ 1424737 w 10199209"/>
              <a:gd name="connsiteY50" fmla="*/ 3878457 h 4685214"/>
              <a:gd name="connsiteX51" fmla="*/ 1425047 w 10199209"/>
              <a:gd name="connsiteY51" fmla="*/ 3876267 h 4685214"/>
              <a:gd name="connsiteX52" fmla="*/ 1425747 w 10199209"/>
              <a:gd name="connsiteY52" fmla="*/ 3875673 h 4685214"/>
              <a:gd name="connsiteX53" fmla="*/ 1425951 w 10199209"/>
              <a:gd name="connsiteY53" fmla="*/ 3874778 h 4685214"/>
              <a:gd name="connsiteX54" fmla="*/ 1482191 w 10199209"/>
              <a:gd name="connsiteY54" fmla="*/ 3746915 h 4685214"/>
              <a:gd name="connsiteX55" fmla="*/ 1483104 w 10199209"/>
              <a:gd name="connsiteY55" fmla="*/ 3743734 h 4685214"/>
              <a:gd name="connsiteX56" fmla="*/ 1484513 w 10199209"/>
              <a:gd name="connsiteY56" fmla="*/ 3740854 h 4685214"/>
              <a:gd name="connsiteX57" fmla="*/ 1485329 w 10199209"/>
              <a:gd name="connsiteY57" fmla="*/ 3737273 h 4685214"/>
              <a:gd name="connsiteX58" fmla="*/ 1486232 w 10199209"/>
              <a:gd name="connsiteY58" fmla="*/ 3735784 h 4685214"/>
              <a:gd name="connsiteX59" fmla="*/ 1486737 w 10199209"/>
              <a:gd name="connsiteY59" fmla="*/ 3734392 h 4685214"/>
              <a:gd name="connsiteX60" fmla="*/ 1488448 w 10199209"/>
              <a:gd name="connsiteY60" fmla="*/ 3731015 h 4685214"/>
              <a:gd name="connsiteX61" fmla="*/ 1539086 w 10199209"/>
              <a:gd name="connsiteY61" fmla="*/ 3607903 h 4685214"/>
              <a:gd name="connsiteX62" fmla="*/ 1541604 w 10199209"/>
              <a:gd name="connsiteY62" fmla="*/ 3602639 h 4685214"/>
              <a:gd name="connsiteX63" fmla="*/ 1543625 w 10199209"/>
              <a:gd name="connsiteY63" fmla="*/ 3597073 h 4685214"/>
              <a:gd name="connsiteX64" fmla="*/ 1553099 w 10199209"/>
              <a:gd name="connsiteY64" fmla="*/ 3575315 h 4685214"/>
              <a:gd name="connsiteX65" fmla="*/ 1562681 w 10199209"/>
              <a:gd name="connsiteY65" fmla="*/ 3552263 h 4685214"/>
              <a:gd name="connsiteX66" fmla="*/ 1567521 w 10199209"/>
              <a:gd name="connsiteY66" fmla="*/ 3540937 h 4685214"/>
              <a:gd name="connsiteX67" fmla="*/ 1572360 w 10199209"/>
              <a:gd name="connsiteY67" fmla="*/ 3529610 h 4685214"/>
              <a:gd name="connsiteX68" fmla="*/ 1577298 w 10199209"/>
              <a:gd name="connsiteY68" fmla="*/ 3518682 h 4685214"/>
              <a:gd name="connsiteX69" fmla="*/ 1583130 w 10199209"/>
              <a:gd name="connsiteY69" fmla="*/ 3507958 h 4685214"/>
              <a:gd name="connsiteX70" fmla="*/ 1622865 w 10199209"/>
              <a:gd name="connsiteY70" fmla="*/ 3431889 h 4685214"/>
              <a:gd name="connsiteX71" fmla="*/ 1625080 w 10199209"/>
              <a:gd name="connsiteY71" fmla="*/ 3427121 h 4685214"/>
              <a:gd name="connsiteX72" fmla="*/ 1628192 w 10199209"/>
              <a:gd name="connsiteY72" fmla="*/ 3422557 h 4685214"/>
              <a:gd name="connsiteX73" fmla="*/ 1628794 w 10199209"/>
              <a:gd name="connsiteY73" fmla="*/ 3421564 h 4685214"/>
              <a:gd name="connsiteX74" fmla="*/ 1629095 w 10199209"/>
              <a:gd name="connsiteY74" fmla="*/ 3421068 h 4685214"/>
              <a:gd name="connsiteX75" fmla="*/ 1635938 w 10199209"/>
              <a:gd name="connsiteY75" fmla="*/ 3407561 h 4685214"/>
              <a:gd name="connsiteX76" fmla="*/ 1637144 w 10199209"/>
              <a:gd name="connsiteY76" fmla="*/ 3405576 h 4685214"/>
              <a:gd name="connsiteX77" fmla="*/ 1638251 w 10199209"/>
              <a:gd name="connsiteY77" fmla="*/ 3403192 h 4685214"/>
              <a:gd name="connsiteX78" fmla="*/ 1674148 w 10199209"/>
              <a:gd name="connsiteY78" fmla="*/ 3337360 h 4685214"/>
              <a:gd name="connsiteX79" fmla="*/ 1678474 w 10199209"/>
              <a:gd name="connsiteY79" fmla="*/ 3329117 h 4685214"/>
              <a:gd name="connsiteX80" fmla="*/ 1684006 w 10199209"/>
              <a:gd name="connsiteY80" fmla="*/ 3318889 h 4685214"/>
              <a:gd name="connsiteX81" fmla="*/ 1689731 w 10199209"/>
              <a:gd name="connsiteY81" fmla="*/ 3309460 h 4685214"/>
              <a:gd name="connsiteX82" fmla="*/ 1694950 w 10199209"/>
              <a:gd name="connsiteY82" fmla="*/ 3301421 h 4685214"/>
              <a:gd name="connsiteX83" fmla="*/ 1700774 w 10199209"/>
              <a:gd name="connsiteY83" fmla="*/ 3292391 h 4685214"/>
              <a:gd name="connsiteX84" fmla="*/ 1706499 w 10199209"/>
              <a:gd name="connsiteY84" fmla="*/ 3282961 h 4685214"/>
              <a:gd name="connsiteX85" fmla="*/ 1718048 w 10199209"/>
              <a:gd name="connsiteY85" fmla="*/ 3264500 h 4685214"/>
              <a:gd name="connsiteX86" fmla="*/ 1723969 w 10199209"/>
              <a:gd name="connsiteY86" fmla="*/ 3255867 h 4685214"/>
              <a:gd name="connsiteX87" fmla="*/ 1729393 w 10199209"/>
              <a:gd name="connsiteY87" fmla="*/ 3246934 h 4685214"/>
              <a:gd name="connsiteX88" fmla="*/ 1735811 w 10199209"/>
              <a:gd name="connsiteY88" fmla="*/ 3238603 h 4685214"/>
              <a:gd name="connsiteX89" fmla="*/ 1742024 w 10199209"/>
              <a:gd name="connsiteY89" fmla="*/ 3231167 h 4685214"/>
              <a:gd name="connsiteX90" fmla="*/ 1820623 w 10199209"/>
              <a:gd name="connsiteY90" fmla="*/ 3130807 h 4685214"/>
              <a:gd name="connsiteX91" fmla="*/ 1824231 w 10199209"/>
              <a:gd name="connsiteY91" fmla="*/ 3126543 h 4685214"/>
              <a:gd name="connsiteX92" fmla="*/ 1827936 w 10199209"/>
              <a:gd name="connsiteY92" fmla="*/ 3122680 h 4685214"/>
              <a:gd name="connsiteX93" fmla="*/ 1845157 w 10199209"/>
              <a:gd name="connsiteY93" fmla="*/ 3104945 h 4685214"/>
              <a:gd name="connsiteX94" fmla="*/ 1862175 w 10199209"/>
              <a:gd name="connsiteY94" fmla="*/ 3088106 h 4685214"/>
              <a:gd name="connsiteX95" fmla="*/ 1870984 w 10199209"/>
              <a:gd name="connsiteY95" fmla="*/ 3079191 h 4685214"/>
              <a:gd name="connsiteX96" fmla="*/ 1879492 w 10199209"/>
              <a:gd name="connsiteY96" fmla="*/ 3070772 h 4685214"/>
              <a:gd name="connsiteX97" fmla="*/ 1889092 w 10199209"/>
              <a:gd name="connsiteY97" fmla="*/ 3063354 h 4685214"/>
              <a:gd name="connsiteX98" fmla="*/ 1898397 w 10199209"/>
              <a:gd name="connsiteY98" fmla="*/ 3054739 h 4685214"/>
              <a:gd name="connsiteX99" fmla="*/ 1926698 w 10199209"/>
              <a:gd name="connsiteY99" fmla="*/ 3032184 h 4685214"/>
              <a:gd name="connsiteX100" fmla="*/ 1947500 w 10199209"/>
              <a:gd name="connsiteY100" fmla="*/ 3015265 h 4685214"/>
              <a:gd name="connsiteX101" fmla="*/ 1963603 w 10199209"/>
              <a:gd name="connsiteY101" fmla="*/ 3001609 h 4685214"/>
              <a:gd name="connsiteX102" fmla="*/ 1977706 w 10199209"/>
              <a:gd name="connsiteY102" fmla="*/ 2990132 h 4685214"/>
              <a:gd name="connsiteX103" fmla="*/ 1991699 w 10199209"/>
              <a:gd name="connsiteY103" fmla="*/ 2979949 h 4685214"/>
              <a:gd name="connsiteX104" fmla="*/ 2008788 w 10199209"/>
              <a:gd name="connsiteY104" fmla="*/ 2968588 h 4685214"/>
              <a:gd name="connsiteX105" fmla="*/ 2030671 w 10199209"/>
              <a:gd name="connsiteY105" fmla="*/ 2954363 h 4685214"/>
              <a:gd name="connsiteX106" fmla="*/ 2061036 w 10199209"/>
              <a:gd name="connsiteY106" fmla="*/ 2936798 h 4685214"/>
              <a:gd name="connsiteX107" fmla="*/ 2080507 w 10199209"/>
              <a:gd name="connsiteY107" fmla="*/ 2926544 h 4685214"/>
              <a:gd name="connsiteX108" fmla="*/ 2105563 w 10199209"/>
              <a:gd name="connsiteY108" fmla="*/ 2914925 h 4685214"/>
              <a:gd name="connsiteX109" fmla="*/ 2134510 w 10199209"/>
              <a:gd name="connsiteY109" fmla="*/ 2901934 h 4685214"/>
              <a:gd name="connsiteX110" fmla="*/ 2165548 w 10199209"/>
              <a:gd name="connsiteY110" fmla="*/ 2888854 h 4685214"/>
              <a:gd name="connsiteX111" fmla="*/ 2196586 w 10199209"/>
              <a:gd name="connsiteY111" fmla="*/ 2875773 h 4685214"/>
              <a:gd name="connsiteX112" fmla="*/ 2225320 w 10199209"/>
              <a:gd name="connsiteY112" fmla="*/ 2865368 h 4685214"/>
              <a:gd name="connsiteX113" fmla="*/ 2225881 w 10199209"/>
              <a:gd name="connsiteY113" fmla="*/ 2865173 h 4685214"/>
              <a:gd name="connsiteX114" fmla="*/ 2224845 w 10199209"/>
              <a:gd name="connsiteY114" fmla="*/ 2860934 h 4685214"/>
              <a:gd name="connsiteX115" fmla="*/ 2845053 w 10199209"/>
              <a:gd name="connsiteY115" fmla="*/ 2700635 h 4685214"/>
              <a:gd name="connsiteX116" fmla="*/ 6683729 w 10199209"/>
              <a:gd name="connsiteY116" fmla="*/ 1675332 h 4685214"/>
              <a:gd name="connsiteX117" fmla="*/ 7231783 w 10199209"/>
              <a:gd name="connsiteY117" fmla="*/ 1560120 h 4685214"/>
              <a:gd name="connsiteX118" fmla="*/ 7232600 w 10199209"/>
              <a:gd name="connsiteY118" fmla="*/ 1563463 h 4685214"/>
              <a:gd name="connsiteX119" fmla="*/ 7269595 w 10199209"/>
              <a:gd name="connsiteY119" fmla="*/ 1553743 h 4685214"/>
              <a:gd name="connsiteX120" fmla="*/ 7315860 w 10199209"/>
              <a:gd name="connsiteY120" fmla="*/ 1542435 h 4685214"/>
              <a:gd name="connsiteX121" fmla="*/ 7357932 w 10199209"/>
              <a:gd name="connsiteY121" fmla="*/ 1532997 h 4685214"/>
              <a:gd name="connsiteX122" fmla="*/ 7375879 w 10199209"/>
              <a:gd name="connsiteY122" fmla="*/ 1528611 h 4685214"/>
              <a:gd name="connsiteX123" fmla="*/ 7391930 w 10199209"/>
              <a:gd name="connsiteY123" fmla="*/ 1525110 h 4685214"/>
              <a:gd name="connsiteX124" fmla="*/ 7404587 w 10199209"/>
              <a:gd name="connsiteY124" fmla="*/ 1523285 h 4685214"/>
              <a:gd name="connsiteX125" fmla="*/ 7413556 w 10199209"/>
              <a:gd name="connsiteY125" fmla="*/ 1521938 h 4685214"/>
              <a:gd name="connsiteX126" fmla="*/ 7423420 w 10199209"/>
              <a:gd name="connsiteY126" fmla="*/ 1520796 h 4685214"/>
              <a:gd name="connsiteX127" fmla="*/ 7434383 w 10199209"/>
              <a:gd name="connsiteY127" fmla="*/ 1518961 h 4685214"/>
              <a:gd name="connsiteX128" fmla="*/ 7445151 w 10199209"/>
              <a:gd name="connsiteY128" fmla="*/ 1516329 h 4685214"/>
              <a:gd name="connsiteX129" fmla="*/ 7456319 w 10199209"/>
              <a:gd name="connsiteY129" fmla="*/ 1513600 h 4685214"/>
              <a:gd name="connsiteX130" fmla="*/ 7478255 w 10199209"/>
              <a:gd name="connsiteY130" fmla="*/ 1508239 h 4685214"/>
              <a:gd name="connsiteX131" fmla="*/ 7498489 w 10199209"/>
              <a:gd name="connsiteY131" fmla="*/ 1504561 h 4685214"/>
              <a:gd name="connsiteX132" fmla="*/ 7548015 w 10199209"/>
              <a:gd name="connsiteY132" fmla="*/ 1497951 h 4685214"/>
              <a:gd name="connsiteX133" fmla="*/ 7589768 w 10199209"/>
              <a:gd name="connsiteY133" fmla="*/ 1492396 h 4685214"/>
              <a:gd name="connsiteX134" fmla="*/ 7625645 w 10199209"/>
              <a:gd name="connsiteY134" fmla="*/ 1487009 h 4685214"/>
              <a:gd name="connsiteX135" fmla="*/ 7659130 w 10199209"/>
              <a:gd name="connsiteY135" fmla="*/ 1482205 h 4685214"/>
              <a:gd name="connsiteX136" fmla="*/ 7693207 w 10199209"/>
              <a:gd name="connsiteY136" fmla="*/ 1478103 h 4685214"/>
              <a:gd name="connsiteX137" fmla="*/ 7730068 w 10199209"/>
              <a:gd name="connsiteY137" fmla="*/ 1475012 h 4685214"/>
              <a:gd name="connsiteX138" fmla="*/ 7771405 w 10199209"/>
              <a:gd name="connsiteY138" fmla="*/ 1472939 h 4685214"/>
              <a:gd name="connsiteX139" fmla="*/ 7822198 w 10199209"/>
              <a:gd name="connsiteY139" fmla="*/ 1471513 h 4685214"/>
              <a:gd name="connsiteX140" fmla="*/ 7841820 w 10199209"/>
              <a:gd name="connsiteY140" fmla="*/ 1470522 h 4685214"/>
              <a:gd name="connsiteX141" fmla="*/ 7862337 w 10199209"/>
              <a:gd name="connsiteY141" fmla="*/ 1469734 h 4685214"/>
              <a:gd name="connsiteX142" fmla="*/ 7882456 w 10199209"/>
              <a:gd name="connsiteY142" fmla="*/ 1469043 h 4685214"/>
              <a:gd name="connsiteX143" fmla="*/ 7901582 w 10199209"/>
              <a:gd name="connsiteY143" fmla="*/ 1467749 h 4685214"/>
              <a:gd name="connsiteX144" fmla="*/ 7912343 w 10199209"/>
              <a:gd name="connsiteY144" fmla="*/ 1466811 h 4685214"/>
              <a:gd name="connsiteX145" fmla="*/ 7921507 w 10199209"/>
              <a:gd name="connsiteY145" fmla="*/ 1466262 h 4685214"/>
              <a:gd name="connsiteX146" fmla="*/ 7931469 w 10199209"/>
              <a:gd name="connsiteY146" fmla="*/ 1465518 h 4685214"/>
              <a:gd name="connsiteX147" fmla="*/ 7941829 w 10199209"/>
              <a:gd name="connsiteY147" fmla="*/ 1464676 h 4685214"/>
              <a:gd name="connsiteX148" fmla="*/ 7979177 w 10199209"/>
              <a:gd name="connsiteY148" fmla="*/ 1463578 h 4685214"/>
              <a:gd name="connsiteX149" fmla="*/ 7979727 w 10199209"/>
              <a:gd name="connsiteY149" fmla="*/ 1472742 h 4685214"/>
              <a:gd name="connsiteX150" fmla="*/ 7981269 w 10199209"/>
              <a:gd name="connsiteY150" fmla="*/ 1482509 h 4685214"/>
              <a:gd name="connsiteX151" fmla="*/ 7983403 w 10199209"/>
              <a:gd name="connsiteY151" fmla="*/ 1492976 h 4685214"/>
              <a:gd name="connsiteX152" fmla="*/ 7985637 w 10199209"/>
              <a:gd name="connsiteY152" fmla="*/ 1503842 h 4685214"/>
              <a:gd name="connsiteX153" fmla="*/ 7987374 w 10199209"/>
              <a:gd name="connsiteY153" fmla="*/ 1514407 h 4685214"/>
              <a:gd name="connsiteX154" fmla="*/ 7989411 w 10199209"/>
              <a:gd name="connsiteY154" fmla="*/ 1524475 h 4685214"/>
              <a:gd name="connsiteX155" fmla="*/ 7990457 w 10199209"/>
              <a:gd name="connsiteY155" fmla="*/ 1533941 h 4685214"/>
              <a:gd name="connsiteX156" fmla="*/ 7990811 w 10199209"/>
              <a:gd name="connsiteY156" fmla="*/ 1542308 h 4685214"/>
              <a:gd name="connsiteX157" fmla="*/ 7990661 w 10199209"/>
              <a:gd name="connsiteY157" fmla="*/ 1552065 h 4685214"/>
              <a:gd name="connsiteX158" fmla="*/ 7991511 w 10199209"/>
              <a:gd name="connsiteY158" fmla="*/ 1560733 h 4685214"/>
              <a:gd name="connsiteX159" fmla="*/ 7993061 w 10199209"/>
              <a:gd name="connsiteY159" fmla="*/ 1568808 h 4685214"/>
              <a:gd name="connsiteX160" fmla="*/ 7995490 w 10199209"/>
              <a:gd name="connsiteY160" fmla="*/ 1580472 h 4685214"/>
              <a:gd name="connsiteX161" fmla="*/ 7996740 w 10199209"/>
              <a:gd name="connsiteY161" fmla="*/ 1589042 h 4685214"/>
              <a:gd name="connsiteX162" fmla="*/ 7999167 w 10199209"/>
              <a:gd name="connsiteY162" fmla="*/ 1600706 h 4685214"/>
              <a:gd name="connsiteX163" fmla="*/ 7999610 w 10199209"/>
              <a:gd name="connsiteY163" fmla="*/ 1611163 h 4685214"/>
              <a:gd name="connsiteX164" fmla="*/ 8000060 w 10199209"/>
              <a:gd name="connsiteY164" fmla="*/ 1619930 h 4685214"/>
              <a:gd name="connsiteX165" fmla="*/ 7999831 w 10199209"/>
              <a:gd name="connsiteY165" fmla="*/ 1625902 h 4685214"/>
              <a:gd name="connsiteX166" fmla="*/ 7999805 w 10199209"/>
              <a:gd name="connsiteY166" fmla="*/ 1630981 h 4685214"/>
              <a:gd name="connsiteX167" fmla="*/ 8000478 w 10199209"/>
              <a:gd name="connsiteY167" fmla="*/ 1635465 h 4685214"/>
              <a:gd name="connsiteX168" fmla="*/ 8000558 w 10199209"/>
              <a:gd name="connsiteY168" fmla="*/ 1639249 h 4685214"/>
              <a:gd name="connsiteX169" fmla="*/ 8002507 w 10199209"/>
              <a:gd name="connsiteY169" fmla="*/ 1647226 h 4685214"/>
              <a:gd name="connsiteX170" fmla="*/ 8003252 w 10199209"/>
              <a:gd name="connsiteY170" fmla="*/ 1657189 h 4685214"/>
              <a:gd name="connsiteX171" fmla="*/ 8003313 w 10199209"/>
              <a:gd name="connsiteY171" fmla="*/ 1664359 h 4685214"/>
              <a:gd name="connsiteX172" fmla="*/ 8002275 w 10199209"/>
              <a:gd name="connsiteY172" fmla="*/ 1672219 h 4685214"/>
              <a:gd name="connsiteX173" fmla="*/ 8001957 w 10199209"/>
              <a:gd name="connsiteY173" fmla="*/ 1676101 h 4685214"/>
              <a:gd name="connsiteX174" fmla="*/ 8001734 w 10199209"/>
              <a:gd name="connsiteY174" fmla="*/ 1680382 h 4685214"/>
              <a:gd name="connsiteX175" fmla="*/ 8002204 w 10199209"/>
              <a:gd name="connsiteY175" fmla="*/ 1685763 h 4685214"/>
              <a:gd name="connsiteX176" fmla="*/ 8002966 w 10199209"/>
              <a:gd name="connsiteY176" fmla="*/ 1692338 h 4685214"/>
              <a:gd name="connsiteX177" fmla="*/ 8004331 w 10199209"/>
              <a:gd name="connsiteY177" fmla="*/ 1697922 h 4685214"/>
              <a:gd name="connsiteX178" fmla="*/ 8005305 w 10199209"/>
              <a:gd name="connsiteY178" fmla="*/ 1701911 h 4685214"/>
              <a:gd name="connsiteX179" fmla="*/ 8005784 w 10199209"/>
              <a:gd name="connsiteY179" fmla="*/ 1705598 h 4685214"/>
              <a:gd name="connsiteX180" fmla="*/ 8006051 w 10199209"/>
              <a:gd name="connsiteY180" fmla="*/ 1711872 h 4685214"/>
              <a:gd name="connsiteX181" fmla="*/ 8006359 w 10199209"/>
              <a:gd name="connsiteY181" fmla="*/ 1747723 h 4685214"/>
              <a:gd name="connsiteX182" fmla="*/ 8007103 w 10199209"/>
              <a:gd name="connsiteY182" fmla="*/ 1757685 h 4685214"/>
              <a:gd name="connsiteX183" fmla="*/ 8007165 w 10199209"/>
              <a:gd name="connsiteY183" fmla="*/ 1764854 h 4685214"/>
              <a:gd name="connsiteX184" fmla="*/ 8006127 w 10199209"/>
              <a:gd name="connsiteY184" fmla="*/ 1772716 h 4685214"/>
              <a:gd name="connsiteX185" fmla="*/ 8005879 w 10199209"/>
              <a:gd name="connsiteY185" fmla="*/ 1782076 h 4685214"/>
              <a:gd name="connsiteX186" fmla="*/ 8006039 w 10199209"/>
              <a:gd name="connsiteY186" fmla="*/ 1789644 h 4685214"/>
              <a:gd name="connsiteX187" fmla="*/ 8005825 w 10199209"/>
              <a:gd name="connsiteY187" fmla="*/ 1792232 h 4685214"/>
              <a:gd name="connsiteX188" fmla="*/ 8005516 w 10199209"/>
              <a:gd name="connsiteY188" fmla="*/ 1794421 h 4685214"/>
              <a:gd name="connsiteX189" fmla="*/ 8004496 w 10199209"/>
              <a:gd name="connsiteY189" fmla="*/ 1798898 h 4685214"/>
              <a:gd name="connsiteX190" fmla="*/ 8004265 w 10199209"/>
              <a:gd name="connsiteY190" fmla="*/ 1804871 h 4685214"/>
              <a:gd name="connsiteX191" fmla="*/ 8004645 w 10199209"/>
              <a:gd name="connsiteY191" fmla="*/ 1808159 h 4685214"/>
              <a:gd name="connsiteX192" fmla="*/ 8004628 w 10199209"/>
              <a:gd name="connsiteY192" fmla="*/ 1811545 h 4685214"/>
              <a:gd name="connsiteX193" fmla="*/ 8005595 w 10199209"/>
              <a:gd name="connsiteY193" fmla="*/ 1817225 h 4685214"/>
              <a:gd name="connsiteX194" fmla="*/ 8006242 w 10199209"/>
              <a:gd name="connsiteY194" fmla="*/ 1826789 h 4685214"/>
              <a:gd name="connsiteX195" fmla="*/ 8005008 w 10199209"/>
              <a:gd name="connsiteY195" fmla="*/ 1833852 h 4685214"/>
              <a:gd name="connsiteX196" fmla="*/ 8004273 w 10199209"/>
              <a:gd name="connsiteY196" fmla="*/ 1841217 h 4685214"/>
              <a:gd name="connsiteX197" fmla="*/ 8004414 w 10199209"/>
              <a:gd name="connsiteY197" fmla="*/ 1852172 h 4685214"/>
              <a:gd name="connsiteX198" fmla="*/ 8005177 w 10199209"/>
              <a:gd name="connsiteY198" fmla="*/ 1858748 h 4685214"/>
              <a:gd name="connsiteX199" fmla="*/ 8004866 w 10199209"/>
              <a:gd name="connsiteY199" fmla="*/ 1860937 h 4685214"/>
              <a:gd name="connsiteX200" fmla="*/ 8004156 w 10199209"/>
              <a:gd name="connsiteY200" fmla="*/ 1863224 h 4685214"/>
              <a:gd name="connsiteX201" fmla="*/ 8003332 w 10199209"/>
              <a:gd name="connsiteY201" fmla="*/ 1868498 h 4685214"/>
              <a:gd name="connsiteX202" fmla="*/ 8002986 w 10199209"/>
              <a:gd name="connsiteY202" fmla="*/ 1877458 h 4685214"/>
              <a:gd name="connsiteX203" fmla="*/ 8003438 w 10199209"/>
              <a:gd name="connsiteY203" fmla="*/ 1886223 h 4685214"/>
              <a:gd name="connsiteX204" fmla="*/ 8003598 w 10199209"/>
              <a:gd name="connsiteY204" fmla="*/ 1893792 h 4685214"/>
              <a:gd name="connsiteX205" fmla="*/ 8002791 w 10199209"/>
              <a:gd name="connsiteY205" fmla="*/ 1895679 h 4685214"/>
              <a:gd name="connsiteX206" fmla="*/ 8002082 w 10199209"/>
              <a:gd name="connsiteY206" fmla="*/ 1897967 h 4685214"/>
              <a:gd name="connsiteX207" fmla="*/ 8001559 w 10199209"/>
              <a:gd name="connsiteY207" fmla="*/ 1902743 h 4685214"/>
              <a:gd name="connsiteX208" fmla="*/ 8002206 w 10199209"/>
              <a:gd name="connsiteY208" fmla="*/ 1912306 h 4685214"/>
              <a:gd name="connsiteX209" fmla="*/ 8002355 w 10199209"/>
              <a:gd name="connsiteY209" fmla="*/ 1921569 h 4685214"/>
              <a:gd name="connsiteX210" fmla="*/ 8002222 w 10199209"/>
              <a:gd name="connsiteY210" fmla="*/ 1927941 h 4685214"/>
              <a:gd name="connsiteX211" fmla="*/ 8001415 w 10199209"/>
              <a:gd name="connsiteY211" fmla="*/ 1929829 h 4685214"/>
              <a:gd name="connsiteX212" fmla="*/ 8000308 w 10199209"/>
              <a:gd name="connsiteY212" fmla="*/ 1932212 h 4685214"/>
              <a:gd name="connsiteX213" fmla="*/ 7999785 w 10199209"/>
              <a:gd name="connsiteY213" fmla="*/ 1936989 h 4685214"/>
              <a:gd name="connsiteX214" fmla="*/ 8000432 w 10199209"/>
              <a:gd name="connsiteY214" fmla="*/ 1946553 h 4685214"/>
              <a:gd name="connsiteX215" fmla="*/ 8001379 w 10199209"/>
              <a:gd name="connsiteY215" fmla="*/ 1955619 h 4685214"/>
              <a:gd name="connsiteX216" fmla="*/ 8001052 w 10199209"/>
              <a:gd name="connsiteY216" fmla="*/ 1961194 h 4685214"/>
              <a:gd name="connsiteX217" fmla="*/ 8000342 w 10199209"/>
              <a:gd name="connsiteY217" fmla="*/ 1963481 h 4685214"/>
              <a:gd name="connsiteX218" fmla="*/ 7999730 w 10199209"/>
              <a:gd name="connsiteY218" fmla="*/ 1966166 h 4685214"/>
              <a:gd name="connsiteX219" fmla="*/ 7998604 w 10199209"/>
              <a:gd name="connsiteY219" fmla="*/ 1971936 h 4685214"/>
              <a:gd name="connsiteX220" fmla="*/ 7999056 w 10199209"/>
              <a:gd name="connsiteY220" fmla="*/ 1980701 h 4685214"/>
              <a:gd name="connsiteX221" fmla="*/ 8000004 w 10199209"/>
              <a:gd name="connsiteY221" fmla="*/ 1989768 h 4685214"/>
              <a:gd name="connsiteX222" fmla="*/ 7999277 w 10199209"/>
              <a:gd name="connsiteY222" fmla="*/ 1995440 h 4685214"/>
              <a:gd name="connsiteX223" fmla="*/ 7998666 w 10199209"/>
              <a:gd name="connsiteY223" fmla="*/ 1998125 h 4685214"/>
              <a:gd name="connsiteX224" fmla="*/ 7997956 w 10199209"/>
              <a:gd name="connsiteY224" fmla="*/ 2000412 h 4685214"/>
              <a:gd name="connsiteX225" fmla="*/ 7997628 w 10199209"/>
              <a:gd name="connsiteY225" fmla="*/ 2005987 h 4685214"/>
              <a:gd name="connsiteX226" fmla="*/ 7998576 w 10199209"/>
              <a:gd name="connsiteY226" fmla="*/ 2015053 h 4685214"/>
              <a:gd name="connsiteX227" fmla="*/ 7999223 w 10199209"/>
              <a:gd name="connsiteY227" fmla="*/ 2024617 h 4685214"/>
              <a:gd name="connsiteX228" fmla="*/ 7998806 w 10199209"/>
              <a:gd name="connsiteY228" fmla="*/ 2028099 h 4685214"/>
              <a:gd name="connsiteX229" fmla="*/ 7998505 w 10199209"/>
              <a:gd name="connsiteY229" fmla="*/ 2028596 h 4685214"/>
              <a:gd name="connsiteX230" fmla="*/ 7997291 w 10199209"/>
              <a:gd name="connsiteY230" fmla="*/ 2032274 h 4685214"/>
              <a:gd name="connsiteX231" fmla="*/ 7996759 w 10199209"/>
              <a:gd name="connsiteY231" fmla="*/ 2038744 h 4685214"/>
              <a:gd name="connsiteX232" fmla="*/ 7997325 w 10199209"/>
              <a:gd name="connsiteY232" fmla="*/ 2044522 h 4685214"/>
              <a:gd name="connsiteX233" fmla="*/ 7997796 w 10199209"/>
              <a:gd name="connsiteY233" fmla="*/ 2049903 h 4685214"/>
              <a:gd name="connsiteX234" fmla="*/ 7997362 w 10199209"/>
              <a:gd name="connsiteY234" fmla="*/ 2056771 h 4685214"/>
              <a:gd name="connsiteX235" fmla="*/ 7996642 w 10199209"/>
              <a:gd name="connsiteY235" fmla="*/ 2060750 h 4685214"/>
              <a:gd name="connsiteX236" fmla="*/ 7995535 w 10199209"/>
              <a:gd name="connsiteY236" fmla="*/ 2063135 h 4685214"/>
              <a:gd name="connsiteX237" fmla="*/ 7994719 w 10199209"/>
              <a:gd name="connsiteY237" fmla="*/ 2066716 h 4685214"/>
              <a:gd name="connsiteX238" fmla="*/ 7994790 w 10199209"/>
              <a:gd name="connsiteY238" fmla="*/ 2072192 h 4685214"/>
              <a:gd name="connsiteX239" fmla="*/ 7994959 w 10199209"/>
              <a:gd name="connsiteY239" fmla="*/ 2078068 h 4685214"/>
              <a:gd name="connsiteX240" fmla="*/ 7995934 w 10199209"/>
              <a:gd name="connsiteY240" fmla="*/ 2082057 h 4685214"/>
              <a:gd name="connsiteX241" fmla="*/ 7996713 w 10199209"/>
              <a:gd name="connsiteY241" fmla="*/ 2085247 h 4685214"/>
              <a:gd name="connsiteX242" fmla="*/ 7995587 w 10199209"/>
              <a:gd name="connsiteY242" fmla="*/ 2091017 h 4685214"/>
              <a:gd name="connsiteX243" fmla="*/ 7994158 w 10199209"/>
              <a:gd name="connsiteY243" fmla="*/ 2116303 h 4685214"/>
              <a:gd name="connsiteX244" fmla="*/ 7994833 w 10199209"/>
              <a:gd name="connsiteY244" fmla="*/ 2120788 h 4685214"/>
              <a:gd name="connsiteX245" fmla="*/ 7994017 w 10199209"/>
              <a:gd name="connsiteY245" fmla="*/ 2124368 h 4685214"/>
              <a:gd name="connsiteX246" fmla="*/ 7990860 w 10199209"/>
              <a:gd name="connsiteY246" fmla="*/ 2175436 h 4685214"/>
              <a:gd name="connsiteX247" fmla="*/ 7989833 w 10199209"/>
              <a:gd name="connsiteY247" fmla="*/ 2181605 h 4685214"/>
              <a:gd name="connsiteX248" fmla="*/ 7988821 w 10199209"/>
              <a:gd name="connsiteY248" fmla="*/ 2184387 h 4685214"/>
              <a:gd name="connsiteX249" fmla="*/ 7988113 w 10199209"/>
              <a:gd name="connsiteY249" fmla="*/ 2186674 h 4685214"/>
              <a:gd name="connsiteX250" fmla="*/ 7987493 w 10199209"/>
              <a:gd name="connsiteY250" fmla="*/ 2191052 h 4685214"/>
              <a:gd name="connsiteX251" fmla="*/ 7987005 w 10199209"/>
              <a:gd name="connsiteY251" fmla="*/ 2208078 h 4685214"/>
              <a:gd name="connsiteX252" fmla="*/ 7985488 w 10199209"/>
              <a:gd name="connsiteY252" fmla="*/ 2212252 h 4685214"/>
              <a:gd name="connsiteX253" fmla="*/ 7984779 w 10199209"/>
              <a:gd name="connsiteY253" fmla="*/ 2214538 h 4685214"/>
              <a:gd name="connsiteX254" fmla="*/ 7984663 w 10199209"/>
              <a:gd name="connsiteY254" fmla="*/ 2217526 h 4685214"/>
              <a:gd name="connsiteX255" fmla="*/ 7984035 w 10199209"/>
              <a:gd name="connsiteY255" fmla="*/ 2223597 h 4685214"/>
              <a:gd name="connsiteX256" fmla="*/ 7983928 w 10199209"/>
              <a:gd name="connsiteY256" fmla="*/ 2224891 h 4685214"/>
              <a:gd name="connsiteX257" fmla="*/ 7984220 w 10199209"/>
              <a:gd name="connsiteY257" fmla="*/ 2226087 h 4685214"/>
              <a:gd name="connsiteX258" fmla="*/ 7984415 w 10199209"/>
              <a:gd name="connsiteY258" fmla="*/ 2226884 h 4685214"/>
              <a:gd name="connsiteX259" fmla="*/ 7984310 w 10199209"/>
              <a:gd name="connsiteY259" fmla="*/ 2228179 h 4685214"/>
              <a:gd name="connsiteX260" fmla="*/ 7980372 w 10199209"/>
              <a:gd name="connsiteY260" fmla="*/ 2257037 h 4685214"/>
              <a:gd name="connsiteX261" fmla="*/ 7979655 w 10199209"/>
              <a:gd name="connsiteY261" fmla="*/ 2261015 h 4685214"/>
              <a:gd name="connsiteX262" fmla="*/ 7978742 w 10199209"/>
              <a:gd name="connsiteY262" fmla="*/ 2264197 h 4685214"/>
              <a:gd name="connsiteX263" fmla="*/ 7978236 w 10199209"/>
              <a:gd name="connsiteY263" fmla="*/ 2265588 h 4685214"/>
              <a:gd name="connsiteX264" fmla="*/ 7978432 w 10199209"/>
              <a:gd name="connsiteY264" fmla="*/ 2266387 h 4685214"/>
              <a:gd name="connsiteX265" fmla="*/ 7969088 w 10199209"/>
              <a:gd name="connsiteY265" fmla="*/ 2338831 h 4685214"/>
              <a:gd name="connsiteX266" fmla="*/ 7968485 w 10199209"/>
              <a:gd name="connsiteY266" fmla="*/ 2339824 h 4685214"/>
              <a:gd name="connsiteX267" fmla="*/ 7968379 w 10199209"/>
              <a:gd name="connsiteY267" fmla="*/ 2341117 h 4685214"/>
              <a:gd name="connsiteX268" fmla="*/ 7961419 w 10199209"/>
              <a:gd name="connsiteY268" fmla="*/ 2395651 h 4685214"/>
              <a:gd name="connsiteX269" fmla="*/ 7960196 w 10199209"/>
              <a:gd name="connsiteY269" fmla="*/ 2401022 h 4685214"/>
              <a:gd name="connsiteX270" fmla="*/ 7959177 w 10199209"/>
              <a:gd name="connsiteY270" fmla="*/ 2405498 h 4685214"/>
              <a:gd name="connsiteX271" fmla="*/ 7957855 w 10199209"/>
              <a:gd name="connsiteY271" fmla="*/ 2410470 h 4685214"/>
              <a:gd name="connsiteX272" fmla="*/ 7957023 w 10199209"/>
              <a:gd name="connsiteY272" fmla="*/ 2417435 h 4685214"/>
              <a:gd name="connsiteX273" fmla="*/ 7956571 w 10199209"/>
              <a:gd name="connsiteY273" fmla="*/ 2427690 h 4685214"/>
              <a:gd name="connsiteX274" fmla="*/ 7954523 w 10199209"/>
              <a:gd name="connsiteY274" fmla="*/ 2438334 h 4685214"/>
              <a:gd name="connsiteX275" fmla="*/ 7952777 w 10199209"/>
              <a:gd name="connsiteY275" fmla="*/ 2448482 h 4685214"/>
              <a:gd name="connsiteX276" fmla="*/ 7951128 w 10199209"/>
              <a:gd name="connsiteY276" fmla="*/ 2459029 h 4685214"/>
              <a:gd name="connsiteX277" fmla="*/ 7951091 w 10199209"/>
              <a:gd name="connsiteY277" fmla="*/ 2465800 h 4685214"/>
              <a:gd name="connsiteX278" fmla="*/ 7950754 w 10199209"/>
              <a:gd name="connsiteY278" fmla="*/ 2473068 h 4685214"/>
              <a:gd name="connsiteX279" fmla="*/ 7950240 w 10199209"/>
              <a:gd name="connsiteY279" fmla="*/ 2476152 h 4685214"/>
              <a:gd name="connsiteX280" fmla="*/ 7949337 w 10199209"/>
              <a:gd name="connsiteY280" fmla="*/ 2477641 h 4685214"/>
              <a:gd name="connsiteX281" fmla="*/ 7947724 w 10199209"/>
              <a:gd name="connsiteY281" fmla="*/ 2481417 h 4685214"/>
              <a:gd name="connsiteX282" fmla="*/ 7947546 w 10199209"/>
              <a:gd name="connsiteY282" fmla="*/ 2496253 h 4685214"/>
              <a:gd name="connsiteX283" fmla="*/ 7946127 w 10199209"/>
              <a:gd name="connsiteY283" fmla="*/ 2500826 h 4685214"/>
              <a:gd name="connsiteX284" fmla="*/ 7945516 w 10199209"/>
              <a:gd name="connsiteY284" fmla="*/ 2503511 h 4685214"/>
              <a:gd name="connsiteX285" fmla="*/ 7944700 w 10199209"/>
              <a:gd name="connsiteY285" fmla="*/ 2507092 h 4685214"/>
              <a:gd name="connsiteX286" fmla="*/ 7943672 w 10199209"/>
              <a:gd name="connsiteY286" fmla="*/ 2513260 h 4685214"/>
              <a:gd name="connsiteX287" fmla="*/ 7943548 w 10199209"/>
              <a:gd name="connsiteY287" fmla="*/ 2517940 h 4685214"/>
              <a:gd name="connsiteX288" fmla="*/ 7942733 w 10199209"/>
              <a:gd name="connsiteY288" fmla="*/ 2521520 h 4685214"/>
              <a:gd name="connsiteX289" fmla="*/ 7939816 w 10199209"/>
              <a:gd name="connsiteY289" fmla="*/ 2545902 h 4685214"/>
              <a:gd name="connsiteX290" fmla="*/ 7937582 w 10199209"/>
              <a:gd name="connsiteY290" fmla="*/ 2554056 h 4685214"/>
              <a:gd name="connsiteX291" fmla="*/ 7936962 w 10199209"/>
              <a:gd name="connsiteY291" fmla="*/ 2558434 h 4685214"/>
              <a:gd name="connsiteX292" fmla="*/ 7937351 w 10199209"/>
              <a:gd name="connsiteY292" fmla="*/ 2560029 h 4685214"/>
              <a:gd name="connsiteX293" fmla="*/ 7938237 w 10199209"/>
              <a:gd name="connsiteY293" fmla="*/ 2561927 h 4685214"/>
              <a:gd name="connsiteX294" fmla="*/ 7941011 w 10199209"/>
              <a:gd name="connsiteY294" fmla="*/ 2564630 h 4685214"/>
              <a:gd name="connsiteX295" fmla="*/ 7944078 w 10199209"/>
              <a:gd name="connsiteY295" fmla="*/ 2568530 h 4685214"/>
              <a:gd name="connsiteX296" fmla="*/ 7960625 w 10199209"/>
              <a:gd name="connsiteY296" fmla="*/ 2584350 h 4685214"/>
              <a:gd name="connsiteX297" fmla="*/ 7963000 w 10199209"/>
              <a:gd name="connsiteY297" fmla="*/ 2587150 h 4685214"/>
              <a:gd name="connsiteX298" fmla="*/ 7964488 w 10199209"/>
              <a:gd name="connsiteY298" fmla="*/ 2588055 h 4685214"/>
              <a:gd name="connsiteX299" fmla="*/ 7965977 w 10199209"/>
              <a:gd name="connsiteY299" fmla="*/ 2588959 h 4685214"/>
              <a:gd name="connsiteX300" fmla="*/ 7969548 w 10199209"/>
              <a:gd name="connsiteY300" fmla="*/ 2591468 h 4685214"/>
              <a:gd name="connsiteX301" fmla="*/ 7978687 w 10199209"/>
              <a:gd name="connsiteY301" fmla="*/ 2595996 h 4685214"/>
              <a:gd name="connsiteX302" fmla="*/ 7979678 w 10199209"/>
              <a:gd name="connsiteY302" fmla="*/ 2596600 h 4685214"/>
              <a:gd name="connsiteX303" fmla="*/ 7980176 w 10199209"/>
              <a:gd name="connsiteY303" fmla="*/ 2596901 h 4685214"/>
              <a:gd name="connsiteX304" fmla="*/ 8057077 w 10199209"/>
              <a:gd name="connsiteY304" fmla="*/ 2629669 h 4685214"/>
              <a:gd name="connsiteX305" fmla="*/ 8073580 w 10199209"/>
              <a:gd name="connsiteY305" fmla="*/ 2634935 h 4685214"/>
              <a:gd name="connsiteX306" fmla="*/ 8089489 w 10199209"/>
              <a:gd name="connsiteY306" fmla="*/ 2639500 h 4685214"/>
              <a:gd name="connsiteX307" fmla="*/ 8105007 w 10199209"/>
              <a:gd name="connsiteY307" fmla="*/ 2642469 h 4685214"/>
              <a:gd name="connsiteX308" fmla="*/ 8121128 w 10199209"/>
              <a:gd name="connsiteY308" fmla="*/ 2644446 h 4685214"/>
              <a:gd name="connsiteX309" fmla="*/ 8137356 w 10199209"/>
              <a:gd name="connsiteY309" fmla="*/ 2645129 h 4685214"/>
              <a:gd name="connsiteX310" fmla="*/ 8152786 w 10199209"/>
              <a:gd name="connsiteY310" fmla="*/ 2646007 h 4685214"/>
              <a:gd name="connsiteX311" fmla="*/ 8169715 w 10199209"/>
              <a:gd name="connsiteY311" fmla="*/ 2646096 h 4685214"/>
              <a:gd name="connsiteX312" fmla="*/ 8185447 w 10199209"/>
              <a:gd name="connsiteY312" fmla="*/ 2646478 h 4685214"/>
              <a:gd name="connsiteX313" fmla="*/ 8201382 w 10199209"/>
              <a:gd name="connsiteY313" fmla="*/ 2645964 h 4685214"/>
              <a:gd name="connsiteX314" fmla="*/ 8214330 w 10199209"/>
              <a:gd name="connsiteY314" fmla="*/ 2645336 h 4685214"/>
              <a:gd name="connsiteX315" fmla="*/ 8225587 w 10199209"/>
              <a:gd name="connsiteY315" fmla="*/ 2644698 h 4685214"/>
              <a:gd name="connsiteX316" fmla="*/ 8236248 w 10199209"/>
              <a:gd name="connsiteY316" fmla="*/ 2643361 h 4685214"/>
              <a:gd name="connsiteX317" fmla="*/ 8246707 w 10199209"/>
              <a:gd name="connsiteY317" fmla="*/ 2642917 h 4685214"/>
              <a:gd name="connsiteX318" fmla="*/ 8257767 w 10199209"/>
              <a:gd name="connsiteY318" fmla="*/ 2641481 h 4685214"/>
              <a:gd name="connsiteX319" fmla="*/ 8270619 w 10199209"/>
              <a:gd name="connsiteY319" fmla="*/ 2640454 h 4685214"/>
              <a:gd name="connsiteX320" fmla="*/ 8285465 w 10199209"/>
              <a:gd name="connsiteY320" fmla="*/ 2638939 h 4685214"/>
              <a:gd name="connsiteX321" fmla="*/ 8311069 w 10199209"/>
              <a:gd name="connsiteY321" fmla="*/ 2636485 h 4685214"/>
              <a:gd name="connsiteX322" fmla="*/ 8337774 w 10199209"/>
              <a:gd name="connsiteY322" fmla="*/ 2633339 h 4685214"/>
              <a:gd name="connsiteX323" fmla="*/ 8363786 w 10199209"/>
              <a:gd name="connsiteY323" fmla="*/ 2629095 h 4685214"/>
              <a:gd name="connsiteX324" fmla="*/ 8391395 w 10199209"/>
              <a:gd name="connsiteY324" fmla="*/ 2624460 h 4685214"/>
              <a:gd name="connsiteX325" fmla="*/ 8418611 w 10199209"/>
              <a:gd name="connsiteY325" fmla="*/ 2618231 h 4685214"/>
              <a:gd name="connsiteX326" fmla="*/ 8445334 w 10199209"/>
              <a:gd name="connsiteY326" fmla="*/ 2611700 h 4685214"/>
              <a:gd name="connsiteX327" fmla="*/ 8472358 w 10199209"/>
              <a:gd name="connsiteY327" fmla="*/ 2604672 h 4685214"/>
              <a:gd name="connsiteX328" fmla="*/ 8499585 w 10199209"/>
              <a:gd name="connsiteY328" fmla="*/ 2596750 h 4685214"/>
              <a:gd name="connsiteX329" fmla="*/ 8552743 w 10199209"/>
              <a:gd name="connsiteY329" fmla="*/ 2580799 h 4685214"/>
              <a:gd name="connsiteX330" fmla="*/ 8567102 w 10199209"/>
              <a:gd name="connsiteY330" fmla="*/ 2577290 h 4685214"/>
              <a:gd name="connsiteX331" fmla="*/ 8580167 w 10199209"/>
              <a:gd name="connsiteY331" fmla="*/ 2573674 h 4685214"/>
              <a:gd name="connsiteX332" fmla="*/ 8592335 w 10199209"/>
              <a:gd name="connsiteY332" fmla="*/ 2569855 h 4685214"/>
              <a:gd name="connsiteX333" fmla="*/ 8605204 w 10199209"/>
              <a:gd name="connsiteY333" fmla="*/ 2565442 h 4685214"/>
              <a:gd name="connsiteX334" fmla="*/ 8852738 w 10199209"/>
              <a:gd name="connsiteY334" fmla="*/ 2474933 h 4685214"/>
              <a:gd name="connsiteX335" fmla="*/ 8880684 w 10199209"/>
              <a:gd name="connsiteY335" fmla="*/ 2463032 h 4685214"/>
              <a:gd name="connsiteX336" fmla="*/ 8908531 w 10199209"/>
              <a:gd name="connsiteY336" fmla="*/ 2450731 h 4685214"/>
              <a:gd name="connsiteX337" fmla="*/ 8936086 w 10199209"/>
              <a:gd name="connsiteY337" fmla="*/ 2437234 h 4685214"/>
              <a:gd name="connsiteX338" fmla="*/ 8963641 w 10199209"/>
              <a:gd name="connsiteY338" fmla="*/ 2423736 h 4685214"/>
              <a:gd name="connsiteX339" fmla="*/ 8990505 w 10199209"/>
              <a:gd name="connsiteY339" fmla="*/ 2409140 h 4685214"/>
              <a:gd name="connsiteX340" fmla="*/ 9017865 w 10199209"/>
              <a:gd name="connsiteY340" fmla="*/ 2394845 h 4685214"/>
              <a:gd name="connsiteX341" fmla="*/ 9044729 w 10199209"/>
              <a:gd name="connsiteY341" fmla="*/ 2380249 h 4685214"/>
              <a:gd name="connsiteX342" fmla="*/ 9071398 w 10199209"/>
              <a:gd name="connsiteY342" fmla="*/ 2364855 h 4685214"/>
              <a:gd name="connsiteX343" fmla="*/ 9091774 w 10199209"/>
              <a:gd name="connsiteY343" fmla="*/ 2353113 h 4685214"/>
              <a:gd name="connsiteX344" fmla="*/ 9111752 w 10199209"/>
              <a:gd name="connsiteY344" fmla="*/ 2341467 h 4685214"/>
              <a:gd name="connsiteX345" fmla="*/ 9131933 w 10199209"/>
              <a:gd name="connsiteY345" fmla="*/ 2328927 h 4685214"/>
              <a:gd name="connsiteX346" fmla="*/ 9152211 w 10199209"/>
              <a:gd name="connsiteY346" fmla="*/ 2316786 h 4685214"/>
              <a:gd name="connsiteX347" fmla="*/ 9172393 w 10199209"/>
              <a:gd name="connsiteY347" fmla="*/ 2304245 h 4685214"/>
              <a:gd name="connsiteX348" fmla="*/ 9192078 w 10199209"/>
              <a:gd name="connsiteY348" fmla="*/ 2291404 h 4685214"/>
              <a:gd name="connsiteX349" fmla="*/ 9211763 w 10199209"/>
              <a:gd name="connsiteY349" fmla="*/ 2278563 h 4685214"/>
              <a:gd name="connsiteX350" fmla="*/ 9231448 w 10199209"/>
              <a:gd name="connsiteY350" fmla="*/ 2265721 h 4685214"/>
              <a:gd name="connsiteX351" fmla="*/ 9260128 w 10199209"/>
              <a:gd name="connsiteY351" fmla="*/ 2246454 h 4685214"/>
              <a:gd name="connsiteX352" fmla="*/ 9288012 w 10199209"/>
              <a:gd name="connsiteY352" fmla="*/ 2227382 h 4685214"/>
              <a:gd name="connsiteX353" fmla="*/ 9315797 w 10199209"/>
              <a:gd name="connsiteY353" fmla="*/ 2207911 h 4685214"/>
              <a:gd name="connsiteX354" fmla="*/ 9343885 w 10199209"/>
              <a:gd name="connsiteY354" fmla="*/ 2187944 h 4685214"/>
              <a:gd name="connsiteX355" fmla="*/ 9371476 w 10199209"/>
              <a:gd name="connsiteY355" fmla="*/ 2167676 h 4685214"/>
              <a:gd name="connsiteX356" fmla="*/ 9398570 w 10199209"/>
              <a:gd name="connsiteY356" fmla="*/ 2147106 h 4685214"/>
              <a:gd name="connsiteX357" fmla="*/ 9425470 w 10199209"/>
              <a:gd name="connsiteY357" fmla="*/ 2125738 h 4685214"/>
              <a:gd name="connsiteX358" fmla="*/ 9451776 w 10199209"/>
              <a:gd name="connsiteY358" fmla="*/ 2103670 h 4685214"/>
              <a:gd name="connsiteX359" fmla="*/ 9471477 w 10199209"/>
              <a:gd name="connsiteY359" fmla="*/ 2087443 h 4685214"/>
              <a:gd name="connsiteX360" fmla="*/ 9488087 w 10199209"/>
              <a:gd name="connsiteY360" fmla="*/ 2072395 h 4685214"/>
              <a:gd name="connsiteX361" fmla="*/ 9504289 w 10199209"/>
              <a:gd name="connsiteY361" fmla="*/ 2059136 h 4685214"/>
              <a:gd name="connsiteX362" fmla="*/ 9519198 w 10199209"/>
              <a:gd name="connsiteY362" fmla="*/ 2045772 h 4685214"/>
              <a:gd name="connsiteX363" fmla="*/ 9534203 w 10199209"/>
              <a:gd name="connsiteY363" fmla="*/ 2032806 h 4685214"/>
              <a:gd name="connsiteX364" fmla="*/ 9549811 w 10199209"/>
              <a:gd name="connsiteY364" fmla="*/ 2018847 h 4685214"/>
              <a:gd name="connsiteX365" fmla="*/ 9566128 w 10199209"/>
              <a:gd name="connsiteY365" fmla="*/ 2002602 h 4685214"/>
              <a:gd name="connsiteX366" fmla="*/ 9584944 w 10199209"/>
              <a:gd name="connsiteY366" fmla="*/ 1984479 h 4685214"/>
              <a:gd name="connsiteX367" fmla="*/ 9600357 w 10199209"/>
              <a:gd name="connsiteY367" fmla="*/ 1969722 h 4685214"/>
              <a:gd name="connsiteX368" fmla="*/ 9616267 w 10199209"/>
              <a:gd name="connsiteY368" fmla="*/ 1955268 h 4685214"/>
              <a:gd name="connsiteX369" fmla="*/ 9631183 w 10199209"/>
              <a:gd name="connsiteY369" fmla="*/ 1940210 h 4685214"/>
              <a:gd name="connsiteX370" fmla="*/ 9646304 w 10199209"/>
              <a:gd name="connsiteY370" fmla="*/ 1924258 h 4685214"/>
              <a:gd name="connsiteX371" fmla="*/ 9750562 w 10199209"/>
              <a:gd name="connsiteY371" fmla="*/ 1811285 h 4685214"/>
              <a:gd name="connsiteX372" fmla="*/ 9753770 w 10199209"/>
              <a:gd name="connsiteY372" fmla="*/ 1807120 h 4685214"/>
              <a:gd name="connsiteX373" fmla="*/ 9756978 w 10199209"/>
              <a:gd name="connsiteY373" fmla="*/ 1802955 h 4685214"/>
              <a:gd name="connsiteX374" fmla="*/ 9760586 w 10199209"/>
              <a:gd name="connsiteY374" fmla="*/ 1798692 h 4685214"/>
              <a:gd name="connsiteX375" fmla="*/ 9764593 w 10199209"/>
              <a:gd name="connsiteY375" fmla="*/ 1794331 h 4685214"/>
              <a:gd name="connsiteX376" fmla="*/ 9847375 w 10199209"/>
              <a:gd name="connsiteY376" fmla="*/ 1693794 h 4685214"/>
              <a:gd name="connsiteX377" fmla="*/ 9848678 w 10199209"/>
              <a:gd name="connsiteY377" fmla="*/ 1692208 h 4685214"/>
              <a:gd name="connsiteX378" fmla="*/ 9849582 w 10199209"/>
              <a:gd name="connsiteY378" fmla="*/ 1690719 h 4685214"/>
              <a:gd name="connsiteX379" fmla="*/ 10008050 w 10199209"/>
              <a:gd name="connsiteY379" fmla="*/ 1457143 h 4685214"/>
              <a:gd name="connsiteX380" fmla="*/ 10009556 w 10199209"/>
              <a:gd name="connsiteY380" fmla="*/ 1454661 h 4685214"/>
              <a:gd name="connsiteX381" fmla="*/ 10010664 w 10199209"/>
              <a:gd name="connsiteY381" fmla="*/ 1452278 h 4685214"/>
              <a:gd name="connsiteX382" fmla="*/ 10041606 w 10199209"/>
              <a:gd name="connsiteY382" fmla="*/ 1400758 h 4685214"/>
              <a:gd name="connsiteX383" fmla="*/ 10042812 w 10199209"/>
              <a:gd name="connsiteY383" fmla="*/ 1398774 h 4685214"/>
              <a:gd name="connsiteX384" fmla="*/ 10044814 w 10199209"/>
              <a:gd name="connsiteY384" fmla="*/ 1396593 h 4685214"/>
              <a:gd name="connsiteX385" fmla="*/ 10059697 w 10199209"/>
              <a:gd name="connsiteY385" fmla="*/ 1369287 h 4685214"/>
              <a:gd name="connsiteX386" fmla="*/ 10060902 w 10199209"/>
              <a:gd name="connsiteY386" fmla="*/ 1367302 h 4685214"/>
              <a:gd name="connsiteX387" fmla="*/ 10062010 w 10199209"/>
              <a:gd name="connsiteY387" fmla="*/ 1364918 h 4685214"/>
              <a:gd name="connsiteX388" fmla="*/ 10131039 w 10199209"/>
              <a:gd name="connsiteY388" fmla="*/ 1209838 h 4685214"/>
              <a:gd name="connsiteX389" fmla="*/ 10133752 w 10199209"/>
              <a:gd name="connsiteY389" fmla="*/ 1205371 h 4685214"/>
              <a:gd name="connsiteX390" fmla="*/ 10135276 w 10199209"/>
              <a:gd name="connsiteY390" fmla="*/ 1199503 h 4685214"/>
              <a:gd name="connsiteX391" fmla="*/ 10154838 w 10199209"/>
              <a:gd name="connsiteY391" fmla="*/ 1153302 h 4685214"/>
              <a:gd name="connsiteX392" fmla="*/ 10156043 w 10199209"/>
              <a:gd name="connsiteY392" fmla="*/ 1151317 h 4685214"/>
              <a:gd name="connsiteX393" fmla="*/ 10156957 w 10199209"/>
              <a:gd name="connsiteY393" fmla="*/ 1148135 h 4685214"/>
              <a:gd name="connsiteX394" fmla="*/ 10163719 w 10199209"/>
              <a:gd name="connsiteY394" fmla="*/ 1130844 h 4685214"/>
              <a:gd name="connsiteX395" fmla="*/ 10164021 w 10199209"/>
              <a:gd name="connsiteY395" fmla="*/ 1130347 h 4685214"/>
              <a:gd name="connsiteX396" fmla="*/ 10163728 w 10199209"/>
              <a:gd name="connsiteY396" fmla="*/ 1129151 h 4685214"/>
              <a:gd name="connsiteX397" fmla="*/ 10164332 w 10199209"/>
              <a:gd name="connsiteY397" fmla="*/ 1128159 h 4685214"/>
              <a:gd name="connsiteX398" fmla="*/ 10164535 w 10199209"/>
              <a:gd name="connsiteY398" fmla="*/ 1127263 h 4685214"/>
              <a:gd name="connsiteX399" fmla="*/ 10178158 w 10199209"/>
              <a:gd name="connsiteY399" fmla="*/ 1093080 h 4685214"/>
              <a:gd name="connsiteX400" fmla="*/ 10178362 w 10199209"/>
              <a:gd name="connsiteY400" fmla="*/ 1092185 h 4685214"/>
              <a:gd name="connsiteX401" fmla="*/ 10178867 w 10199209"/>
              <a:gd name="connsiteY401" fmla="*/ 1090793 h 4685214"/>
              <a:gd name="connsiteX402" fmla="*/ 10193298 w 10199209"/>
              <a:gd name="connsiteY402" fmla="*/ 1054721 h 4685214"/>
              <a:gd name="connsiteX403" fmla="*/ 10194707 w 10199209"/>
              <a:gd name="connsiteY403" fmla="*/ 1051842 h 4685214"/>
              <a:gd name="connsiteX404" fmla="*/ 10195212 w 10199209"/>
              <a:gd name="connsiteY404" fmla="*/ 1050449 h 4685214"/>
              <a:gd name="connsiteX405" fmla="*/ 10196213 w 10199209"/>
              <a:gd name="connsiteY405" fmla="*/ 1049360 h 4685214"/>
              <a:gd name="connsiteX406" fmla="*/ 10199209 w 10199209"/>
              <a:gd name="connsiteY406" fmla="*/ 1047782 h 4685214"/>
              <a:gd name="connsiteX407" fmla="*/ 10197552 w 10199209"/>
              <a:gd name="connsiteY407" fmla="*/ 1041002 h 4685214"/>
              <a:gd name="connsiteX408" fmla="*/ 10195382 w 10199209"/>
              <a:gd name="connsiteY408" fmla="*/ 1037306 h 4685214"/>
              <a:gd name="connsiteX409" fmla="*/ 10194885 w 10199209"/>
              <a:gd name="connsiteY409" fmla="*/ 1037005 h 4685214"/>
              <a:gd name="connsiteX410" fmla="*/ 10192996 w 10199209"/>
              <a:gd name="connsiteY410" fmla="*/ 1036198 h 4685214"/>
              <a:gd name="connsiteX411" fmla="*/ 10190409 w 10199209"/>
              <a:gd name="connsiteY411" fmla="*/ 1035986 h 4685214"/>
              <a:gd name="connsiteX412" fmla="*/ 10187325 w 10199209"/>
              <a:gd name="connsiteY412" fmla="*/ 1035471 h 4685214"/>
              <a:gd name="connsiteX413" fmla="*/ 10178666 w 10199209"/>
              <a:gd name="connsiteY413" fmla="*/ 1034629 h 4685214"/>
              <a:gd name="connsiteX414" fmla="*/ 10169706 w 10199209"/>
              <a:gd name="connsiteY414" fmla="*/ 1034283 h 4685214"/>
              <a:gd name="connsiteX415" fmla="*/ 10069086 w 10199209"/>
              <a:gd name="connsiteY415" fmla="*/ 1023794 h 4685214"/>
              <a:gd name="connsiteX416" fmla="*/ 10024292 w 10199209"/>
              <a:gd name="connsiteY416" fmla="*/ 1020373 h 4685214"/>
              <a:gd name="connsiteX417" fmla="*/ 9979890 w 10199209"/>
              <a:gd name="connsiteY417" fmla="*/ 1018545 h 4685214"/>
              <a:gd name="connsiteX418" fmla="*/ 9934981 w 10199209"/>
              <a:gd name="connsiteY418" fmla="*/ 1018109 h 4685214"/>
              <a:gd name="connsiteX419" fmla="*/ 9890375 w 10199209"/>
              <a:gd name="connsiteY419" fmla="*/ 1017177 h 4685214"/>
              <a:gd name="connsiteX420" fmla="*/ 9845360 w 10199209"/>
              <a:gd name="connsiteY420" fmla="*/ 1018035 h 4685214"/>
              <a:gd name="connsiteX421" fmla="*/ 9800541 w 10199209"/>
              <a:gd name="connsiteY421" fmla="*/ 1019691 h 4685214"/>
              <a:gd name="connsiteX422" fmla="*/ 9756120 w 10199209"/>
              <a:gd name="connsiteY422" fmla="*/ 1021249 h 4685214"/>
              <a:gd name="connsiteX423" fmla="*/ 9711495 w 10199209"/>
              <a:gd name="connsiteY423" fmla="*/ 1023703 h 4685214"/>
              <a:gd name="connsiteX424" fmla="*/ 9665878 w 10199209"/>
              <a:gd name="connsiteY424" fmla="*/ 1025554 h 4685214"/>
              <a:gd name="connsiteX425" fmla="*/ 9619161 w 10199209"/>
              <a:gd name="connsiteY425" fmla="*/ 1028095 h 4685214"/>
              <a:gd name="connsiteX426" fmla="*/ 9573642 w 10199209"/>
              <a:gd name="connsiteY426" fmla="*/ 1030345 h 4685214"/>
              <a:gd name="connsiteX427" fmla="*/ 9527421 w 10199209"/>
              <a:gd name="connsiteY427" fmla="*/ 1033188 h 4685214"/>
              <a:gd name="connsiteX428" fmla="*/ 9480706 w 10199209"/>
              <a:gd name="connsiteY428" fmla="*/ 1035730 h 4685214"/>
              <a:gd name="connsiteX429" fmla="*/ 9435380 w 10199209"/>
              <a:gd name="connsiteY429" fmla="*/ 1038777 h 4685214"/>
              <a:gd name="connsiteX430" fmla="*/ 9388762 w 10199209"/>
              <a:gd name="connsiteY430" fmla="*/ 1041719 h 4685214"/>
              <a:gd name="connsiteX431" fmla="*/ 9342834 w 10199209"/>
              <a:gd name="connsiteY431" fmla="*/ 1045758 h 4685214"/>
              <a:gd name="connsiteX432" fmla="*/ 9320721 w 10199209"/>
              <a:gd name="connsiteY432" fmla="*/ 1046936 h 4685214"/>
              <a:gd name="connsiteX433" fmla="*/ 9284658 w 10199209"/>
              <a:gd name="connsiteY433" fmla="*/ 1049834 h 4685214"/>
              <a:gd name="connsiteX434" fmla="*/ 9239031 w 10199209"/>
              <a:gd name="connsiteY434" fmla="*/ 1053377 h 4685214"/>
              <a:gd name="connsiteX435" fmla="*/ 9188726 w 10199209"/>
              <a:gd name="connsiteY435" fmla="*/ 1056797 h 4685214"/>
              <a:gd name="connsiteX436" fmla="*/ 9139812 w 10199209"/>
              <a:gd name="connsiteY436" fmla="*/ 1060721 h 4685214"/>
              <a:gd name="connsiteX437" fmla="*/ 9096773 w 10199209"/>
              <a:gd name="connsiteY437" fmla="*/ 1064477 h 4685214"/>
              <a:gd name="connsiteX438" fmla="*/ 9063395 w 10199209"/>
              <a:gd name="connsiteY438" fmla="*/ 1067986 h 4685214"/>
              <a:gd name="connsiteX439" fmla="*/ 9046158 w 10199209"/>
              <a:gd name="connsiteY439" fmla="*/ 1070085 h 4685214"/>
              <a:gd name="connsiteX440" fmla="*/ 9050075 w 10199209"/>
              <a:gd name="connsiteY440" fmla="*/ 1063633 h 4685214"/>
              <a:gd name="connsiteX441" fmla="*/ 9056598 w 10199209"/>
              <a:gd name="connsiteY441" fmla="*/ 1054009 h 4685214"/>
              <a:gd name="connsiteX442" fmla="*/ 9065718 w 10199209"/>
              <a:gd name="connsiteY442" fmla="*/ 1042904 h 4685214"/>
              <a:gd name="connsiteX443" fmla="*/ 9075938 w 10199209"/>
              <a:gd name="connsiteY443" fmla="*/ 1031108 h 4685214"/>
              <a:gd name="connsiteX444" fmla="*/ 9096678 w 10199209"/>
              <a:gd name="connsiteY444" fmla="*/ 1007019 h 4685214"/>
              <a:gd name="connsiteX445" fmla="*/ 9111196 w 10199209"/>
              <a:gd name="connsiteY445" fmla="*/ 992059 h 4685214"/>
              <a:gd name="connsiteX446" fmla="*/ 9183466 w 10199209"/>
              <a:gd name="connsiteY446" fmla="*/ 921141 h 4685214"/>
              <a:gd name="connsiteX447" fmla="*/ 9193172 w 10199209"/>
              <a:gd name="connsiteY447" fmla="*/ 912429 h 4685214"/>
              <a:gd name="connsiteX448" fmla="*/ 9202973 w 10199209"/>
              <a:gd name="connsiteY448" fmla="*/ 904116 h 4685214"/>
              <a:gd name="connsiteX449" fmla="*/ 9212873 w 10199209"/>
              <a:gd name="connsiteY449" fmla="*/ 896202 h 4685214"/>
              <a:gd name="connsiteX450" fmla="*/ 9223279 w 10199209"/>
              <a:gd name="connsiteY450" fmla="*/ 886896 h 4685214"/>
              <a:gd name="connsiteX451" fmla="*/ 9239083 w 10199209"/>
              <a:gd name="connsiteY451" fmla="*/ 873735 h 4685214"/>
              <a:gd name="connsiteX452" fmla="*/ 9253785 w 10199209"/>
              <a:gd name="connsiteY452" fmla="*/ 861266 h 4685214"/>
              <a:gd name="connsiteX453" fmla="*/ 9269483 w 10199209"/>
              <a:gd name="connsiteY453" fmla="*/ 849399 h 4685214"/>
              <a:gd name="connsiteX454" fmla="*/ 9286269 w 10199209"/>
              <a:gd name="connsiteY454" fmla="*/ 838534 h 4685214"/>
              <a:gd name="connsiteX455" fmla="*/ 9350739 w 10199209"/>
              <a:gd name="connsiteY455" fmla="*/ 792768 h 4685214"/>
              <a:gd name="connsiteX456" fmla="*/ 9362430 w 10199209"/>
              <a:gd name="connsiteY456" fmla="*/ 785262 h 4685214"/>
              <a:gd name="connsiteX457" fmla="*/ 9373322 w 10199209"/>
              <a:gd name="connsiteY457" fmla="*/ 777949 h 4685214"/>
              <a:gd name="connsiteX458" fmla="*/ 9385110 w 10199209"/>
              <a:gd name="connsiteY458" fmla="*/ 770842 h 4685214"/>
              <a:gd name="connsiteX459" fmla="*/ 9397199 w 10199209"/>
              <a:gd name="connsiteY459" fmla="*/ 763238 h 4685214"/>
              <a:gd name="connsiteX460" fmla="*/ 9414385 w 10199209"/>
              <a:gd name="connsiteY460" fmla="*/ 752276 h 4685214"/>
              <a:gd name="connsiteX461" fmla="*/ 9431969 w 10199209"/>
              <a:gd name="connsiteY461" fmla="*/ 741216 h 4685214"/>
              <a:gd name="connsiteX462" fmla="*/ 9449554 w 10199209"/>
              <a:gd name="connsiteY462" fmla="*/ 730155 h 4685214"/>
              <a:gd name="connsiteX463" fmla="*/ 9466739 w 10199209"/>
              <a:gd name="connsiteY463" fmla="*/ 719193 h 4685214"/>
              <a:gd name="connsiteX464" fmla="*/ 9484120 w 10199209"/>
              <a:gd name="connsiteY464" fmla="*/ 709027 h 4685214"/>
              <a:gd name="connsiteX465" fmla="*/ 9501306 w 10199209"/>
              <a:gd name="connsiteY465" fmla="*/ 698065 h 4685214"/>
              <a:gd name="connsiteX466" fmla="*/ 9518987 w 10199209"/>
              <a:gd name="connsiteY466" fmla="*/ 687403 h 4685214"/>
              <a:gd name="connsiteX467" fmla="*/ 9535969 w 10199209"/>
              <a:gd name="connsiteY467" fmla="*/ 677336 h 4685214"/>
              <a:gd name="connsiteX468" fmla="*/ 9550549 w 10199209"/>
              <a:gd name="connsiteY468" fmla="*/ 669546 h 4685214"/>
              <a:gd name="connsiteX469" fmla="*/ 9574416 w 10199209"/>
              <a:gd name="connsiteY469" fmla="*/ 656527 h 4685214"/>
              <a:gd name="connsiteX470" fmla="*/ 9604480 w 10199209"/>
              <a:gd name="connsiteY470" fmla="*/ 639458 h 4685214"/>
              <a:gd name="connsiteX471" fmla="*/ 9637637 w 10199209"/>
              <a:gd name="connsiteY471" fmla="*/ 621210 h 4685214"/>
              <a:gd name="connsiteX472" fmla="*/ 9670989 w 10199209"/>
              <a:gd name="connsiteY472" fmla="*/ 603761 h 4685214"/>
              <a:gd name="connsiteX473" fmla="*/ 9699847 w 10199209"/>
              <a:gd name="connsiteY473" fmla="*/ 588677 h 4685214"/>
              <a:gd name="connsiteX474" fmla="*/ 9721517 w 10199209"/>
              <a:gd name="connsiteY474" fmla="*/ 577041 h 4685214"/>
              <a:gd name="connsiteX475" fmla="*/ 9733490 w 10199209"/>
              <a:gd name="connsiteY475" fmla="*/ 572424 h 4685214"/>
              <a:gd name="connsiteX476" fmla="*/ 9731523 w 10199209"/>
              <a:gd name="connsiteY476" fmla="*/ 567832 h 4685214"/>
              <a:gd name="connsiteX477" fmla="*/ 9728856 w 10199209"/>
              <a:gd name="connsiteY477" fmla="*/ 563835 h 4685214"/>
              <a:gd name="connsiteX478" fmla="*/ 9726383 w 10199209"/>
              <a:gd name="connsiteY478" fmla="*/ 560635 h 4685214"/>
              <a:gd name="connsiteX479" fmla="*/ 9723813 w 10199209"/>
              <a:gd name="connsiteY479" fmla="*/ 557037 h 4685214"/>
              <a:gd name="connsiteX480" fmla="*/ 9716874 w 10199209"/>
              <a:gd name="connsiteY480" fmla="*/ 551125 h 4685214"/>
              <a:gd name="connsiteX481" fmla="*/ 9710129 w 10199209"/>
              <a:gd name="connsiteY481" fmla="*/ 546012 h 4685214"/>
              <a:gd name="connsiteX482" fmla="*/ 9582028 w 10199209"/>
              <a:gd name="connsiteY482" fmla="*/ 440379 h 4685214"/>
              <a:gd name="connsiteX483" fmla="*/ 9581435 w 10199209"/>
              <a:gd name="connsiteY483" fmla="*/ 439679 h 4685214"/>
              <a:gd name="connsiteX484" fmla="*/ 9580442 w 10199209"/>
              <a:gd name="connsiteY484" fmla="*/ 439076 h 4685214"/>
              <a:gd name="connsiteX485" fmla="*/ 9543946 w 10199209"/>
              <a:gd name="connsiteY485" fmla="*/ 410803 h 4685214"/>
              <a:gd name="connsiteX486" fmla="*/ 9543157 w 10199209"/>
              <a:gd name="connsiteY486" fmla="*/ 409304 h 4685214"/>
              <a:gd name="connsiteX487" fmla="*/ 9541570 w 10199209"/>
              <a:gd name="connsiteY487" fmla="*/ 408002 h 4685214"/>
              <a:gd name="connsiteX488" fmla="*/ 9529668 w 10199209"/>
              <a:gd name="connsiteY488" fmla="*/ 399076 h 4685214"/>
              <a:gd name="connsiteX489" fmla="*/ 9516968 w 10199209"/>
              <a:gd name="connsiteY489" fmla="*/ 390346 h 4685214"/>
              <a:gd name="connsiteX490" fmla="*/ 9504560 w 10199209"/>
              <a:gd name="connsiteY490" fmla="*/ 382811 h 4685214"/>
              <a:gd name="connsiteX491" fmla="*/ 9491559 w 10199209"/>
              <a:gd name="connsiteY491" fmla="*/ 374578 h 4685214"/>
              <a:gd name="connsiteX492" fmla="*/ 9413355 w 10199209"/>
              <a:gd name="connsiteY492" fmla="*/ 324376 h 4685214"/>
              <a:gd name="connsiteX493" fmla="*/ 9411174 w 10199209"/>
              <a:gd name="connsiteY493" fmla="*/ 322373 h 4685214"/>
              <a:gd name="connsiteX494" fmla="*/ 9407798 w 10199209"/>
              <a:gd name="connsiteY494" fmla="*/ 320662 h 4685214"/>
              <a:gd name="connsiteX495" fmla="*/ 9392013 w 10199209"/>
              <a:gd name="connsiteY495" fmla="*/ 311418 h 4685214"/>
              <a:gd name="connsiteX496" fmla="*/ 9391118 w 10199209"/>
              <a:gd name="connsiteY496" fmla="*/ 311214 h 4685214"/>
              <a:gd name="connsiteX497" fmla="*/ 9390524 w 10199209"/>
              <a:gd name="connsiteY497" fmla="*/ 310514 h 4685214"/>
              <a:gd name="connsiteX498" fmla="*/ 9373551 w 10199209"/>
              <a:gd name="connsiteY498" fmla="*/ 299869 h 4685214"/>
              <a:gd name="connsiteX499" fmla="*/ 9370574 w 10199209"/>
              <a:gd name="connsiteY499" fmla="*/ 298061 h 4685214"/>
              <a:gd name="connsiteX500" fmla="*/ 9367100 w 10199209"/>
              <a:gd name="connsiteY500" fmla="*/ 295951 h 4685214"/>
              <a:gd name="connsiteX501" fmla="*/ 9132229 w 10199209"/>
              <a:gd name="connsiteY501" fmla="*/ 175416 h 4685214"/>
              <a:gd name="connsiteX502" fmla="*/ 9118120 w 10199209"/>
              <a:gd name="connsiteY502" fmla="*/ 169567 h 4685214"/>
              <a:gd name="connsiteX503" fmla="*/ 9103212 w 10199209"/>
              <a:gd name="connsiteY503" fmla="*/ 163912 h 4685214"/>
              <a:gd name="connsiteX504" fmla="*/ 9087809 w 10199209"/>
              <a:gd name="connsiteY504" fmla="*/ 157955 h 4685214"/>
              <a:gd name="connsiteX505" fmla="*/ 9073106 w 10199209"/>
              <a:gd name="connsiteY505" fmla="*/ 151405 h 4685214"/>
              <a:gd name="connsiteX506" fmla="*/ 9065856 w 10199209"/>
              <a:gd name="connsiteY506" fmla="*/ 147683 h 4685214"/>
              <a:gd name="connsiteX507" fmla="*/ 9058597 w 10199209"/>
              <a:gd name="connsiteY507" fmla="*/ 145653 h 4685214"/>
              <a:gd name="connsiteX508" fmla="*/ 9052039 w 10199209"/>
              <a:gd name="connsiteY508" fmla="*/ 143029 h 4685214"/>
              <a:gd name="connsiteX509" fmla="*/ 9044983 w 10199209"/>
              <a:gd name="connsiteY509" fmla="*/ 140104 h 4685214"/>
              <a:gd name="connsiteX510" fmla="*/ 9037132 w 10199209"/>
              <a:gd name="connsiteY510" fmla="*/ 137374 h 4685214"/>
              <a:gd name="connsiteX511" fmla="*/ 9029279 w 10199209"/>
              <a:gd name="connsiteY511" fmla="*/ 134644 h 4685214"/>
              <a:gd name="connsiteX512" fmla="*/ 8956924 w 10199209"/>
              <a:gd name="connsiteY512" fmla="*/ 108372 h 4685214"/>
              <a:gd name="connsiteX513" fmla="*/ 8942513 w 10199209"/>
              <a:gd name="connsiteY513" fmla="*/ 103018 h 4685214"/>
              <a:gd name="connsiteX514" fmla="*/ 8927703 w 10199209"/>
              <a:gd name="connsiteY514" fmla="*/ 97762 h 4685214"/>
              <a:gd name="connsiteX515" fmla="*/ 8912096 w 10199209"/>
              <a:gd name="connsiteY515" fmla="*/ 92701 h 4685214"/>
              <a:gd name="connsiteX516" fmla="*/ 8897082 w 10199209"/>
              <a:gd name="connsiteY516" fmla="*/ 88340 h 4685214"/>
              <a:gd name="connsiteX517" fmla="*/ 8881271 w 10199209"/>
              <a:gd name="connsiteY517" fmla="*/ 84173 h 4685214"/>
              <a:gd name="connsiteX518" fmla="*/ 8865859 w 10199209"/>
              <a:gd name="connsiteY518" fmla="*/ 79910 h 4685214"/>
              <a:gd name="connsiteX519" fmla="*/ 8850747 w 10199209"/>
              <a:gd name="connsiteY519" fmla="*/ 75150 h 4685214"/>
              <a:gd name="connsiteX520" fmla="*/ 8835335 w 10199209"/>
              <a:gd name="connsiteY520" fmla="*/ 70887 h 4685214"/>
              <a:gd name="connsiteX521" fmla="*/ 8805707 w 10199209"/>
              <a:gd name="connsiteY521" fmla="*/ 62067 h 4685214"/>
              <a:gd name="connsiteX522" fmla="*/ 8797349 w 10199209"/>
              <a:gd name="connsiteY522" fmla="*/ 60728 h 4685214"/>
              <a:gd name="connsiteX523" fmla="*/ 8788797 w 10199209"/>
              <a:gd name="connsiteY523" fmla="*/ 58592 h 4685214"/>
              <a:gd name="connsiteX524" fmla="*/ 8782034 w 10199209"/>
              <a:gd name="connsiteY524" fmla="*/ 56863 h 4685214"/>
              <a:gd name="connsiteX525" fmla="*/ 8774873 w 10199209"/>
              <a:gd name="connsiteY525" fmla="*/ 55233 h 4685214"/>
              <a:gd name="connsiteX526" fmla="*/ 8531828 w 10199209"/>
              <a:gd name="connsiteY526" fmla="*/ 11929 h 4685214"/>
              <a:gd name="connsiteX527" fmla="*/ 8499877 w 10199209"/>
              <a:gd name="connsiteY527" fmla="*/ 9172 h 4685214"/>
              <a:gd name="connsiteX528" fmla="*/ 8468025 w 10199209"/>
              <a:gd name="connsiteY528" fmla="*/ 6813 h 4685214"/>
              <a:gd name="connsiteX529" fmla="*/ 8436171 w 10199209"/>
              <a:gd name="connsiteY529" fmla="*/ 4455 h 4685214"/>
              <a:gd name="connsiteX530" fmla="*/ 8404017 w 10199209"/>
              <a:gd name="connsiteY530" fmla="*/ 2592 h 4685214"/>
              <a:gd name="connsiteX531" fmla="*/ 8372758 w 10199209"/>
              <a:gd name="connsiteY531" fmla="*/ 933 h 4685214"/>
              <a:gd name="connsiteX532" fmla="*/ 8340594 w 10199209"/>
              <a:gd name="connsiteY532" fmla="*/ 764 h 4685214"/>
              <a:gd name="connsiteX533" fmla="*/ 8309131 w 10199209"/>
              <a:gd name="connsiteY533" fmla="*/ 0 h 4685214"/>
              <a:gd name="connsiteX534" fmla="*/ 8276365 w 10199209"/>
              <a:gd name="connsiteY534" fmla="*/ 823 h 4685214"/>
              <a:gd name="connsiteX535" fmla="*/ 8133743 w 10199209"/>
              <a:gd name="connsiteY535" fmla="*/ 5251 h 4685214"/>
              <a:gd name="connsiteX536" fmla="*/ 8096785 w 10199209"/>
              <a:gd name="connsiteY536" fmla="*/ 7943 h 4685214"/>
              <a:gd name="connsiteX537" fmla="*/ 8059127 w 10199209"/>
              <a:gd name="connsiteY537" fmla="*/ 11230 h 4685214"/>
              <a:gd name="connsiteX538" fmla="*/ 8021167 w 10199209"/>
              <a:gd name="connsiteY538" fmla="*/ 15013 h 4685214"/>
              <a:gd name="connsiteX539" fmla="*/ 7983003 w 10199209"/>
              <a:gd name="connsiteY539" fmla="*/ 19692 h 4685214"/>
              <a:gd name="connsiteX540" fmla="*/ 7944937 w 10199209"/>
              <a:gd name="connsiteY540" fmla="*/ 24768 h 4685214"/>
              <a:gd name="connsiteX541" fmla="*/ 7907464 w 10199209"/>
              <a:gd name="connsiteY541" fmla="*/ 30545 h 4685214"/>
              <a:gd name="connsiteX542" fmla="*/ 7869787 w 10199209"/>
              <a:gd name="connsiteY542" fmla="*/ 37219 h 4685214"/>
              <a:gd name="connsiteX543" fmla="*/ 7833406 w 10199209"/>
              <a:gd name="connsiteY543" fmla="*/ 43997 h 4685214"/>
              <a:gd name="connsiteX544" fmla="*/ 7795534 w 10199209"/>
              <a:gd name="connsiteY544" fmla="*/ 49872 h 4685214"/>
              <a:gd name="connsiteX545" fmla="*/ 7775699 w 10199209"/>
              <a:gd name="connsiteY545" fmla="*/ 53452 h 4685214"/>
              <a:gd name="connsiteX546" fmla="*/ 7753967 w 10199209"/>
              <a:gd name="connsiteY546" fmla="*/ 57918 h 4685214"/>
              <a:gd name="connsiteX547" fmla="*/ 7732828 w 10199209"/>
              <a:gd name="connsiteY547" fmla="*/ 63085 h 4685214"/>
              <a:gd name="connsiteX548" fmla="*/ 7712489 w 10199209"/>
              <a:gd name="connsiteY548" fmla="*/ 68056 h 4685214"/>
              <a:gd name="connsiteX549" fmla="*/ 7701322 w 10199209"/>
              <a:gd name="connsiteY549" fmla="*/ 70785 h 4685214"/>
              <a:gd name="connsiteX550" fmla="*/ 7692139 w 10199209"/>
              <a:gd name="connsiteY550" fmla="*/ 74720 h 4685214"/>
              <a:gd name="connsiteX551" fmla="*/ 7683861 w 10199209"/>
              <a:gd name="connsiteY551" fmla="*/ 77166 h 4685214"/>
              <a:gd name="connsiteX552" fmla="*/ 7673287 w 10199209"/>
              <a:gd name="connsiteY552" fmla="*/ 80596 h 4685214"/>
              <a:gd name="connsiteX553" fmla="*/ 7652645 w 10199209"/>
              <a:gd name="connsiteY553" fmla="*/ 86064 h 4685214"/>
              <a:gd name="connsiteX554" fmla="*/ 7633298 w 10199209"/>
              <a:gd name="connsiteY554" fmla="*/ 91638 h 4685214"/>
              <a:gd name="connsiteX555" fmla="*/ 7614350 w 10199209"/>
              <a:gd name="connsiteY555" fmla="*/ 97113 h 4685214"/>
              <a:gd name="connsiteX556" fmla="*/ 7594106 w 10199209"/>
              <a:gd name="connsiteY556" fmla="*/ 102484 h 4685214"/>
              <a:gd name="connsiteX557" fmla="*/ 7596757 w 10199209"/>
              <a:gd name="connsiteY557" fmla="*/ 109866 h 4685214"/>
              <a:gd name="connsiteX558" fmla="*/ 7598909 w 10199209"/>
              <a:gd name="connsiteY558" fmla="*/ 116948 h 4685214"/>
              <a:gd name="connsiteX559" fmla="*/ 7600867 w 10199209"/>
              <a:gd name="connsiteY559" fmla="*/ 123233 h 4685214"/>
              <a:gd name="connsiteX560" fmla="*/ 7603429 w 10199209"/>
              <a:gd name="connsiteY560" fmla="*/ 128523 h 4685214"/>
              <a:gd name="connsiteX561" fmla="*/ 7608950 w 10199209"/>
              <a:gd name="connsiteY561" fmla="*/ 139008 h 4685214"/>
              <a:gd name="connsiteX562" fmla="*/ 7614471 w 10199209"/>
              <a:gd name="connsiteY562" fmla="*/ 149494 h 4685214"/>
              <a:gd name="connsiteX563" fmla="*/ 7617228 w 10199209"/>
              <a:gd name="connsiteY563" fmla="*/ 155582 h 4685214"/>
              <a:gd name="connsiteX564" fmla="*/ 7619585 w 10199209"/>
              <a:gd name="connsiteY564" fmla="*/ 161769 h 4685214"/>
              <a:gd name="connsiteX565" fmla="*/ 7621739 w 10199209"/>
              <a:gd name="connsiteY565" fmla="*/ 168850 h 4685214"/>
              <a:gd name="connsiteX566" fmla="*/ 7624299 w 10199209"/>
              <a:gd name="connsiteY566" fmla="*/ 174142 h 4685214"/>
              <a:gd name="connsiteX567" fmla="*/ 7627648 w 10199209"/>
              <a:gd name="connsiteY567" fmla="*/ 180931 h 4685214"/>
              <a:gd name="connsiteX568" fmla="*/ 7629821 w 10199209"/>
              <a:gd name="connsiteY568" fmla="*/ 184627 h 4685214"/>
              <a:gd name="connsiteX569" fmla="*/ 7632293 w 10199209"/>
              <a:gd name="connsiteY569" fmla="*/ 187826 h 4685214"/>
              <a:gd name="connsiteX570" fmla="*/ 7635156 w 10199209"/>
              <a:gd name="connsiteY570" fmla="*/ 192621 h 4685214"/>
              <a:gd name="connsiteX571" fmla="*/ 7637912 w 10199209"/>
              <a:gd name="connsiteY571" fmla="*/ 198710 h 4685214"/>
              <a:gd name="connsiteX572" fmla="*/ 7640463 w 10199209"/>
              <a:gd name="connsiteY572" fmla="*/ 205693 h 4685214"/>
              <a:gd name="connsiteX573" fmla="*/ 7642121 w 10199209"/>
              <a:gd name="connsiteY573" fmla="*/ 212474 h 4685214"/>
              <a:gd name="connsiteX574" fmla="*/ 7644380 w 10199209"/>
              <a:gd name="connsiteY574" fmla="*/ 218262 h 4685214"/>
              <a:gd name="connsiteX575" fmla="*/ 7647739 w 10199209"/>
              <a:gd name="connsiteY575" fmla="*/ 223358 h 4685214"/>
              <a:gd name="connsiteX576" fmla="*/ 7649610 w 10199209"/>
              <a:gd name="connsiteY576" fmla="*/ 227550 h 4685214"/>
              <a:gd name="connsiteX577" fmla="*/ 7652578 w 10199209"/>
              <a:gd name="connsiteY577" fmla="*/ 231051 h 4685214"/>
              <a:gd name="connsiteX578" fmla="*/ 7655441 w 10199209"/>
              <a:gd name="connsiteY578" fmla="*/ 235846 h 4685214"/>
              <a:gd name="connsiteX579" fmla="*/ 7658490 w 10199209"/>
              <a:gd name="connsiteY579" fmla="*/ 243131 h 4685214"/>
              <a:gd name="connsiteX580" fmla="*/ 7660050 w 10199209"/>
              <a:gd name="connsiteY580" fmla="*/ 249512 h 4685214"/>
              <a:gd name="connsiteX581" fmla="*/ 7661610 w 10199209"/>
              <a:gd name="connsiteY581" fmla="*/ 255894 h 4685214"/>
              <a:gd name="connsiteX582" fmla="*/ 7663664 w 10199209"/>
              <a:gd name="connsiteY582" fmla="*/ 262577 h 4685214"/>
              <a:gd name="connsiteX583" fmla="*/ 7666421 w 10199209"/>
              <a:gd name="connsiteY583" fmla="*/ 268665 h 4685214"/>
              <a:gd name="connsiteX584" fmla="*/ 7668787 w 10199209"/>
              <a:gd name="connsiteY584" fmla="*/ 273159 h 4685214"/>
              <a:gd name="connsiteX585" fmla="*/ 7671455 w 10199209"/>
              <a:gd name="connsiteY585" fmla="*/ 277157 h 4685214"/>
              <a:gd name="connsiteX586" fmla="*/ 7674318 w 10199209"/>
              <a:gd name="connsiteY586" fmla="*/ 281951 h 4685214"/>
              <a:gd name="connsiteX587" fmla="*/ 7678837 w 10199209"/>
              <a:gd name="connsiteY587" fmla="*/ 293526 h 4685214"/>
              <a:gd name="connsiteX588" fmla="*/ 7682959 w 10199209"/>
              <a:gd name="connsiteY588" fmla="*/ 305198 h 4685214"/>
              <a:gd name="connsiteX589" fmla="*/ 7685218 w 10199209"/>
              <a:gd name="connsiteY589" fmla="*/ 310987 h 4685214"/>
              <a:gd name="connsiteX590" fmla="*/ 7687380 w 10199209"/>
              <a:gd name="connsiteY590" fmla="*/ 316375 h 4685214"/>
              <a:gd name="connsiteX591" fmla="*/ 7690137 w 10199209"/>
              <a:gd name="connsiteY591" fmla="*/ 322464 h 4685214"/>
              <a:gd name="connsiteX592" fmla="*/ 7693097 w 10199209"/>
              <a:gd name="connsiteY592" fmla="*/ 327657 h 4685214"/>
              <a:gd name="connsiteX593" fmla="*/ 7697438 w 10199209"/>
              <a:gd name="connsiteY593" fmla="*/ 335050 h 4685214"/>
              <a:gd name="connsiteX594" fmla="*/ 7699008 w 10199209"/>
              <a:gd name="connsiteY594" fmla="*/ 339738 h 4685214"/>
              <a:gd name="connsiteX595" fmla="*/ 7700568 w 10199209"/>
              <a:gd name="connsiteY595" fmla="*/ 346119 h 4685214"/>
              <a:gd name="connsiteX596" fmla="*/ 7703606 w 10199209"/>
              <a:gd name="connsiteY596" fmla="*/ 355098 h 4685214"/>
              <a:gd name="connsiteX597" fmla="*/ 7710086 w 10199209"/>
              <a:gd name="connsiteY597" fmla="*/ 372956 h 4685214"/>
              <a:gd name="connsiteX598" fmla="*/ 7717751 w 10199209"/>
              <a:gd name="connsiteY598" fmla="*/ 392216 h 4685214"/>
              <a:gd name="connsiteX599" fmla="*/ 7722084 w 10199209"/>
              <a:gd name="connsiteY599" fmla="*/ 401300 h 4685214"/>
              <a:gd name="connsiteX600" fmla="*/ 7725425 w 10199209"/>
              <a:gd name="connsiteY600" fmla="*/ 409782 h 4685214"/>
              <a:gd name="connsiteX601" fmla="*/ 7728270 w 10199209"/>
              <a:gd name="connsiteY601" fmla="*/ 417963 h 4685214"/>
              <a:gd name="connsiteX602" fmla="*/ 7729830 w 10199209"/>
              <a:gd name="connsiteY602" fmla="*/ 424344 h 4685214"/>
              <a:gd name="connsiteX603" fmla="*/ 7734039 w 10199209"/>
              <a:gd name="connsiteY603" fmla="*/ 438108 h 4685214"/>
              <a:gd name="connsiteX604" fmla="*/ 7737558 w 10199209"/>
              <a:gd name="connsiteY604" fmla="*/ 450773 h 4685214"/>
              <a:gd name="connsiteX605" fmla="*/ 7742175 w 10199209"/>
              <a:gd name="connsiteY605" fmla="*/ 462748 h 4685214"/>
              <a:gd name="connsiteX606" fmla="*/ 7747296 w 10199209"/>
              <a:gd name="connsiteY606" fmla="*/ 473330 h 4685214"/>
              <a:gd name="connsiteX607" fmla="*/ 7751232 w 10199209"/>
              <a:gd name="connsiteY607" fmla="*/ 482512 h 4685214"/>
              <a:gd name="connsiteX608" fmla="*/ 7755070 w 10199209"/>
              <a:gd name="connsiteY608" fmla="*/ 491295 h 4685214"/>
              <a:gd name="connsiteX609" fmla="*/ 7758206 w 10199209"/>
              <a:gd name="connsiteY609" fmla="*/ 500672 h 4685214"/>
              <a:gd name="connsiteX610" fmla="*/ 7760748 w 10199209"/>
              <a:gd name="connsiteY610" fmla="*/ 509349 h 4685214"/>
              <a:gd name="connsiteX611" fmla="*/ 7763887 w 10199209"/>
              <a:gd name="connsiteY611" fmla="*/ 518726 h 4685214"/>
              <a:gd name="connsiteX612" fmla="*/ 7767218 w 10199209"/>
              <a:gd name="connsiteY612" fmla="*/ 528901 h 4685214"/>
              <a:gd name="connsiteX613" fmla="*/ 7770851 w 10199209"/>
              <a:gd name="connsiteY613" fmla="*/ 538580 h 4685214"/>
              <a:gd name="connsiteX614" fmla="*/ 7775779 w 10199209"/>
              <a:gd name="connsiteY614" fmla="*/ 548365 h 4685214"/>
              <a:gd name="connsiteX615" fmla="*/ 7778341 w 10199209"/>
              <a:gd name="connsiteY615" fmla="*/ 553655 h 4685214"/>
              <a:gd name="connsiteX616" fmla="*/ 7780007 w 10199209"/>
              <a:gd name="connsiteY616" fmla="*/ 558742 h 4685214"/>
              <a:gd name="connsiteX617" fmla="*/ 7782267 w 10199209"/>
              <a:gd name="connsiteY617" fmla="*/ 564530 h 4685214"/>
              <a:gd name="connsiteX618" fmla="*/ 7784225 w 10199209"/>
              <a:gd name="connsiteY618" fmla="*/ 570814 h 4685214"/>
              <a:gd name="connsiteX619" fmla="*/ 7789037 w 10199209"/>
              <a:gd name="connsiteY619" fmla="*/ 583586 h 4685214"/>
              <a:gd name="connsiteX620" fmla="*/ 7792077 w 10199209"/>
              <a:gd name="connsiteY620" fmla="*/ 592563 h 4685214"/>
              <a:gd name="connsiteX621" fmla="*/ 7794912 w 10199209"/>
              <a:gd name="connsiteY621" fmla="*/ 602437 h 4685214"/>
              <a:gd name="connsiteX622" fmla="*/ 7801896 w 10199209"/>
              <a:gd name="connsiteY622" fmla="*/ 618904 h 4685214"/>
              <a:gd name="connsiteX623" fmla="*/ 7806805 w 10199209"/>
              <a:gd name="connsiteY623" fmla="*/ 632075 h 4685214"/>
              <a:gd name="connsiteX624" fmla="*/ 7811316 w 10199209"/>
              <a:gd name="connsiteY624" fmla="*/ 645342 h 4685214"/>
              <a:gd name="connsiteX625" fmla="*/ 7815127 w 10199209"/>
              <a:gd name="connsiteY625" fmla="*/ 659204 h 4685214"/>
              <a:gd name="connsiteX626" fmla="*/ 7818734 w 10199209"/>
              <a:gd name="connsiteY626" fmla="*/ 673961 h 4685214"/>
              <a:gd name="connsiteX627" fmla="*/ 7822145 w 10199209"/>
              <a:gd name="connsiteY627" fmla="*/ 687920 h 4685214"/>
              <a:gd name="connsiteX628" fmla="*/ 7825557 w 10199209"/>
              <a:gd name="connsiteY628" fmla="*/ 701880 h 4685214"/>
              <a:gd name="connsiteX629" fmla="*/ 7828570 w 10199209"/>
              <a:gd name="connsiteY629" fmla="*/ 715936 h 4685214"/>
              <a:gd name="connsiteX630" fmla="*/ 7831981 w 10199209"/>
              <a:gd name="connsiteY630" fmla="*/ 729895 h 4685214"/>
              <a:gd name="connsiteX631" fmla="*/ 7838619 w 10199209"/>
              <a:gd name="connsiteY631" fmla="*/ 755323 h 4685214"/>
              <a:gd name="connsiteX632" fmla="*/ 7846053 w 10199209"/>
              <a:gd name="connsiteY632" fmla="*/ 780556 h 4685214"/>
              <a:gd name="connsiteX633" fmla="*/ 7853489 w 10199209"/>
              <a:gd name="connsiteY633" fmla="*/ 805789 h 4685214"/>
              <a:gd name="connsiteX634" fmla="*/ 7861322 w 10199209"/>
              <a:gd name="connsiteY634" fmla="*/ 830924 h 4685214"/>
              <a:gd name="connsiteX635" fmla="*/ 7868759 w 10199209"/>
              <a:gd name="connsiteY635" fmla="*/ 856157 h 4685214"/>
              <a:gd name="connsiteX636" fmla="*/ 7876193 w 10199209"/>
              <a:gd name="connsiteY636" fmla="*/ 881390 h 4685214"/>
              <a:gd name="connsiteX637" fmla="*/ 7878914 w 10199209"/>
              <a:gd name="connsiteY637" fmla="*/ 894249 h 4685214"/>
              <a:gd name="connsiteX638" fmla="*/ 7882033 w 10199209"/>
              <a:gd name="connsiteY638" fmla="*/ 907013 h 4685214"/>
              <a:gd name="connsiteX639" fmla="*/ 7884355 w 10199209"/>
              <a:gd name="connsiteY639" fmla="*/ 919970 h 4685214"/>
              <a:gd name="connsiteX640" fmla="*/ 7886277 w 10199209"/>
              <a:gd name="connsiteY640" fmla="*/ 933025 h 4685214"/>
              <a:gd name="connsiteX641" fmla="*/ 7888882 w 10199209"/>
              <a:gd name="connsiteY641" fmla="*/ 948872 h 4685214"/>
              <a:gd name="connsiteX642" fmla="*/ 7892480 w 10199209"/>
              <a:gd name="connsiteY642" fmla="*/ 965322 h 4685214"/>
              <a:gd name="connsiteX643" fmla="*/ 7897061 w 10199209"/>
              <a:gd name="connsiteY643" fmla="*/ 984068 h 4685214"/>
              <a:gd name="connsiteX644" fmla="*/ 7901545 w 10199209"/>
              <a:gd name="connsiteY644" fmla="*/ 1002413 h 4685214"/>
              <a:gd name="connsiteX645" fmla="*/ 7905631 w 10199209"/>
              <a:gd name="connsiteY645" fmla="*/ 1020857 h 4685214"/>
              <a:gd name="connsiteX646" fmla="*/ 7909219 w 10199209"/>
              <a:gd name="connsiteY646" fmla="*/ 1039000 h 4685214"/>
              <a:gd name="connsiteX647" fmla="*/ 7910868 w 10199209"/>
              <a:gd name="connsiteY647" fmla="*/ 1047473 h 4685214"/>
              <a:gd name="connsiteX648" fmla="*/ 7911718 w 10199209"/>
              <a:gd name="connsiteY648" fmla="*/ 1056141 h 4685214"/>
              <a:gd name="connsiteX649" fmla="*/ 7912178 w 10199209"/>
              <a:gd name="connsiteY649" fmla="*/ 1063213 h 4685214"/>
              <a:gd name="connsiteX650" fmla="*/ 7912736 w 10199209"/>
              <a:gd name="connsiteY650" fmla="*/ 1070685 h 4685214"/>
              <a:gd name="connsiteX651" fmla="*/ 7913375 w 10199209"/>
              <a:gd name="connsiteY651" fmla="*/ 1081941 h 4685214"/>
              <a:gd name="connsiteX652" fmla="*/ 7914022 w 10199209"/>
              <a:gd name="connsiteY652" fmla="*/ 1091504 h 4685214"/>
              <a:gd name="connsiteX653" fmla="*/ 7915660 w 10199209"/>
              <a:gd name="connsiteY653" fmla="*/ 1101669 h 4685214"/>
              <a:gd name="connsiteX654" fmla="*/ 7918780 w 10199209"/>
              <a:gd name="connsiteY654" fmla="*/ 1114432 h 4685214"/>
              <a:gd name="connsiteX655" fmla="*/ 7920632 w 10199209"/>
              <a:gd name="connsiteY655" fmla="*/ 1122010 h 4685214"/>
              <a:gd name="connsiteX656" fmla="*/ 7921695 w 10199209"/>
              <a:gd name="connsiteY656" fmla="*/ 1128089 h 4685214"/>
              <a:gd name="connsiteX657" fmla="*/ 7922280 w 10199209"/>
              <a:gd name="connsiteY657" fmla="*/ 1130483 h 4685214"/>
              <a:gd name="connsiteX658" fmla="*/ 7921970 w 10199209"/>
              <a:gd name="connsiteY658" fmla="*/ 1132671 h 4685214"/>
              <a:gd name="connsiteX659" fmla="*/ 7921863 w 10199209"/>
              <a:gd name="connsiteY659" fmla="*/ 1133966 h 4685214"/>
              <a:gd name="connsiteX660" fmla="*/ 7920960 w 10199209"/>
              <a:gd name="connsiteY660" fmla="*/ 1135455 h 4685214"/>
              <a:gd name="connsiteX661" fmla="*/ 7919958 w 10199209"/>
              <a:gd name="connsiteY661" fmla="*/ 1136545 h 4685214"/>
              <a:gd name="connsiteX662" fmla="*/ 7918558 w 10199209"/>
              <a:gd name="connsiteY662" fmla="*/ 1137733 h 4685214"/>
              <a:gd name="connsiteX663" fmla="*/ 7917060 w 10199209"/>
              <a:gd name="connsiteY663" fmla="*/ 1138522 h 4685214"/>
              <a:gd name="connsiteX664" fmla="*/ 7914666 w 10199209"/>
              <a:gd name="connsiteY664" fmla="*/ 1139107 h 4685214"/>
              <a:gd name="connsiteX665" fmla="*/ 7908985 w 10199209"/>
              <a:gd name="connsiteY665" fmla="*/ 1140072 h 4685214"/>
              <a:gd name="connsiteX666" fmla="*/ 7901417 w 10199209"/>
              <a:gd name="connsiteY666" fmla="*/ 1140231 h 4685214"/>
              <a:gd name="connsiteX667" fmla="*/ 7891056 w 10199209"/>
              <a:gd name="connsiteY667" fmla="*/ 1141073 h 4685214"/>
              <a:gd name="connsiteX668" fmla="*/ 7880492 w 10199209"/>
              <a:gd name="connsiteY668" fmla="*/ 1142809 h 4685214"/>
              <a:gd name="connsiteX669" fmla="*/ 7870521 w 10199209"/>
              <a:gd name="connsiteY669" fmla="*/ 1145246 h 4685214"/>
              <a:gd name="connsiteX670" fmla="*/ 7859752 w 10199209"/>
              <a:gd name="connsiteY670" fmla="*/ 1147878 h 4685214"/>
              <a:gd name="connsiteX671" fmla="*/ 7838809 w 10199209"/>
              <a:gd name="connsiteY671" fmla="*/ 1153843 h 4685214"/>
              <a:gd name="connsiteX672" fmla="*/ 7818070 w 10199209"/>
              <a:gd name="connsiteY672" fmla="*/ 1158911 h 4685214"/>
              <a:gd name="connsiteX673" fmla="*/ 7807301 w 10199209"/>
              <a:gd name="connsiteY673" fmla="*/ 1161543 h 4685214"/>
              <a:gd name="connsiteX674" fmla="*/ 7797737 w 10199209"/>
              <a:gd name="connsiteY674" fmla="*/ 1162190 h 4685214"/>
              <a:gd name="connsiteX675" fmla="*/ 7788866 w 10199209"/>
              <a:gd name="connsiteY675" fmla="*/ 1163935 h 4685214"/>
              <a:gd name="connsiteX676" fmla="*/ 7777505 w 10199209"/>
              <a:gd name="connsiteY676" fmla="*/ 1165867 h 4685214"/>
              <a:gd name="connsiteX677" fmla="*/ 7693350 w 10199209"/>
              <a:gd name="connsiteY677" fmla="*/ 1186435 h 4685214"/>
              <a:gd name="connsiteX678" fmla="*/ 7682183 w 10199209"/>
              <a:gd name="connsiteY678" fmla="*/ 1189164 h 4685214"/>
              <a:gd name="connsiteX679" fmla="*/ 7672319 w 10199209"/>
              <a:gd name="connsiteY679" fmla="*/ 1190308 h 4685214"/>
              <a:gd name="connsiteX680" fmla="*/ 7662853 w 10199209"/>
              <a:gd name="connsiteY680" fmla="*/ 1191352 h 4685214"/>
              <a:gd name="connsiteX681" fmla="*/ 7652882 w 10199209"/>
              <a:gd name="connsiteY681" fmla="*/ 1193790 h 4685214"/>
              <a:gd name="connsiteX682" fmla="*/ 7642115 w 10199209"/>
              <a:gd name="connsiteY682" fmla="*/ 1196421 h 4685214"/>
              <a:gd name="connsiteX683" fmla="*/ 7632143 w 10199209"/>
              <a:gd name="connsiteY683" fmla="*/ 1198858 h 4685214"/>
              <a:gd name="connsiteX684" fmla="*/ 7621374 w 10199209"/>
              <a:gd name="connsiteY684" fmla="*/ 1201490 h 4685214"/>
              <a:gd name="connsiteX685" fmla="*/ 7610606 w 10199209"/>
              <a:gd name="connsiteY685" fmla="*/ 1204122 h 4685214"/>
              <a:gd name="connsiteX686" fmla="*/ 7600237 w 10199209"/>
              <a:gd name="connsiteY686" fmla="*/ 1206656 h 4685214"/>
              <a:gd name="connsiteX687" fmla="*/ 7589468 w 10199209"/>
              <a:gd name="connsiteY687" fmla="*/ 1209288 h 4685214"/>
              <a:gd name="connsiteX688" fmla="*/ 7579098 w 10199209"/>
              <a:gd name="connsiteY688" fmla="*/ 1211823 h 4685214"/>
              <a:gd name="connsiteX689" fmla="*/ 7568729 w 10199209"/>
              <a:gd name="connsiteY689" fmla="*/ 1214357 h 4685214"/>
              <a:gd name="connsiteX690" fmla="*/ 7485887 w 10199209"/>
              <a:gd name="connsiteY690" fmla="*/ 1231646 h 4685214"/>
              <a:gd name="connsiteX691" fmla="*/ 7475421 w 10199209"/>
              <a:gd name="connsiteY691" fmla="*/ 1233782 h 4685214"/>
              <a:gd name="connsiteX692" fmla="*/ 7465050 w 10199209"/>
              <a:gd name="connsiteY692" fmla="*/ 1236317 h 4685214"/>
              <a:gd name="connsiteX693" fmla="*/ 7454680 w 10199209"/>
              <a:gd name="connsiteY693" fmla="*/ 1238851 h 4685214"/>
              <a:gd name="connsiteX694" fmla="*/ 7443912 w 10199209"/>
              <a:gd name="connsiteY694" fmla="*/ 1241483 h 4685214"/>
              <a:gd name="connsiteX695" fmla="*/ 7433144 w 10199209"/>
              <a:gd name="connsiteY695" fmla="*/ 1244115 h 4685214"/>
              <a:gd name="connsiteX696" fmla="*/ 7422472 w 10199209"/>
              <a:gd name="connsiteY696" fmla="*/ 1247145 h 4685214"/>
              <a:gd name="connsiteX697" fmla="*/ 7412103 w 10199209"/>
              <a:gd name="connsiteY697" fmla="*/ 1249680 h 4685214"/>
              <a:gd name="connsiteX698" fmla="*/ 7401733 w 10199209"/>
              <a:gd name="connsiteY698" fmla="*/ 1252214 h 4685214"/>
              <a:gd name="connsiteX699" fmla="*/ 7379700 w 10199209"/>
              <a:gd name="connsiteY699" fmla="*/ 1257177 h 4685214"/>
              <a:gd name="connsiteX700" fmla="*/ 7359962 w 10199209"/>
              <a:gd name="connsiteY700" fmla="*/ 1261155 h 4685214"/>
              <a:gd name="connsiteX701" fmla="*/ 7340127 w 10199209"/>
              <a:gd name="connsiteY701" fmla="*/ 1264735 h 4685214"/>
              <a:gd name="connsiteX702" fmla="*/ 7319388 w 10199209"/>
              <a:gd name="connsiteY702" fmla="*/ 1269804 h 4685214"/>
              <a:gd name="connsiteX703" fmla="*/ 7297256 w 10199209"/>
              <a:gd name="connsiteY703" fmla="*/ 1274368 h 4685214"/>
              <a:gd name="connsiteX704" fmla="*/ 7276517 w 10199209"/>
              <a:gd name="connsiteY704" fmla="*/ 1279437 h 4685214"/>
              <a:gd name="connsiteX705" fmla="*/ 7255682 w 10199209"/>
              <a:gd name="connsiteY705" fmla="*/ 1284106 h 4685214"/>
              <a:gd name="connsiteX706" fmla="*/ 7235145 w 10199209"/>
              <a:gd name="connsiteY706" fmla="*/ 1288280 h 4685214"/>
              <a:gd name="connsiteX707" fmla="*/ 7215203 w 10199209"/>
              <a:gd name="connsiteY707" fmla="*/ 1293154 h 4685214"/>
              <a:gd name="connsiteX708" fmla="*/ 7194367 w 10199209"/>
              <a:gd name="connsiteY708" fmla="*/ 1297824 h 4685214"/>
              <a:gd name="connsiteX709" fmla="*/ 7176227 w 10199209"/>
              <a:gd name="connsiteY709" fmla="*/ 1302257 h 4685214"/>
              <a:gd name="connsiteX710" fmla="*/ 7175847 w 10199209"/>
              <a:gd name="connsiteY710" fmla="*/ 1300744 h 4685214"/>
              <a:gd name="connsiteX711" fmla="*/ 2126423 w 10199209"/>
              <a:gd name="connsiteY711" fmla="*/ 2569872 h 4685214"/>
              <a:gd name="connsiteX712" fmla="*/ 2127284 w 10199209"/>
              <a:gd name="connsiteY712" fmla="*/ 2572622 h 4685214"/>
              <a:gd name="connsiteX713" fmla="*/ 2115121 w 10199209"/>
              <a:gd name="connsiteY713" fmla="*/ 2575309 h 4685214"/>
              <a:gd name="connsiteX714" fmla="*/ 2096978 w 10199209"/>
              <a:gd name="connsiteY714" fmla="*/ 2578898 h 4685214"/>
              <a:gd name="connsiteX715" fmla="*/ 2080228 w 10199209"/>
              <a:gd name="connsiteY715" fmla="*/ 2582992 h 4685214"/>
              <a:gd name="connsiteX716" fmla="*/ 2064169 w 10199209"/>
              <a:gd name="connsiteY716" fmla="*/ 2588185 h 4685214"/>
              <a:gd name="connsiteX717" fmla="*/ 2047407 w 10199209"/>
              <a:gd name="connsiteY717" fmla="*/ 2593972 h 4685214"/>
              <a:gd name="connsiteX718" fmla="*/ 2032943 w 10199209"/>
              <a:gd name="connsiteY718" fmla="*/ 2598775 h 4685214"/>
              <a:gd name="connsiteX719" fmla="*/ 2024771 w 10199209"/>
              <a:gd name="connsiteY719" fmla="*/ 2599927 h 4685214"/>
              <a:gd name="connsiteX720" fmla="*/ 2017495 w 10199209"/>
              <a:gd name="connsiteY720" fmla="*/ 2601283 h 4685214"/>
              <a:gd name="connsiteX721" fmla="*/ 2008730 w 10199209"/>
              <a:gd name="connsiteY721" fmla="*/ 2601735 h 4685214"/>
              <a:gd name="connsiteX722" fmla="*/ 1999167 w 10199209"/>
              <a:gd name="connsiteY722" fmla="*/ 2602381 h 4685214"/>
              <a:gd name="connsiteX723" fmla="*/ 1984233 w 10199209"/>
              <a:gd name="connsiteY723" fmla="*/ 2601804 h 4685214"/>
              <a:gd name="connsiteX724" fmla="*/ 1970096 w 10199209"/>
              <a:gd name="connsiteY724" fmla="*/ 2601033 h 4685214"/>
              <a:gd name="connsiteX725" fmla="*/ 1955659 w 10199209"/>
              <a:gd name="connsiteY725" fmla="*/ 2600758 h 4685214"/>
              <a:gd name="connsiteX726" fmla="*/ 1941319 w 10199209"/>
              <a:gd name="connsiteY726" fmla="*/ 2600882 h 4685214"/>
              <a:gd name="connsiteX727" fmla="*/ 1919020 w 10199209"/>
              <a:gd name="connsiteY727" fmla="*/ 2599569 h 4685214"/>
              <a:gd name="connsiteX728" fmla="*/ 1896925 w 10199209"/>
              <a:gd name="connsiteY728" fmla="*/ 2597362 h 4685214"/>
              <a:gd name="connsiteX729" fmla="*/ 1875531 w 10199209"/>
              <a:gd name="connsiteY729" fmla="*/ 2594560 h 4685214"/>
              <a:gd name="connsiteX730" fmla="*/ 1853337 w 10199209"/>
              <a:gd name="connsiteY730" fmla="*/ 2591954 h 4685214"/>
              <a:gd name="connsiteX731" fmla="*/ 1846771 w 10199209"/>
              <a:gd name="connsiteY731" fmla="*/ 2591023 h 4685214"/>
              <a:gd name="connsiteX732" fmla="*/ 1840504 w 10199209"/>
              <a:gd name="connsiteY732" fmla="*/ 2589596 h 4685214"/>
              <a:gd name="connsiteX733" fmla="*/ 1834539 w 10199209"/>
              <a:gd name="connsiteY733" fmla="*/ 2587672 h 4685214"/>
              <a:gd name="connsiteX734" fmla="*/ 1828177 w 10199209"/>
              <a:gd name="connsiteY734" fmla="*/ 2585846 h 4685214"/>
              <a:gd name="connsiteX735" fmla="*/ 1808989 w 10199209"/>
              <a:gd name="connsiteY735" fmla="*/ 2579970 h 4685214"/>
              <a:gd name="connsiteX736" fmla="*/ 1788905 w 10199209"/>
              <a:gd name="connsiteY736" fmla="*/ 2573889 h 4685214"/>
              <a:gd name="connsiteX737" fmla="*/ 1769124 w 10199209"/>
              <a:gd name="connsiteY737" fmla="*/ 2567312 h 4685214"/>
              <a:gd name="connsiteX738" fmla="*/ 1749943 w 10199209"/>
              <a:gd name="connsiteY738" fmla="*/ 2559743 h 4685214"/>
              <a:gd name="connsiteX739" fmla="*/ 1700455 w 10199209"/>
              <a:gd name="connsiteY739" fmla="*/ 2540561 h 4685214"/>
              <a:gd name="connsiteX740" fmla="*/ 1567319 w 10199209"/>
              <a:gd name="connsiteY740" fmla="*/ 2464478 h 4685214"/>
              <a:gd name="connsiteX741" fmla="*/ 1554415 w 10199209"/>
              <a:gd name="connsiteY741" fmla="*/ 2456643 h 4685214"/>
              <a:gd name="connsiteX742" fmla="*/ 1548760 w 10199209"/>
              <a:gd name="connsiteY742" fmla="*/ 2452531 h 4685214"/>
              <a:gd name="connsiteX743" fmla="*/ 1546872 w 10199209"/>
              <a:gd name="connsiteY743" fmla="*/ 2451723 h 4685214"/>
              <a:gd name="connsiteX744" fmla="*/ 1544985 w 10199209"/>
              <a:gd name="connsiteY744" fmla="*/ 2450917 h 4685214"/>
              <a:gd name="connsiteX745" fmla="*/ 1542398 w 10199209"/>
              <a:gd name="connsiteY745" fmla="*/ 2450704 h 4685214"/>
              <a:gd name="connsiteX746" fmla="*/ 1539507 w 10199209"/>
              <a:gd name="connsiteY746" fmla="*/ 2450988 h 4685214"/>
              <a:gd name="connsiteX747" fmla="*/ 1537336 w 10199209"/>
              <a:gd name="connsiteY747" fmla="*/ 2447292 h 4685214"/>
              <a:gd name="connsiteX748" fmla="*/ 1534865 w 10199209"/>
              <a:gd name="connsiteY748" fmla="*/ 2444092 h 4685214"/>
              <a:gd name="connsiteX749" fmla="*/ 1531301 w 10199209"/>
              <a:gd name="connsiteY749" fmla="*/ 2439892 h 4685214"/>
              <a:gd name="connsiteX750" fmla="*/ 1527632 w 10199209"/>
              <a:gd name="connsiteY750" fmla="*/ 2436984 h 4685214"/>
              <a:gd name="connsiteX751" fmla="*/ 1519895 w 10199209"/>
              <a:gd name="connsiteY751" fmla="*/ 2431267 h 4685214"/>
              <a:gd name="connsiteX752" fmla="*/ 1511857 w 10199209"/>
              <a:gd name="connsiteY752" fmla="*/ 2426046 h 4685214"/>
              <a:gd name="connsiteX753" fmla="*/ 1482600 w 10199209"/>
              <a:gd name="connsiteY753" fmla="*/ 2403189 h 4685214"/>
              <a:gd name="connsiteX754" fmla="*/ 1480022 w 10199209"/>
              <a:gd name="connsiteY754" fmla="*/ 2401283 h 4685214"/>
              <a:gd name="connsiteX755" fmla="*/ 1476850 w 10199209"/>
              <a:gd name="connsiteY755" fmla="*/ 2398677 h 4685214"/>
              <a:gd name="connsiteX756" fmla="*/ 1475360 w 10199209"/>
              <a:gd name="connsiteY756" fmla="*/ 2397773 h 4685214"/>
              <a:gd name="connsiteX757" fmla="*/ 1473773 w 10199209"/>
              <a:gd name="connsiteY757" fmla="*/ 2396470 h 4685214"/>
              <a:gd name="connsiteX758" fmla="*/ 1442639 w 10199209"/>
              <a:gd name="connsiteY758" fmla="*/ 2371112 h 4685214"/>
              <a:gd name="connsiteX759" fmla="*/ 1442046 w 10199209"/>
              <a:gd name="connsiteY759" fmla="*/ 2370412 h 4685214"/>
              <a:gd name="connsiteX760" fmla="*/ 1441150 w 10199209"/>
              <a:gd name="connsiteY760" fmla="*/ 2370208 h 4685214"/>
              <a:gd name="connsiteX761" fmla="*/ 1420625 w 10199209"/>
              <a:gd name="connsiteY761" fmla="*/ 2353669 h 4685214"/>
              <a:gd name="connsiteX762" fmla="*/ 1420032 w 10199209"/>
              <a:gd name="connsiteY762" fmla="*/ 2352969 h 4685214"/>
              <a:gd name="connsiteX763" fmla="*/ 1419837 w 10199209"/>
              <a:gd name="connsiteY763" fmla="*/ 2352171 h 4685214"/>
              <a:gd name="connsiteX764" fmla="*/ 1232941 w 10199209"/>
              <a:gd name="connsiteY764" fmla="*/ 2178914 h 4685214"/>
              <a:gd name="connsiteX765" fmla="*/ 1227393 w 10199209"/>
              <a:gd name="connsiteY765" fmla="*/ 2173507 h 4685214"/>
              <a:gd name="connsiteX766" fmla="*/ 1221845 w 10199209"/>
              <a:gd name="connsiteY766" fmla="*/ 2168100 h 4685214"/>
              <a:gd name="connsiteX767" fmla="*/ 1219470 w 10199209"/>
              <a:gd name="connsiteY767" fmla="*/ 2165300 h 4685214"/>
              <a:gd name="connsiteX768" fmla="*/ 1216297 w 10199209"/>
              <a:gd name="connsiteY768" fmla="*/ 2162694 h 4685214"/>
              <a:gd name="connsiteX769" fmla="*/ 1163086 w 10199209"/>
              <a:gd name="connsiteY769" fmla="*/ 2112723 h 4685214"/>
              <a:gd name="connsiteX770" fmla="*/ 1162590 w 10199209"/>
              <a:gd name="connsiteY770" fmla="*/ 2112422 h 4685214"/>
              <a:gd name="connsiteX771" fmla="*/ 1161597 w 10199209"/>
              <a:gd name="connsiteY771" fmla="*/ 2111819 h 4685214"/>
              <a:gd name="connsiteX772" fmla="*/ 1157733 w 10199209"/>
              <a:gd name="connsiteY772" fmla="*/ 2108114 h 4685214"/>
              <a:gd name="connsiteX773" fmla="*/ 1156049 w 10199209"/>
              <a:gd name="connsiteY773" fmla="*/ 2106412 h 4685214"/>
              <a:gd name="connsiteX774" fmla="*/ 1154960 w 10199209"/>
              <a:gd name="connsiteY774" fmla="*/ 2105411 h 4685214"/>
              <a:gd name="connsiteX775" fmla="*/ 1011225 w 10199209"/>
              <a:gd name="connsiteY775" fmla="*/ 1980776 h 4685214"/>
              <a:gd name="connsiteX776" fmla="*/ 1010729 w 10199209"/>
              <a:gd name="connsiteY776" fmla="*/ 1980475 h 4685214"/>
              <a:gd name="connsiteX777" fmla="*/ 1009737 w 10199209"/>
              <a:gd name="connsiteY777" fmla="*/ 1979873 h 4685214"/>
              <a:gd name="connsiteX778" fmla="*/ 1009639 w 10199209"/>
              <a:gd name="connsiteY778" fmla="*/ 1979473 h 4685214"/>
              <a:gd name="connsiteX779" fmla="*/ 1008850 w 10199209"/>
              <a:gd name="connsiteY779" fmla="*/ 1977975 h 4685214"/>
              <a:gd name="connsiteX780" fmla="*/ 975828 w 10199209"/>
              <a:gd name="connsiteY780" fmla="*/ 1951811 h 4685214"/>
              <a:gd name="connsiteX781" fmla="*/ 972752 w 10199209"/>
              <a:gd name="connsiteY781" fmla="*/ 1949604 h 4685214"/>
              <a:gd name="connsiteX782" fmla="*/ 969775 w 10199209"/>
              <a:gd name="connsiteY782" fmla="*/ 1947796 h 4685214"/>
              <a:gd name="connsiteX783" fmla="*/ 934768 w 10199209"/>
              <a:gd name="connsiteY783" fmla="*/ 1920426 h 4685214"/>
              <a:gd name="connsiteX784" fmla="*/ 929911 w 10199209"/>
              <a:gd name="connsiteY784" fmla="*/ 1916118 h 4685214"/>
              <a:gd name="connsiteX785" fmla="*/ 925152 w 10199209"/>
              <a:gd name="connsiteY785" fmla="*/ 1912210 h 4685214"/>
              <a:gd name="connsiteX786" fmla="*/ 924159 w 10199209"/>
              <a:gd name="connsiteY786" fmla="*/ 1911607 h 4685214"/>
              <a:gd name="connsiteX787" fmla="*/ 923566 w 10199209"/>
              <a:gd name="connsiteY787" fmla="*/ 1910907 h 4685214"/>
              <a:gd name="connsiteX788" fmla="*/ 795161 w 10199209"/>
              <a:gd name="connsiteY788" fmla="*/ 1826657 h 4685214"/>
              <a:gd name="connsiteX789" fmla="*/ 671697 w 10199209"/>
              <a:gd name="connsiteY789" fmla="*/ 1680339 h 4685214"/>
              <a:gd name="connsiteX790" fmla="*/ 667591 w 10199209"/>
              <a:gd name="connsiteY790" fmla="*/ 1677055 h 4685214"/>
              <a:gd name="connsiteX791" fmla="*/ 601489 w 10199209"/>
              <a:gd name="connsiteY791" fmla="*/ 1626555 h 4685214"/>
              <a:gd name="connsiteX792" fmla="*/ 596562 w 10199209"/>
              <a:gd name="connsiteY792" fmla="*/ 1623270 h 4685214"/>
              <a:gd name="connsiteX793" fmla="*/ 592867 w 10199209"/>
              <a:gd name="connsiteY793" fmla="*/ 1619985 h 4685214"/>
              <a:gd name="connsiteX794" fmla="*/ 587529 w 10199209"/>
              <a:gd name="connsiteY794" fmla="*/ 1617522 h 4685214"/>
              <a:gd name="connsiteX795" fmla="*/ 583013 w 10199209"/>
              <a:gd name="connsiteY795" fmla="*/ 1614648 h 4685214"/>
              <a:gd name="connsiteX796" fmla="*/ 485707 w 10199209"/>
              <a:gd name="connsiteY796" fmla="*/ 1563737 h 4685214"/>
              <a:gd name="connsiteX797" fmla="*/ 475443 w 10199209"/>
              <a:gd name="connsiteY797" fmla="*/ 1558810 h 4685214"/>
              <a:gd name="connsiteX798" fmla="*/ 465589 w 10199209"/>
              <a:gd name="connsiteY798" fmla="*/ 1554294 h 4685214"/>
              <a:gd name="connsiteX799" fmla="*/ 455735 w 10199209"/>
              <a:gd name="connsiteY799" fmla="*/ 1549777 h 4685214"/>
              <a:gd name="connsiteX800" fmla="*/ 445882 w 10199209"/>
              <a:gd name="connsiteY800" fmla="*/ 1545671 h 4685214"/>
              <a:gd name="connsiteX801" fmla="*/ 309571 w 10199209"/>
              <a:gd name="connsiteY801" fmla="*/ 1506256 h 4685214"/>
              <a:gd name="connsiteX802" fmla="*/ 297665 w 10199209"/>
              <a:gd name="connsiteY802" fmla="*/ 1502973 h 4685214"/>
              <a:gd name="connsiteX803" fmla="*/ 285758 w 10199209"/>
              <a:gd name="connsiteY803" fmla="*/ 1500509 h 4685214"/>
              <a:gd name="connsiteX804" fmla="*/ 273852 w 10199209"/>
              <a:gd name="connsiteY804" fmla="*/ 1498045 h 4685214"/>
              <a:gd name="connsiteX805" fmla="*/ 261535 w 10199209"/>
              <a:gd name="connsiteY805" fmla="*/ 1495993 h 4685214"/>
              <a:gd name="connsiteX806" fmla="*/ 249628 w 10199209"/>
              <a:gd name="connsiteY806" fmla="*/ 1493118 h 4685214"/>
              <a:gd name="connsiteX807" fmla="*/ 238132 w 10199209"/>
              <a:gd name="connsiteY807" fmla="*/ 1491476 h 4685214"/>
              <a:gd name="connsiteX808" fmla="*/ 225815 w 10199209"/>
              <a:gd name="connsiteY808" fmla="*/ 1488602 h 4685214"/>
              <a:gd name="connsiteX809" fmla="*/ 214319 w 10199209"/>
              <a:gd name="connsiteY809" fmla="*/ 1486138 h 4685214"/>
              <a:gd name="connsiteX810" fmla="*/ 202002 w 10199209"/>
              <a:gd name="connsiteY810" fmla="*/ 1483265 h 4685214"/>
              <a:gd name="connsiteX811" fmla="*/ 190095 w 10199209"/>
              <a:gd name="connsiteY811" fmla="*/ 1481622 h 4685214"/>
              <a:gd name="connsiteX812" fmla="*/ 177367 w 10199209"/>
              <a:gd name="connsiteY812" fmla="*/ 1479980 h 4685214"/>
              <a:gd name="connsiteX813" fmla="*/ 164229 w 10199209"/>
              <a:gd name="connsiteY813" fmla="*/ 1478748 h 4685214"/>
              <a:gd name="connsiteX814" fmla="*/ 151501 w 10199209"/>
              <a:gd name="connsiteY814" fmla="*/ 1477517 h 4685214"/>
              <a:gd name="connsiteX815" fmla="*/ 137953 w 10199209"/>
              <a:gd name="connsiteY815" fmla="*/ 1476285 h 4685214"/>
              <a:gd name="connsiteX816" fmla="*/ 124814 w 10199209"/>
              <a:gd name="connsiteY816" fmla="*/ 1475054 h 4685214"/>
              <a:gd name="connsiteX817" fmla="*/ 112086 w 10199209"/>
              <a:gd name="connsiteY817" fmla="*/ 1473000 h 4685214"/>
              <a:gd name="connsiteX818" fmla="*/ 100590 w 10199209"/>
              <a:gd name="connsiteY818" fmla="*/ 1471769 h 4685214"/>
              <a:gd name="connsiteX819" fmla="*/ 87041 w 10199209"/>
              <a:gd name="connsiteY819" fmla="*/ 1470948 h 4685214"/>
              <a:gd name="connsiteX820" fmla="*/ 72671 w 10199209"/>
              <a:gd name="connsiteY820" fmla="*/ 1470948 h 4685214"/>
              <a:gd name="connsiteX821" fmla="*/ 70327 w 10199209"/>
              <a:gd name="connsiteY821" fmla="*/ 1470948 h 4685214"/>
              <a:gd name="connsiteX822" fmla="*/ 67515 w 10199209"/>
              <a:gd name="connsiteY822" fmla="*/ 1469240 h 4685214"/>
              <a:gd name="connsiteX823" fmla="*/ 32667 w 10199209"/>
              <a:gd name="connsiteY823" fmla="*/ 1468459 h 4685214"/>
              <a:gd name="connsiteX824" fmla="*/ 27996 w 10199209"/>
              <a:gd name="connsiteY824" fmla="*/ 1466642 h 4685214"/>
              <a:gd name="connsiteX825" fmla="*/ 25106 w 10199209"/>
              <a:gd name="connsiteY825" fmla="*/ 1466925 h 4685214"/>
              <a:gd name="connsiteX826" fmla="*/ 21721 w 10199209"/>
              <a:gd name="connsiteY826" fmla="*/ 1466908 h 4685214"/>
              <a:gd name="connsiteX827" fmla="*/ 16341 w 10199209"/>
              <a:gd name="connsiteY827" fmla="*/ 1467377 h 4685214"/>
              <a:gd name="connsiteX828" fmla="*/ 9463 w 10199209"/>
              <a:gd name="connsiteY828" fmla="*/ 1468635 h 4685214"/>
              <a:gd name="connsiteX829" fmla="*/ 12049 w 10199209"/>
              <a:gd name="connsiteY829" fmla="*/ 1472179 h 4685214"/>
              <a:gd name="connsiteX830" fmla="*/ 0 w 10199209"/>
              <a:gd name="connsiteY830" fmla="*/ 1472179 h 4685214"/>
              <a:gd name="connsiteX831" fmla="*/ 0 w 10199209"/>
              <a:gd name="connsiteY831" fmla="*/ 1478337 h 4685214"/>
              <a:gd name="connsiteX832" fmla="*/ 411 w 10199209"/>
              <a:gd name="connsiteY832" fmla="*/ 1479980 h 4685214"/>
              <a:gd name="connsiteX833" fmla="*/ 1231 w 10199209"/>
              <a:gd name="connsiteY833" fmla="*/ 1479980 h 4685214"/>
              <a:gd name="connsiteX834" fmla="*/ 4516 w 10199209"/>
              <a:gd name="connsiteY834" fmla="*/ 1483265 h 4685214"/>
              <a:gd name="connsiteX835" fmla="*/ 5337 w 10199209"/>
              <a:gd name="connsiteY835" fmla="*/ 1484086 h 4685214"/>
              <a:gd name="connsiteX836" fmla="*/ 5749 w 10199209"/>
              <a:gd name="connsiteY836" fmla="*/ 1484907 h 4685214"/>
              <a:gd name="connsiteX837" fmla="*/ 6980 w 10199209"/>
              <a:gd name="connsiteY837" fmla="*/ 1486138 h 4685214"/>
              <a:gd name="connsiteX838" fmla="*/ 8622 w 10199209"/>
              <a:gd name="connsiteY838" fmla="*/ 1487371 h 4685214"/>
              <a:gd name="connsiteX839" fmla="*/ 35720 w 10199209"/>
              <a:gd name="connsiteY839" fmla="*/ 1513647 h 4685214"/>
              <a:gd name="connsiteX840" fmla="*/ 37362 w 10199209"/>
              <a:gd name="connsiteY840" fmla="*/ 1515700 h 4685214"/>
              <a:gd name="connsiteX841" fmla="*/ 38785 w 10199209"/>
              <a:gd name="connsiteY841" fmla="*/ 1517122 h 4685214"/>
              <a:gd name="connsiteX842" fmla="*/ 39178 w 10199209"/>
              <a:gd name="connsiteY842" fmla="*/ 1517586 h 4685214"/>
              <a:gd name="connsiteX843" fmla="*/ 76534 w 10199209"/>
              <a:gd name="connsiteY843" fmla="*/ 1571855 h 4685214"/>
              <a:gd name="connsiteX844" fmla="*/ 79104 w 10199209"/>
              <a:gd name="connsiteY844" fmla="*/ 1575453 h 4685214"/>
              <a:gd name="connsiteX845" fmla="*/ 80691 w 10199209"/>
              <a:gd name="connsiteY845" fmla="*/ 1576756 h 4685214"/>
              <a:gd name="connsiteX846" fmla="*/ 82374 w 10199209"/>
              <a:gd name="connsiteY846" fmla="*/ 1578458 h 4685214"/>
              <a:gd name="connsiteX847" fmla="*/ 84945 w 10199209"/>
              <a:gd name="connsiteY847" fmla="*/ 1582057 h 4685214"/>
              <a:gd name="connsiteX848" fmla="*/ 88099 w 10199209"/>
              <a:gd name="connsiteY848" fmla="*/ 1588048 h 4685214"/>
              <a:gd name="connsiteX849" fmla="*/ 91255 w 10199209"/>
              <a:gd name="connsiteY849" fmla="*/ 1594039 h 4685214"/>
              <a:gd name="connsiteX850" fmla="*/ 127732 w 10199209"/>
              <a:gd name="connsiteY850" fmla="*/ 1644719 h 4685214"/>
              <a:gd name="connsiteX851" fmla="*/ 128424 w 10199209"/>
              <a:gd name="connsiteY851" fmla="*/ 1645818 h 4685214"/>
              <a:gd name="connsiteX852" fmla="*/ 128920 w 10199209"/>
              <a:gd name="connsiteY852" fmla="*/ 1646119 h 4685214"/>
              <a:gd name="connsiteX853" fmla="*/ 131383 w 10199209"/>
              <a:gd name="connsiteY853" fmla="*/ 1651011 h 4685214"/>
              <a:gd name="connsiteX854" fmla="*/ 131871 w 10199209"/>
              <a:gd name="connsiteY854" fmla="*/ 1653005 h 4685214"/>
              <a:gd name="connsiteX855" fmla="*/ 133652 w 10199209"/>
              <a:gd name="connsiteY855" fmla="*/ 1655106 h 4685214"/>
              <a:gd name="connsiteX856" fmla="*/ 137020 w 10199209"/>
              <a:gd name="connsiteY856" fmla="*/ 1658510 h 4685214"/>
              <a:gd name="connsiteX857" fmla="*/ 167064 w 10199209"/>
              <a:gd name="connsiteY857" fmla="*/ 1701885 h 4685214"/>
              <a:gd name="connsiteX858" fmla="*/ 175075 w 10199209"/>
              <a:gd name="connsiteY858" fmla="*/ 1712184 h 4685214"/>
              <a:gd name="connsiteX859" fmla="*/ 182387 w 10199209"/>
              <a:gd name="connsiteY859" fmla="*/ 1723077 h 4685214"/>
              <a:gd name="connsiteX860" fmla="*/ 189893 w 10199209"/>
              <a:gd name="connsiteY860" fmla="*/ 1734767 h 4685214"/>
              <a:gd name="connsiteX861" fmla="*/ 197604 w 10199209"/>
              <a:gd name="connsiteY861" fmla="*/ 1745563 h 4685214"/>
              <a:gd name="connsiteX862" fmla="*/ 243068 w 10199209"/>
              <a:gd name="connsiteY862" fmla="*/ 1810529 h 4685214"/>
              <a:gd name="connsiteX863" fmla="*/ 246320 w 10199209"/>
              <a:gd name="connsiteY863" fmla="*/ 1816919 h 4685214"/>
              <a:gd name="connsiteX864" fmla="*/ 250867 w 10199209"/>
              <a:gd name="connsiteY864" fmla="*/ 1823417 h 4685214"/>
              <a:gd name="connsiteX865" fmla="*/ 268565 w 10199209"/>
              <a:gd name="connsiteY865" fmla="*/ 1847409 h 4685214"/>
              <a:gd name="connsiteX866" fmla="*/ 270346 w 10199209"/>
              <a:gd name="connsiteY866" fmla="*/ 1849509 h 4685214"/>
              <a:gd name="connsiteX867" fmla="*/ 272323 w 10199209"/>
              <a:gd name="connsiteY867" fmla="*/ 1852407 h 4685214"/>
              <a:gd name="connsiteX868" fmla="*/ 274299 w 10199209"/>
              <a:gd name="connsiteY868" fmla="*/ 1855305 h 4685214"/>
              <a:gd name="connsiteX869" fmla="*/ 276665 w 10199209"/>
              <a:gd name="connsiteY869" fmla="*/ 1859799 h 4685214"/>
              <a:gd name="connsiteX870" fmla="*/ 334493 w 10199209"/>
              <a:gd name="connsiteY870" fmla="*/ 1940764 h 4685214"/>
              <a:gd name="connsiteX871" fmla="*/ 334785 w 10199209"/>
              <a:gd name="connsiteY871" fmla="*/ 1941960 h 4685214"/>
              <a:gd name="connsiteX872" fmla="*/ 335380 w 10199209"/>
              <a:gd name="connsiteY872" fmla="*/ 1942660 h 4685214"/>
              <a:gd name="connsiteX873" fmla="*/ 441303 w 10199209"/>
              <a:gd name="connsiteY873" fmla="*/ 2099359 h 4685214"/>
              <a:gd name="connsiteX874" fmla="*/ 442393 w 10199209"/>
              <a:gd name="connsiteY874" fmla="*/ 2100361 h 4685214"/>
              <a:gd name="connsiteX875" fmla="*/ 442198 w 10199209"/>
              <a:gd name="connsiteY875" fmla="*/ 2099564 h 4685214"/>
              <a:gd name="connsiteX876" fmla="*/ 442792 w 10199209"/>
              <a:gd name="connsiteY876" fmla="*/ 2100264 h 4685214"/>
              <a:gd name="connsiteX877" fmla="*/ 444963 w 10199209"/>
              <a:gd name="connsiteY877" fmla="*/ 2103959 h 4685214"/>
              <a:gd name="connsiteX878" fmla="*/ 447923 w 10199209"/>
              <a:gd name="connsiteY878" fmla="*/ 2109154 h 4685214"/>
              <a:gd name="connsiteX879" fmla="*/ 451078 w 10199209"/>
              <a:gd name="connsiteY879" fmla="*/ 2115144 h 4685214"/>
              <a:gd name="connsiteX880" fmla="*/ 505006 w 10199209"/>
              <a:gd name="connsiteY880" fmla="*/ 2199175 h 4685214"/>
              <a:gd name="connsiteX881" fmla="*/ 506583 w 10199209"/>
              <a:gd name="connsiteY881" fmla="*/ 2202171 h 4685214"/>
              <a:gd name="connsiteX882" fmla="*/ 507957 w 10199209"/>
              <a:gd name="connsiteY882" fmla="*/ 2206062 h 4685214"/>
              <a:gd name="connsiteX883" fmla="*/ 510624 w 10199209"/>
              <a:gd name="connsiteY883" fmla="*/ 2210059 h 4685214"/>
              <a:gd name="connsiteX884" fmla="*/ 512105 w 10199209"/>
              <a:gd name="connsiteY884" fmla="*/ 2212656 h 4685214"/>
              <a:gd name="connsiteX885" fmla="*/ 513487 w 10199209"/>
              <a:gd name="connsiteY885" fmla="*/ 2214854 h 4685214"/>
              <a:gd name="connsiteX886" fmla="*/ 516260 w 10199209"/>
              <a:gd name="connsiteY886" fmla="*/ 2217557 h 4685214"/>
              <a:gd name="connsiteX887" fmla="*/ 519416 w 10199209"/>
              <a:gd name="connsiteY887" fmla="*/ 2223549 h 4685214"/>
              <a:gd name="connsiteX888" fmla="*/ 522766 w 10199209"/>
              <a:gd name="connsiteY888" fmla="*/ 2230338 h 4685214"/>
              <a:gd name="connsiteX889" fmla="*/ 525921 w 10199209"/>
              <a:gd name="connsiteY889" fmla="*/ 2236329 h 4685214"/>
              <a:gd name="connsiteX890" fmla="*/ 529873 w 10199209"/>
              <a:gd name="connsiteY890" fmla="*/ 2242126 h 4685214"/>
              <a:gd name="connsiteX891" fmla="*/ 534225 w 10199209"/>
              <a:gd name="connsiteY891" fmla="*/ 2247825 h 4685214"/>
              <a:gd name="connsiteX892" fmla="*/ 538275 w 10199209"/>
              <a:gd name="connsiteY892" fmla="*/ 2254020 h 4685214"/>
              <a:gd name="connsiteX893" fmla="*/ 542121 w 10199209"/>
              <a:gd name="connsiteY893" fmla="*/ 2261110 h 4685214"/>
              <a:gd name="connsiteX894" fmla="*/ 546464 w 10199209"/>
              <a:gd name="connsiteY894" fmla="*/ 2268502 h 4685214"/>
              <a:gd name="connsiteX895" fmla="*/ 549911 w 10199209"/>
              <a:gd name="connsiteY895" fmla="*/ 2275691 h 4685214"/>
              <a:gd name="connsiteX896" fmla="*/ 554157 w 10199209"/>
              <a:gd name="connsiteY896" fmla="*/ 2282684 h 4685214"/>
              <a:gd name="connsiteX897" fmla="*/ 557905 w 10199209"/>
              <a:gd name="connsiteY897" fmla="*/ 2289374 h 4685214"/>
              <a:gd name="connsiteX898" fmla="*/ 561663 w 10199209"/>
              <a:gd name="connsiteY898" fmla="*/ 2294374 h 4685214"/>
              <a:gd name="connsiteX899" fmla="*/ 579236 w 10199209"/>
              <a:gd name="connsiteY899" fmla="*/ 2323046 h 4685214"/>
              <a:gd name="connsiteX900" fmla="*/ 583384 w 10199209"/>
              <a:gd name="connsiteY900" fmla="*/ 2329640 h 4685214"/>
              <a:gd name="connsiteX901" fmla="*/ 585945 w 10199209"/>
              <a:gd name="connsiteY901" fmla="*/ 2334931 h 4685214"/>
              <a:gd name="connsiteX902" fmla="*/ 588702 w 10199209"/>
              <a:gd name="connsiteY902" fmla="*/ 2341020 h 4685214"/>
              <a:gd name="connsiteX903" fmla="*/ 593443 w 10199209"/>
              <a:gd name="connsiteY903" fmla="*/ 2348314 h 4685214"/>
              <a:gd name="connsiteX904" fmla="*/ 598778 w 10199209"/>
              <a:gd name="connsiteY904" fmla="*/ 2356308 h 4685214"/>
              <a:gd name="connsiteX905" fmla="*/ 601047 w 10199209"/>
              <a:gd name="connsiteY905" fmla="*/ 2360403 h 4685214"/>
              <a:gd name="connsiteX906" fmla="*/ 602120 w 10199209"/>
              <a:gd name="connsiteY906" fmla="*/ 2364791 h 4685214"/>
              <a:gd name="connsiteX907" fmla="*/ 606054 w 10199209"/>
              <a:gd name="connsiteY907" fmla="*/ 2373973 h 4685214"/>
              <a:gd name="connsiteX908" fmla="*/ 609111 w 10199209"/>
              <a:gd name="connsiteY908" fmla="*/ 2379566 h 4685214"/>
              <a:gd name="connsiteX909" fmla="*/ 611983 w 10199209"/>
              <a:gd name="connsiteY909" fmla="*/ 2382667 h 4685214"/>
              <a:gd name="connsiteX910" fmla="*/ 613268 w 10199209"/>
              <a:gd name="connsiteY910" fmla="*/ 2384466 h 4685214"/>
              <a:gd name="connsiteX911" fmla="*/ 615244 w 10199209"/>
              <a:gd name="connsiteY911" fmla="*/ 2387365 h 4685214"/>
              <a:gd name="connsiteX912" fmla="*/ 617221 w 10199209"/>
              <a:gd name="connsiteY912" fmla="*/ 2390263 h 4685214"/>
              <a:gd name="connsiteX913" fmla="*/ 619684 w 10199209"/>
              <a:gd name="connsiteY913" fmla="*/ 2395155 h 4685214"/>
              <a:gd name="connsiteX914" fmla="*/ 632996 w 10199209"/>
              <a:gd name="connsiteY914" fmla="*/ 2420220 h 4685214"/>
              <a:gd name="connsiteX915" fmla="*/ 636443 w 10199209"/>
              <a:gd name="connsiteY915" fmla="*/ 2427408 h 4685214"/>
              <a:gd name="connsiteX916" fmla="*/ 638401 w 10199209"/>
              <a:gd name="connsiteY916" fmla="*/ 2433692 h 4685214"/>
              <a:gd name="connsiteX917" fmla="*/ 641158 w 10199209"/>
              <a:gd name="connsiteY917" fmla="*/ 2439780 h 4685214"/>
              <a:gd name="connsiteX918" fmla="*/ 645402 w 10199209"/>
              <a:gd name="connsiteY918" fmla="*/ 2446773 h 4685214"/>
              <a:gd name="connsiteX919" fmla="*/ 649364 w 10199209"/>
              <a:gd name="connsiteY919" fmla="*/ 2450877 h 4685214"/>
              <a:gd name="connsiteX920" fmla="*/ 649861 w 10199209"/>
              <a:gd name="connsiteY920" fmla="*/ 2451179 h 4685214"/>
              <a:gd name="connsiteX921" fmla="*/ 651145 w 10199209"/>
              <a:gd name="connsiteY921" fmla="*/ 2452978 h 4685214"/>
              <a:gd name="connsiteX922" fmla="*/ 653104 w 10199209"/>
              <a:gd name="connsiteY922" fmla="*/ 2459262 h 4685214"/>
              <a:gd name="connsiteX923" fmla="*/ 659015 w 10199209"/>
              <a:gd name="connsiteY923" fmla="*/ 2471342 h 4685214"/>
              <a:gd name="connsiteX924" fmla="*/ 663952 w 10199209"/>
              <a:gd name="connsiteY924" fmla="*/ 2479434 h 4685214"/>
              <a:gd name="connsiteX925" fmla="*/ 666123 w 10199209"/>
              <a:gd name="connsiteY925" fmla="*/ 2483129 h 4685214"/>
              <a:gd name="connsiteX926" fmla="*/ 668295 w 10199209"/>
              <a:gd name="connsiteY926" fmla="*/ 2486825 h 4685214"/>
              <a:gd name="connsiteX927" fmla="*/ 670563 w 10199209"/>
              <a:gd name="connsiteY927" fmla="*/ 2490921 h 4685214"/>
              <a:gd name="connsiteX928" fmla="*/ 672327 w 10199209"/>
              <a:gd name="connsiteY928" fmla="*/ 2496407 h 4685214"/>
              <a:gd name="connsiteX929" fmla="*/ 674285 w 10199209"/>
              <a:gd name="connsiteY929" fmla="*/ 2502691 h 4685214"/>
              <a:gd name="connsiteX930" fmla="*/ 676456 w 10199209"/>
              <a:gd name="connsiteY930" fmla="*/ 2506387 h 4685214"/>
              <a:gd name="connsiteX931" fmla="*/ 678034 w 10199209"/>
              <a:gd name="connsiteY931" fmla="*/ 2509381 h 4685214"/>
              <a:gd name="connsiteX932" fmla="*/ 679124 w 10199209"/>
              <a:gd name="connsiteY932" fmla="*/ 2510384 h 4685214"/>
              <a:gd name="connsiteX933" fmla="*/ 682093 w 10199209"/>
              <a:gd name="connsiteY933" fmla="*/ 2513885 h 4685214"/>
              <a:gd name="connsiteX934" fmla="*/ 686737 w 10199209"/>
              <a:gd name="connsiteY934" fmla="*/ 2520780 h 4685214"/>
              <a:gd name="connsiteX935" fmla="*/ 699144 w 10199209"/>
              <a:gd name="connsiteY935" fmla="*/ 2547334 h 4685214"/>
              <a:gd name="connsiteX936" fmla="*/ 702299 w 10199209"/>
              <a:gd name="connsiteY936" fmla="*/ 2553325 h 4685214"/>
              <a:gd name="connsiteX937" fmla="*/ 705250 w 10199209"/>
              <a:gd name="connsiteY937" fmla="*/ 2560212 h 4685214"/>
              <a:gd name="connsiteX938" fmla="*/ 708493 w 10199209"/>
              <a:gd name="connsiteY938" fmla="*/ 2568295 h 4685214"/>
              <a:gd name="connsiteX939" fmla="*/ 710949 w 10199209"/>
              <a:gd name="connsiteY939" fmla="*/ 2574880 h 4685214"/>
              <a:gd name="connsiteX940" fmla="*/ 714794 w 10199209"/>
              <a:gd name="connsiteY940" fmla="*/ 2581970 h 4685214"/>
              <a:gd name="connsiteX941" fmla="*/ 718056 w 10199209"/>
              <a:gd name="connsiteY941" fmla="*/ 2586668 h 4685214"/>
              <a:gd name="connsiteX942" fmla="*/ 720918 w 10199209"/>
              <a:gd name="connsiteY942" fmla="*/ 2591463 h 4685214"/>
              <a:gd name="connsiteX943" fmla="*/ 723674 w 10199209"/>
              <a:gd name="connsiteY943" fmla="*/ 2597552 h 4685214"/>
              <a:gd name="connsiteX944" fmla="*/ 727016 w 10199209"/>
              <a:gd name="connsiteY944" fmla="*/ 2606033 h 4685214"/>
              <a:gd name="connsiteX945" fmla="*/ 728575 w 10199209"/>
              <a:gd name="connsiteY945" fmla="*/ 2612415 h 4685214"/>
              <a:gd name="connsiteX946" fmla="*/ 729656 w 10199209"/>
              <a:gd name="connsiteY946" fmla="*/ 2615109 h 4685214"/>
              <a:gd name="connsiteX947" fmla="*/ 731234 w 10199209"/>
              <a:gd name="connsiteY947" fmla="*/ 2618104 h 4685214"/>
              <a:gd name="connsiteX948" fmla="*/ 733307 w 10199209"/>
              <a:gd name="connsiteY948" fmla="*/ 2621402 h 4685214"/>
              <a:gd name="connsiteX949" fmla="*/ 736073 w 10199209"/>
              <a:gd name="connsiteY949" fmla="*/ 2625798 h 4685214"/>
              <a:gd name="connsiteX950" fmla="*/ 738838 w 10199209"/>
              <a:gd name="connsiteY950" fmla="*/ 2630194 h 4685214"/>
              <a:gd name="connsiteX951" fmla="*/ 741302 w 10199209"/>
              <a:gd name="connsiteY951" fmla="*/ 2635086 h 4685214"/>
              <a:gd name="connsiteX952" fmla="*/ 743163 w 10199209"/>
              <a:gd name="connsiteY952" fmla="*/ 2640972 h 4685214"/>
              <a:gd name="connsiteX953" fmla="*/ 745130 w 10199209"/>
              <a:gd name="connsiteY953" fmla="*/ 2645563 h 4685214"/>
              <a:gd name="connsiteX954" fmla="*/ 746991 w 10199209"/>
              <a:gd name="connsiteY954" fmla="*/ 2651447 h 4685214"/>
              <a:gd name="connsiteX955" fmla="*/ 749454 w 10199209"/>
              <a:gd name="connsiteY955" fmla="*/ 2656340 h 4685214"/>
              <a:gd name="connsiteX956" fmla="*/ 752016 w 10199209"/>
              <a:gd name="connsiteY956" fmla="*/ 2661631 h 4685214"/>
              <a:gd name="connsiteX957" fmla="*/ 754976 w 10199209"/>
              <a:gd name="connsiteY957" fmla="*/ 2666825 h 4685214"/>
              <a:gd name="connsiteX958" fmla="*/ 759611 w 10199209"/>
              <a:gd name="connsiteY958" fmla="*/ 2675413 h 4685214"/>
              <a:gd name="connsiteX959" fmla="*/ 764033 w 10199209"/>
              <a:gd name="connsiteY959" fmla="*/ 2686589 h 4685214"/>
              <a:gd name="connsiteX960" fmla="*/ 768357 w 10199209"/>
              <a:gd name="connsiteY960" fmla="*/ 2697367 h 4685214"/>
              <a:gd name="connsiteX961" fmla="*/ 773090 w 10199209"/>
              <a:gd name="connsiteY961" fmla="*/ 2706353 h 4685214"/>
              <a:gd name="connsiteX962" fmla="*/ 778124 w 10199209"/>
              <a:gd name="connsiteY962" fmla="*/ 2714845 h 4685214"/>
              <a:gd name="connsiteX963" fmla="*/ 781766 w 10199209"/>
              <a:gd name="connsiteY963" fmla="*/ 2722830 h 4685214"/>
              <a:gd name="connsiteX964" fmla="*/ 784620 w 10199209"/>
              <a:gd name="connsiteY964" fmla="*/ 2729318 h 4685214"/>
              <a:gd name="connsiteX965" fmla="*/ 786774 w 10199209"/>
              <a:gd name="connsiteY965" fmla="*/ 2736400 h 4685214"/>
              <a:gd name="connsiteX966" fmla="*/ 789131 w 10199209"/>
              <a:gd name="connsiteY966" fmla="*/ 2742586 h 4685214"/>
              <a:gd name="connsiteX967" fmla="*/ 791293 w 10199209"/>
              <a:gd name="connsiteY967" fmla="*/ 2747975 h 4685214"/>
              <a:gd name="connsiteX968" fmla="*/ 794049 w 10199209"/>
              <a:gd name="connsiteY968" fmla="*/ 2754063 h 4685214"/>
              <a:gd name="connsiteX969" fmla="*/ 798197 w 10199209"/>
              <a:gd name="connsiteY969" fmla="*/ 2760657 h 4685214"/>
              <a:gd name="connsiteX970" fmla="*/ 801351 w 10199209"/>
              <a:gd name="connsiteY970" fmla="*/ 2766649 h 4685214"/>
              <a:gd name="connsiteX971" fmla="*/ 804206 w 10199209"/>
              <a:gd name="connsiteY971" fmla="*/ 2773137 h 4685214"/>
              <a:gd name="connsiteX972" fmla="*/ 806359 w 10199209"/>
              <a:gd name="connsiteY972" fmla="*/ 2780218 h 4685214"/>
              <a:gd name="connsiteX973" fmla="*/ 809009 w 10199209"/>
              <a:gd name="connsiteY973" fmla="*/ 2787602 h 4685214"/>
              <a:gd name="connsiteX974" fmla="*/ 811259 w 10199209"/>
              <a:gd name="connsiteY974" fmla="*/ 2795081 h 4685214"/>
              <a:gd name="connsiteX975" fmla="*/ 814006 w 10199209"/>
              <a:gd name="connsiteY975" fmla="*/ 2802864 h 4685214"/>
              <a:gd name="connsiteX976" fmla="*/ 816462 w 10199209"/>
              <a:gd name="connsiteY976" fmla="*/ 2809448 h 4685214"/>
              <a:gd name="connsiteX977" fmla="*/ 820210 w 10199209"/>
              <a:gd name="connsiteY977" fmla="*/ 2816140 h 4685214"/>
              <a:gd name="connsiteX978" fmla="*/ 824252 w 10199209"/>
              <a:gd name="connsiteY978" fmla="*/ 2824028 h 4685214"/>
              <a:gd name="connsiteX979" fmla="*/ 827300 w 10199209"/>
              <a:gd name="connsiteY979" fmla="*/ 2831313 h 4685214"/>
              <a:gd name="connsiteX980" fmla="*/ 829551 w 10199209"/>
              <a:gd name="connsiteY980" fmla="*/ 2838794 h 4685214"/>
              <a:gd name="connsiteX981" fmla="*/ 831208 w 10199209"/>
              <a:gd name="connsiteY981" fmla="*/ 2845574 h 4685214"/>
              <a:gd name="connsiteX982" fmla="*/ 834815 w 10199209"/>
              <a:gd name="connsiteY982" fmla="*/ 2860331 h 4685214"/>
              <a:gd name="connsiteX983" fmla="*/ 841000 w 10199209"/>
              <a:gd name="connsiteY983" fmla="*/ 2876993 h 4685214"/>
              <a:gd name="connsiteX984" fmla="*/ 843845 w 10199209"/>
              <a:gd name="connsiteY984" fmla="*/ 2885173 h 4685214"/>
              <a:gd name="connsiteX985" fmla="*/ 847691 w 10199209"/>
              <a:gd name="connsiteY985" fmla="*/ 2892264 h 4685214"/>
              <a:gd name="connsiteX986" fmla="*/ 851042 w 10199209"/>
              <a:gd name="connsiteY986" fmla="*/ 2899053 h 4685214"/>
              <a:gd name="connsiteX987" fmla="*/ 853603 w 10199209"/>
              <a:gd name="connsiteY987" fmla="*/ 2904345 h 4685214"/>
              <a:gd name="connsiteX988" fmla="*/ 857821 w 10199209"/>
              <a:gd name="connsiteY988" fmla="*/ 2916416 h 4685214"/>
              <a:gd name="connsiteX989" fmla="*/ 861144 w 10199209"/>
              <a:gd name="connsiteY989" fmla="*/ 2928283 h 4685214"/>
              <a:gd name="connsiteX990" fmla="*/ 864662 w 10199209"/>
              <a:gd name="connsiteY990" fmla="*/ 2940948 h 4685214"/>
              <a:gd name="connsiteX991" fmla="*/ 867684 w 10199209"/>
              <a:gd name="connsiteY991" fmla="*/ 2953313 h 4685214"/>
              <a:gd name="connsiteX992" fmla="*/ 870404 w 10199209"/>
              <a:gd name="connsiteY992" fmla="*/ 2966172 h 4685214"/>
              <a:gd name="connsiteX993" fmla="*/ 873922 w 10199209"/>
              <a:gd name="connsiteY993" fmla="*/ 2978838 h 4685214"/>
              <a:gd name="connsiteX994" fmla="*/ 877645 w 10199209"/>
              <a:gd name="connsiteY994" fmla="*/ 2990607 h 4685214"/>
              <a:gd name="connsiteX995" fmla="*/ 881765 w 10199209"/>
              <a:gd name="connsiteY995" fmla="*/ 3002280 h 4685214"/>
              <a:gd name="connsiteX996" fmla="*/ 884406 w 10199209"/>
              <a:gd name="connsiteY996" fmla="*/ 3011356 h 4685214"/>
              <a:gd name="connsiteX997" fmla="*/ 886657 w 10199209"/>
              <a:gd name="connsiteY997" fmla="*/ 3018836 h 4685214"/>
              <a:gd name="connsiteX998" fmla="*/ 888509 w 10199209"/>
              <a:gd name="connsiteY998" fmla="*/ 3026414 h 4685214"/>
              <a:gd name="connsiteX999" fmla="*/ 890751 w 10199209"/>
              <a:gd name="connsiteY999" fmla="*/ 3035587 h 4685214"/>
              <a:gd name="connsiteX1000" fmla="*/ 892116 w 10199209"/>
              <a:gd name="connsiteY1000" fmla="*/ 3041171 h 4685214"/>
              <a:gd name="connsiteX1001" fmla="*/ 893985 w 10199209"/>
              <a:gd name="connsiteY1001" fmla="*/ 3045364 h 4685214"/>
              <a:gd name="connsiteX1002" fmla="*/ 895963 w 10199209"/>
              <a:gd name="connsiteY1002" fmla="*/ 3048261 h 4685214"/>
              <a:gd name="connsiteX1003" fmla="*/ 897043 w 10199209"/>
              <a:gd name="connsiteY1003" fmla="*/ 3050955 h 4685214"/>
              <a:gd name="connsiteX1004" fmla="*/ 898630 w 10199209"/>
              <a:gd name="connsiteY1004" fmla="*/ 3052259 h 4685214"/>
              <a:gd name="connsiteX1005" fmla="*/ 899516 w 10199209"/>
              <a:gd name="connsiteY1005" fmla="*/ 3054155 h 4685214"/>
              <a:gd name="connsiteX1006" fmla="*/ 901093 w 10199209"/>
              <a:gd name="connsiteY1006" fmla="*/ 3057151 h 4685214"/>
              <a:gd name="connsiteX1007" fmla="*/ 902068 w 10199209"/>
              <a:gd name="connsiteY1007" fmla="*/ 3061139 h 4685214"/>
              <a:gd name="connsiteX1008" fmla="*/ 937160 w 10199209"/>
              <a:gd name="connsiteY1008" fmla="*/ 3204719 h 4685214"/>
              <a:gd name="connsiteX1009" fmla="*/ 937922 w 10199209"/>
              <a:gd name="connsiteY1009" fmla="*/ 3211295 h 4685214"/>
              <a:gd name="connsiteX1010" fmla="*/ 937586 w 10199209"/>
              <a:gd name="connsiteY1010" fmla="*/ 3218563 h 4685214"/>
              <a:gd name="connsiteX1011" fmla="*/ 937345 w 10199209"/>
              <a:gd name="connsiteY1011" fmla="*/ 3226229 h 4685214"/>
              <a:gd name="connsiteX1012" fmla="*/ 937505 w 10199209"/>
              <a:gd name="connsiteY1012" fmla="*/ 3233798 h 4685214"/>
              <a:gd name="connsiteX1013" fmla="*/ 938160 w 10199209"/>
              <a:gd name="connsiteY1013" fmla="*/ 3241668 h 4685214"/>
              <a:gd name="connsiteX1014" fmla="*/ 939613 w 10199209"/>
              <a:gd name="connsiteY1014" fmla="*/ 3249343 h 4685214"/>
              <a:gd name="connsiteX1015" fmla="*/ 940969 w 10199209"/>
              <a:gd name="connsiteY1015" fmla="*/ 3256620 h 4685214"/>
              <a:gd name="connsiteX1016" fmla="*/ 941731 w 10199209"/>
              <a:gd name="connsiteY1016" fmla="*/ 3263197 h 4685214"/>
              <a:gd name="connsiteX1017" fmla="*/ 943938 w 10199209"/>
              <a:gd name="connsiteY1017" fmla="*/ 3279141 h 4685214"/>
              <a:gd name="connsiteX1018" fmla="*/ 944664 w 10199209"/>
              <a:gd name="connsiteY1018" fmla="*/ 3292488 h 4685214"/>
              <a:gd name="connsiteX1019" fmla="*/ 945027 w 10199209"/>
              <a:gd name="connsiteY1019" fmla="*/ 3299162 h 4685214"/>
              <a:gd name="connsiteX1020" fmla="*/ 946188 w 10199209"/>
              <a:gd name="connsiteY1020" fmla="*/ 3305641 h 4685214"/>
              <a:gd name="connsiteX1021" fmla="*/ 946941 w 10199209"/>
              <a:gd name="connsiteY1021" fmla="*/ 3313910 h 4685214"/>
              <a:gd name="connsiteX1022" fmla="*/ 948881 w 10199209"/>
              <a:gd name="connsiteY1022" fmla="*/ 3323579 h 4685214"/>
              <a:gd name="connsiteX1023" fmla="*/ 949644 w 10199209"/>
              <a:gd name="connsiteY1023" fmla="*/ 3330156 h 4685214"/>
              <a:gd name="connsiteX1024" fmla="*/ 950805 w 10199209"/>
              <a:gd name="connsiteY1024" fmla="*/ 3336635 h 4685214"/>
              <a:gd name="connsiteX1025" fmla="*/ 950768 w 10199209"/>
              <a:gd name="connsiteY1025" fmla="*/ 3343406 h 4685214"/>
              <a:gd name="connsiteX1026" fmla="*/ 951132 w 10199209"/>
              <a:gd name="connsiteY1026" fmla="*/ 3350080 h 4685214"/>
              <a:gd name="connsiteX1027" fmla="*/ 951194 w 10199209"/>
              <a:gd name="connsiteY1027" fmla="*/ 3357250 h 4685214"/>
              <a:gd name="connsiteX1028" fmla="*/ 951352 w 10199209"/>
              <a:gd name="connsiteY1028" fmla="*/ 3364818 h 4685214"/>
              <a:gd name="connsiteX1029" fmla="*/ 952009 w 10199209"/>
              <a:gd name="connsiteY1029" fmla="*/ 3372688 h 4685214"/>
              <a:gd name="connsiteX1030" fmla="*/ 952860 w 10199209"/>
              <a:gd name="connsiteY1030" fmla="*/ 3381357 h 4685214"/>
              <a:gd name="connsiteX1031" fmla="*/ 953514 w 10199209"/>
              <a:gd name="connsiteY1031" fmla="*/ 3389227 h 4685214"/>
              <a:gd name="connsiteX1032" fmla="*/ 953284 w 10199209"/>
              <a:gd name="connsiteY1032" fmla="*/ 3395201 h 4685214"/>
              <a:gd name="connsiteX1033" fmla="*/ 952956 w 10199209"/>
              <a:gd name="connsiteY1033" fmla="*/ 3400775 h 4685214"/>
              <a:gd name="connsiteX1034" fmla="*/ 952521 w 10199209"/>
              <a:gd name="connsiteY1034" fmla="*/ 3407644 h 4685214"/>
              <a:gd name="connsiteX1035" fmla="*/ 953478 w 10199209"/>
              <a:gd name="connsiteY1035" fmla="*/ 3415018 h 4685214"/>
              <a:gd name="connsiteX1036" fmla="*/ 954338 w 10199209"/>
              <a:gd name="connsiteY1036" fmla="*/ 3421993 h 4685214"/>
              <a:gd name="connsiteX1037" fmla="*/ 955498 w 10199209"/>
              <a:gd name="connsiteY1037" fmla="*/ 3428472 h 4685214"/>
              <a:gd name="connsiteX1038" fmla="*/ 956650 w 10199209"/>
              <a:gd name="connsiteY1038" fmla="*/ 3436643 h 4685214"/>
              <a:gd name="connsiteX1039" fmla="*/ 957421 w 10199209"/>
              <a:gd name="connsiteY1039" fmla="*/ 3441527 h 4685214"/>
              <a:gd name="connsiteX1040" fmla="*/ 957005 w 10199209"/>
              <a:gd name="connsiteY1040" fmla="*/ 3445010 h 4685214"/>
              <a:gd name="connsiteX1041" fmla="*/ 957288 w 10199209"/>
              <a:gd name="connsiteY1041" fmla="*/ 3447899 h 4685214"/>
              <a:gd name="connsiteX1042" fmla="*/ 956676 w 10199209"/>
              <a:gd name="connsiteY1042" fmla="*/ 3450585 h 4685214"/>
              <a:gd name="connsiteX1043" fmla="*/ 956162 w 10199209"/>
              <a:gd name="connsiteY1043" fmla="*/ 3453670 h 4685214"/>
              <a:gd name="connsiteX1044" fmla="*/ 955551 w 10199209"/>
              <a:gd name="connsiteY1044" fmla="*/ 3456354 h 4685214"/>
              <a:gd name="connsiteX1045" fmla="*/ 956127 w 10199209"/>
              <a:gd name="connsiteY1045" fmla="*/ 3460440 h 4685214"/>
              <a:gd name="connsiteX1046" fmla="*/ 956002 w 10199209"/>
              <a:gd name="connsiteY1046" fmla="*/ 3465120 h 4685214"/>
              <a:gd name="connsiteX1047" fmla="*/ 957650 w 10199209"/>
              <a:gd name="connsiteY1047" fmla="*/ 3473592 h 4685214"/>
              <a:gd name="connsiteX1048" fmla="*/ 957624 w 10199209"/>
              <a:gd name="connsiteY1048" fmla="*/ 3478671 h 4685214"/>
              <a:gd name="connsiteX1049" fmla="*/ 957890 w 10199209"/>
              <a:gd name="connsiteY1049" fmla="*/ 3484946 h 4685214"/>
              <a:gd name="connsiteX1050" fmla="*/ 957056 w 10199209"/>
              <a:gd name="connsiteY1050" fmla="*/ 3491912 h 4685214"/>
              <a:gd name="connsiteX1051" fmla="*/ 956330 w 10199209"/>
              <a:gd name="connsiteY1051" fmla="*/ 3497584 h 4685214"/>
              <a:gd name="connsiteX1052" fmla="*/ 956311 w 10199209"/>
              <a:gd name="connsiteY1052" fmla="*/ 3500970 h 4685214"/>
              <a:gd name="connsiteX1053" fmla="*/ 956497 w 10199209"/>
              <a:gd name="connsiteY1053" fmla="*/ 3503461 h 4685214"/>
              <a:gd name="connsiteX1054" fmla="*/ 956683 w 10199209"/>
              <a:gd name="connsiteY1054" fmla="*/ 3505951 h 4685214"/>
              <a:gd name="connsiteX1055" fmla="*/ 957951 w 10199209"/>
              <a:gd name="connsiteY1055" fmla="*/ 3511136 h 4685214"/>
              <a:gd name="connsiteX1056" fmla="*/ 958801 w 10199209"/>
              <a:gd name="connsiteY1056" fmla="*/ 3519804 h 4685214"/>
              <a:gd name="connsiteX1057" fmla="*/ 958960 w 10199209"/>
              <a:gd name="connsiteY1057" fmla="*/ 3527373 h 4685214"/>
              <a:gd name="connsiteX1058" fmla="*/ 957640 w 10199209"/>
              <a:gd name="connsiteY1058" fmla="*/ 3532345 h 4685214"/>
              <a:gd name="connsiteX1059" fmla="*/ 956930 w 10199209"/>
              <a:gd name="connsiteY1059" fmla="*/ 3534631 h 4685214"/>
              <a:gd name="connsiteX1060" fmla="*/ 956319 w 10199209"/>
              <a:gd name="connsiteY1060" fmla="*/ 3537317 h 4685214"/>
              <a:gd name="connsiteX1061" fmla="*/ 955903 w 10199209"/>
              <a:gd name="connsiteY1061" fmla="*/ 3540800 h 4685214"/>
              <a:gd name="connsiteX1062" fmla="*/ 956479 w 10199209"/>
              <a:gd name="connsiteY1062" fmla="*/ 3544886 h 4685214"/>
              <a:gd name="connsiteX1063" fmla="*/ 958029 w 10199209"/>
              <a:gd name="connsiteY1063" fmla="*/ 3552960 h 4685214"/>
              <a:gd name="connsiteX1064" fmla="*/ 958879 w 10199209"/>
              <a:gd name="connsiteY1064" fmla="*/ 3561628 h 4685214"/>
              <a:gd name="connsiteX1065" fmla="*/ 958047 w 10199209"/>
              <a:gd name="connsiteY1065" fmla="*/ 3568594 h 4685214"/>
              <a:gd name="connsiteX1066" fmla="*/ 957124 w 10199209"/>
              <a:gd name="connsiteY1066" fmla="*/ 3573469 h 4685214"/>
              <a:gd name="connsiteX1067" fmla="*/ 955865 w 10199209"/>
              <a:gd name="connsiteY1067" fmla="*/ 3585611 h 4685214"/>
              <a:gd name="connsiteX1068" fmla="*/ 955492 w 10199209"/>
              <a:gd name="connsiteY1068" fmla="*/ 3599649 h 4685214"/>
              <a:gd name="connsiteX1069" fmla="*/ 954624 w 10199209"/>
              <a:gd name="connsiteY1069" fmla="*/ 3613387 h 4685214"/>
              <a:gd name="connsiteX1070" fmla="*/ 953373 w 10199209"/>
              <a:gd name="connsiteY1070" fmla="*/ 3623836 h 4685214"/>
              <a:gd name="connsiteX1071" fmla="*/ 952443 w 10199209"/>
              <a:gd name="connsiteY1071" fmla="*/ 3630404 h 4685214"/>
              <a:gd name="connsiteX1072" fmla="*/ 952212 w 10199209"/>
              <a:gd name="connsiteY1072" fmla="*/ 3636377 h 4685214"/>
              <a:gd name="connsiteX1073" fmla="*/ 951982 w 10199209"/>
              <a:gd name="connsiteY1073" fmla="*/ 3642351 h 4685214"/>
              <a:gd name="connsiteX1074" fmla="*/ 951547 w 10199209"/>
              <a:gd name="connsiteY1074" fmla="*/ 3649219 h 4685214"/>
              <a:gd name="connsiteX1075" fmla="*/ 926628 w 10199209"/>
              <a:gd name="connsiteY1075" fmla="*/ 3823951 h 4685214"/>
              <a:gd name="connsiteX1076" fmla="*/ 921938 w 10199209"/>
              <a:gd name="connsiteY1076" fmla="*/ 3844538 h 4685214"/>
              <a:gd name="connsiteX1077" fmla="*/ 917648 w 10199209"/>
              <a:gd name="connsiteY1077" fmla="*/ 3865029 h 4685214"/>
              <a:gd name="connsiteX1078" fmla="*/ 913854 w 10199209"/>
              <a:gd name="connsiteY1078" fmla="*/ 3885821 h 4685214"/>
              <a:gd name="connsiteX1079" fmla="*/ 908668 w 10199209"/>
              <a:gd name="connsiteY1079" fmla="*/ 3906109 h 4685214"/>
              <a:gd name="connsiteX1080" fmla="*/ 901347 w 10199209"/>
              <a:gd name="connsiteY1080" fmla="*/ 3934948 h 4685214"/>
              <a:gd name="connsiteX1081" fmla="*/ 901444 w 10199209"/>
              <a:gd name="connsiteY1081" fmla="*/ 3935346 h 4685214"/>
              <a:gd name="connsiteX1082" fmla="*/ 901240 w 10199209"/>
              <a:gd name="connsiteY1082" fmla="*/ 3936242 h 4685214"/>
              <a:gd name="connsiteX1083" fmla="*/ 870110 w 10199209"/>
              <a:gd name="connsiteY1083" fmla="*/ 4042330 h 4685214"/>
              <a:gd name="connsiteX1084" fmla="*/ 868798 w 10199209"/>
              <a:gd name="connsiteY1084" fmla="*/ 4045608 h 4685214"/>
              <a:gd name="connsiteX1085" fmla="*/ 868488 w 10199209"/>
              <a:gd name="connsiteY1085" fmla="*/ 4047798 h 4685214"/>
              <a:gd name="connsiteX1086" fmla="*/ 867788 w 10199209"/>
              <a:gd name="connsiteY1086" fmla="*/ 4048392 h 4685214"/>
              <a:gd name="connsiteX1087" fmla="*/ 867681 w 10199209"/>
              <a:gd name="connsiteY1087" fmla="*/ 4049685 h 4685214"/>
              <a:gd name="connsiteX1088" fmla="*/ 867079 w 10199209"/>
              <a:gd name="connsiteY1088" fmla="*/ 4050679 h 4685214"/>
              <a:gd name="connsiteX1089" fmla="*/ 866874 w 10199209"/>
              <a:gd name="connsiteY1089" fmla="*/ 4051574 h 4685214"/>
              <a:gd name="connsiteX1090" fmla="*/ 790833 w 10199209"/>
              <a:gd name="connsiteY1090" fmla="*/ 4252323 h 4685214"/>
              <a:gd name="connsiteX1091" fmla="*/ 790524 w 10199209"/>
              <a:gd name="connsiteY1091" fmla="*/ 4254513 h 4685214"/>
              <a:gd name="connsiteX1092" fmla="*/ 788812 w 10199209"/>
              <a:gd name="connsiteY1092" fmla="*/ 4257890 h 4685214"/>
              <a:gd name="connsiteX1093" fmla="*/ 766626 w 10199209"/>
              <a:gd name="connsiteY1093" fmla="*/ 4310649 h 4685214"/>
              <a:gd name="connsiteX1094" fmla="*/ 764908 w 10199209"/>
              <a:gd name="connsiteY1094" fmla="*/ 4315719 h 4685214"/>
              <a:gd name="connsiteX1095" fmla="*/ 762789 w 10199209"/>
              <a:gd name="connsiteY1095" fmla="*/ 4320886 h 4685214"/>
              <a:gd name="connsiteX1096" fmla="*/ 760883 w 10199209"/>
              <a:gd name="connsiteY1096" fmla="*/ 4323465 h 4685214"/>
              <a:gd name="connsiteX1097" fmla="*/ 760174 w 10199209"/>
              <a:gd name="connsiteY1097" fmla="*/ 4325752 h 4685214"/>
              <a:gd name="connsiteX1098" fmla="*/ 759873 w 10199209"/>
              <a:gd name="connsiteY1098" fmla="*/ 4326248 h 4685214"/>
              <a:gd name="connsiteX1099" fmla="*/ 759270 w 10199209"/>
              <a:gd name="connsiteY1099" fmla="*/ 4327241 h 4685214"/>
              <a:gd name="connsiteX1100" fmla="*/ 758968 w 10199209"/>
              <a:gd name="connsiteY1100" fmla="*/ 4327737 h 4685214"/>
              <a:gd name="connsiteX1101" fmla="*/ 758366 w 10199209"/>
              <a:gd name="connsiteY1101" fmla="*/ 4328729 h 4685214"/>
              <a:gd name="connsiteX1102" fmla="*/ 758162 w 10199209"/>
              <a:gd name="connsiteY1102" fmla="*/ 4329624 h 4685214"/>
              <a:gd name="connsiteX1103" fmla="*/ 757860 w 10199209"/>
              <a:gd name="connsiteY1103" fmla="*/ 4330121 h 4685214"/>
              <a:gd name="connsiteX1104" fmla="*/ 616959 w 10199209"/>
              <a:gd name="connsiteY1104" fmla="*/ 4594062 h 4685214"/>
              <a:gd name="connsiteX1105" fmla="*/ 616657 w 10199209"/>
              <a:gd name="connsiteY1105" fmla="*/ 4594558 h 4685214"/>
              <a:gd name="connsiteX1106" fmla="*/ 615655 w 10199209"/>
              <a:gd name="connsiteY1106" fmla="*/ 4595648 h 4685214"/>
              <a:gd name="connsiteX1107" fmla="*/ 615354 w 10199209"/>
              <a:gd name="connsiteY1107" fmla="*/ 4596144 h 4685214"/>
              <a:gd name="connsiteX1108" fmla="*/ 614751 w 10199209"/>
              <a:gd name="connsiteY1108" fmla="*/ 4597136 h 4685214"/>
              <a:gd name="connsiteX1109" fmla="*/ 612535 w 10199209"/>
              <a:gd name="connsiteY1109" fmla="*/ 4601905 h 4685214"/>
              <a:gd name="connsiteX1110" fmla="*/ 609424 w 10199209"/>
              <a:gd name="connsiteY1110" fmla="*/ 4606469 h 4685214"/>
              <a:gd name="connsiteX1111" fmla="*/ 607713 w 10199209"/>
              <a:gd name="connsiteY1111" fmla="*/ 4609846 h 4685214"/>
              <a:gd name="connsiteX1112" fmla="*/ 605507 w 10199209"/>
              <a:gd name="connsiteY1112" fmla="*/ 4612921 h 4685214"/>
              <a:gd name="connsiteX1113" fmla="*/ 597964 w 10199209"/>
              <a:gd name="connsiteY1113" fmla="*/ 4627022 h 4685214"/>
              <a:gd name="connsiteX1114" fmla="*/ 597264 w 10199209"/>
              <a:gd name="connsiteY1114" fmla="*/ 4627616 h 4685214"/>
              <a:gd name="connsiteX1115" fmla="*/ 597060 w 10199209"/>
              <a:gd name="connsiteY1115" fmla="*/ 4628511 h 4685214"/>
              <a:gd name="connsiteX1116" fmla="*/ 594853 w 10199209"/>
              <a:gd name="connsiteY1116" fmla="*/ 4631586 h 4685214"/>
              <a:gd name="connsiteX1117" fmla="*/ 593346 w 10199209"/>
              <a:gd name="connsiteY1117" fmla="*/ 4634068 h 4685214"/>
              <a:gd name="connsiteX1118" fmla="*/ 592238 w 10199209"/>
              <a:gd name="connsiteY1118" fmla="*/ 4636452 h 4685214"/>
              <a:gd name="connsiteX1119" fmla="*/ 572154 w 10199209"/>
              <a:gd name="connsiteY1119" fmla="*/ 4668410 h 4685214"/>
              <a:gd name="connsiteX1120" fmla="*/ 570851 w 10199209"/>
              <a:gd name="connsiteY1120" fmla="*/ 4669997 h 4685214"/>
              <a:gd name="connsiteX1121" fmla="*/ 569947 w 10199209"/>
              <a:gd name="connsiteY1121" fmla="*/ 4671486 h 4685214"/>
              <a:gd name="connsiteX1122" fmla="*/ 569743 w 10199209"/>
              <a:gd name="connsiteY1122" fmla="*/ 4672381 h 4685214"/>
              <a:gd name="connsiteX1123" fmla="*/ 569140 w 10199209"/>
              <a:gd name="connsiteY1123" fmla="*/ 4673373 h 4685214"/>
              <a:gd name="connsiteX1124" fmla="*/ 566729 w 10199209"/>
              <a:gd name="connsiteY1124" fmla="*/ 4677344 h 4685214"/>
              <a:gd name="connsiteX1125" fmla="*/ 565932 w 10199209"/>
              <a:gd name="connsiteY1125" fmla="*/ 4677539 h 4685214"/>
              <a:gd name="connsiteX1126" fmla="*/ 565923 w 10199209"/>
              <a:gd name="connsiteY1126" fmla="*/ 4679232 h 4685214"/>
              <a:gd name="connsiteX1127" fmla="*/ 567385 w 10199209"/>
              <a:gd name="connsiteY1127" fmla="*/ 4685214 h 4685214"/>
              <a:gd name="connsiteX1128" fmla="*/ 579749 w 10199209"/>
              <a:gd name="connsiteY1128" fmla="*/ 4682193 h 4685214"/>
              <a:gd name="connsiteX1129" fmla="*/ 593407 w 10199209"/>
              <a:gd name="connsiteY1129" fmla="*/ 4679277 h 468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</a:cxnLst>
            <a:rect l="l" t="t" r="r" b="b"/>
            <a:pathLst>
              <a:path w="10199209" h="4685214">
                <a:moveTo>
                  <a:pt x="607960" y="4676565"/>
                </a:moveTo>
                <a:lnTo>
                  <a:pt x="623115" y="4672861"/>
                </a:lnTo>
                <a:lnTo>
                  <a:pt x="638271" y="4669157"/>
                </a:lnTo>
                <a:lnTo>
                  <a:pt x="652230" y="4665745"/>
                </a:lnTo>
                <a:lnTo>
                  <a:pt x="665196" y="4661731"/>
                </a:lnTo>
                <a:lnTo>
                  <a:pt x="676071" y="4657805"/>
                </a:lnTo>
                <a:lnTo>
                  <a:pt x="687948" y="4652789"/>
                </a:lnTo>
                <a:lnTo>
                  <a:pt x="700418" y="4648473"/>
                </a:lnTo>
                <a:lnTo>
                  <a:pt x="713287" y="4644061"/>
                </a:lnTo>
                <a:lnTo>
                  <a:pt x="725359" y="4639842"/>
                </a:lnTo>
                <a:lnTo>
                  <a:pt x="737829" y="4635526"/>
                </a:lnTo>
                <a:lnTo>
                  <a:pt x="749803" y="4630909"/>
                </a:lnTo>
                <a:lnTo>
                  <a:pt x="760979" y="4626486"/>
                </a:lnTo>
                <a:lnTo>
                  <a:pt x="772262" y="4620771"/>
                </a:lnTo>
                <a:lnTo>
                  <a:pt x="782844" y="4615648"/>
                </a:lnTo>
                <a:lnTo>
                  <a:pt x="794126" y="4609932"/>
                </a:lnTo>
                <a:lnTo>
                  <a:pt x="804904" y="4605608"/>
                </a:lnTo>
                <a:lnTo>
                  <a:pt x="815788" y="4599988"/>
                </a:lnTo>
                <a:lnTo>
                  <a:pt x="827266" y="4595071"/>
                </a:lnTo>
                <a:lnTo>
                  <a:pt x="838247" y="4589850"/>
                </a:lnTo>
                <a:lnTo>
                  <a:pt x="849228" y="4584630"/>
                </a:lnTo>
                <a:lnTo>
                  <a:pt x="860014" y="4578613"/>
                </a:lnTo>
                <a:lnTo>
                  <a:pt x="983069" y="4507963"/>
                </a:lnTo>
                <a:lnTo>
                  <a:pt x="991666" y="4501635"/>
                </a:lnTo>
                <a:lnTo>
                  <a:pt x="1000166" y="4494907"/>
                </a:lnTo>
                <a:lnTo>
                  <a:pt x="1008666" y="4488181"/>
                </a:lnTo>
                <a:lnTo>
                  <a:pt x="1017467" y="4480958"/>
                </a:lnTo>
                <a:lnTo>
                  <a:pt x="1099903" y="4408401"/>
                </a:lnTo>
                <a:lnTo>
                  <a:pt x="1103607" y="4404536"/>
                </a:lnTo>
                <a:lnTo>
                  <a:pt x="1108208" y="4400877"/>
                </a:lnTo>
                <a:lnTo>
                  <a:pt x="1111018" y="4396809"/>
                </a:lnTo>
                <a:lnTo>
                  <a:pt x="1115024" y="4392448"/>
                </a:lnTo>
                <a:lnTo>
                  <a:pt x="1167246" y="4327697"/>
                </a:lnTo>
                <a:lnTo>
                  <a:pt x="1170455" y="4323533"/>
                </a:lnTo>
                <a:lnTo>
                  <a:pt x="1174461" y="4319172"/>
                </a:lnTo>
                <a:lnTo>
                  <a:pt x="1256721" y="4204392"/>
                </a:lnTo>
                <a:lnTo>
                  <a:pt x="1257324" y="4203399"/>
                </a:lnTo>
                <a:lnTo>
                  <a:pt x="1257527" y="4202504"/>
                </a:lnTo>
                <a:lnTo>
                  <a:pt x="1339638" y="4059442"/>
                </a:lnTo>
                <a:lnTo>
                  <a:pt x="1342350" y="4054975"/>
                </a:lnTo>
                <a:lnTo>
                  <a:pt x="1344469" y="4049808"/>
                </a:lnTo>
                <a:lnTo>
                  <a:pt x="1370359" y="3993185"/>
                </a:lnTo>
                <a:lnTo>
                  <a:pt x="1373470" y="3988620"/>
                </a:lnTo>
                <a:lnTo>
                  <a:pt x="1375889" y="3982957"/>
                </a:lnTo>
                <a:lnTo>
                  <a:pt x="1402587" y="3924446"/>
                </a:lnTo>
                <a:lnTo>
                  <a:pt x="1407320" y="3914412"/>
                </a:lnTo>
                <a:lnTo>
                  <a:pt x="1412248" y="3905178"/>
                </a:lnTo>
                <a:lnTo>
                  <a:pt x="1421218" y="3884811"/>
                </a:lnTo>
                <a:lnTo>
                  <a:pt x="1422725" y="3882330"/>
                </a:lnTo>
                <a:lnTo>
                  <a:pt x="1423833" y="3879945"/>
                </a:lnTo>
                <a:lnTo>
                  <a:pt x="1424737" y="3878457"/>
                </a:lnTo>
                <a:lnTo>
                  <a:pt x="1425047" y="3876267"/>
                </a:lnTo>
                <a:lnTo>
                  <a:pt x="1425747" y="3875673"/>
                </a:lnTo>
                <a:lnTo>
                  <a:pt x="1425951" y="3874778"/>
                </a:lnTo>
                <a:lnTo>
                  <a:pt x="1482191" y="3746915"/>
                </a:lnTo>
                <a:lnTo>
                  <a:pt x="1483104" y="3743734"/>
                </a:lnTo>
                <a:lnTo>
                  <a:pt x="1484513" y="3740854"/>
                </a:lnTo>
                <a:lnTo>
                  <a:pt x="1485329" y="3737273"/>
                </a:lnTo>
                <a:lnTo>
                  <a:pt x="1486232" y="3735784"/>
                </a:lnTo>
                <a:lnTo>
                  <a:pt x="1486737" y="3734392"/>
                </a:lnTo>
                <a:lnTo>
                  <a:pt x="1488448" y="3731015"/>
                </a:lnTo>
                <a:lnTo>
                  <a:pt x="1539086" y="3607903"/>
                </a:lnTo>
                <a:lnTo>
                  <a:pt x="1541604" y="3602639"/>
                </a:lnTo>
                <a:lnTo>
                  <a:pt x="1543625" y="3597073"/>
                </a:lnTo>
                <a:lnTo>
                  <a:pt x="1553099" y="3575315"/>
                </a:lnTo>
                <a:lnTo>
                  <a:pt x="1562681" y="3552263"/>
                </a:lnTo>
                <a:lnTo>
                  <a:pt x="1567521" y="3540937"/>
                </a:lnTo>
                <a:lnTo>
                  <a:pt x="1572360" y="3529610"/>
                </a:lnTo>
                <a:lnTo>
                  <a:pt x="1577298" y="3518682"/>
                </a:lnTo>
                <a:lnTo>
                  <a:pt x="1583130" y="3507958"/>
                </a:lnTo>
                <a:lnTo>
                  <a:pt x="1622865" y="3431889"/>
                </a:lnTo>
                <a:lnTo>
                  <a:pt x="1625080" y="3427121"/>
                </a:lnTo>
                <a:lnTo>
                  <a:pt x="1628192" y="3422557"/>
                </a:lnTo>
                <a:lnTo>
                  <a:pt x="1628794" y="3421564"/>
                </a:lnTo>
                <a:lnTo>
                  <a:pt x="1629095" y="3421068"/>
                </a:lnTo>
                <a:lnTo>
                  <a:pt x="1635938" y="3407561"/>
                </a:lnTo>
                <a:lnTo>
                  <a:pt x="1637144" y="3405576"/>
                </a:lnTo>
                <a:lnTo>
                  <a:pt x="1638251" y="3403192"/>
                </a:lnTo>
                <a:lnTo>
                  <a:pt x="1674148" y="3337360"/>
                </a:lnTo>
                <a:lnTo>
                  <a:pt x="1678474" y="3329117"/>
                </a:lnTo>
                <a:lnTo>
                  <a:pt x="1684006" y="3318889"/>
                </a:lnTo>
                <a:lnTo>
                  <a:pt x="1689731" y="3309460"/>
                </a:lnTo>
                <a:lnTo>
                  <a:pt x="1694950" y="3301421"/>
                </a:lnTo>
                <a:lnTo>
                  <a:pt x="1700774" y="3292391"/>
                </a:lnTo>
                <a:lnTo>
                  <a:pt x="1706499" y="3282961"/>
                </a:lnTo>
                <a:lnTo>
                  <a:pt x="1718048" y="3264500"/>
                </a:lnTo>
                <a:lnTo>
                  <a:pt x="1723969" y="3255867"/>
                </a:lnTo>
                <a:lnTo>
                  <a:pt x="1729393" y="3246934"/>
                </a:lnTo>
                <a:lnTo>
                  <a:pt x="1735811" y="3238603"/>
                </a:lnTo>
                <a:lnTo>
                  <a:pt x="1742024" y="3231167"/>
                </a:lnTo>
                <a:lnTo>
                  <a:pt x="1820623" y="3130807"/>
                </a:lnTo>
                <a:lnTo>
                  <a:pt x="1824231" y="3126543"/>
                </a:lnTo>
                <a:lnTo>
                  <a:pt x="1827936" y="3122680"/>
                </a:lnTo>
                <a:lnTo>
                  <a:pt x="1845157" y="3104945"/>
                </a:lnTo>
                <a:lnTo>
                  <a:pt x="1862175" y="3088106"/>
                </a:lnTo>
                <a:lnTo>
                  <a:pt x="1870984" y="3079191"/>
                </a:lnTo>
                <a:lnTo>
                  <a:pt x="1879492" y="3070772"/>
                </a:lnTo>
                <a:lnTo>
                  <a:pt x="1889092" y="3063354"/>
                </a:lnTo>
                <a:lnTo>
                  <a:pt x="1898397" y="3054739"/>
                </a:lnTo>
                <a:lnTo>
                  <a:pt x="1926698" y="3032184"/>
                </a:lnTo>
                <a:lnTo>
                  <a:pt x="1947500" y="3015265"/>
                </a:lnTo>
                <a:lnTo>
                  <a:pt x="1963603" y="3001609"/>
                </a:lnTo>
                <a:lnTo>
                  <a:pt x="1977706" y="2990132"/>
                </a:lnTo>
                <a:lnTo>
                  <a:pt x="1991699" y="2979949"/>
                </a:lnTo>
                <a:lnTo>
                  <a:pt x="2008788" y="2968588"/>
                </a:lnTo>
                <a:lnTo>
                  <a:pt x="2030671" y="2954363"/>
                </a:lnTo>
                <a:lnTo>
                  <a:pt x="2061036" y="2936798"/>
                </a:lnTo>
                <a:lnTo>
                  <a:pt x="2080507" y="2926544"/>
                </a:lnTo>
                <a:lnTo>
                  <a:pt x="2105563" y="2914925"/>
                </a:lnTo>
                <a:lnTo>
                  <a:pt x="2134510" y="2901934"/>
                </a:lnTo>
                <a:lnTo>
                  <a:pt x="2165548" y="2888854"/>
                </a:lnTo>
                <a:lnTo>
                  <a:pt x="2196586" y="2875773"/>
                </a:lnTo>
                <a:lnTo>
                  <a:pt x="2225320" y="2865368"/>
                </a:lnTo>
                <a:lnTo>
                  <a:pt x="2225881" y="2865173"/>
                </a:lnTo>
                <a:lnTo>
                  <a:pt x="2224845" y="2860934"/>
                </a:lnTo>
                <a:lnTo>
                  <a:pt x="2845053" y="2700635"/>
                </a:lnTo>
                <a:cubicBezTo>
                  <a:pt x="4122871" y="2359569"/>
                  <a:pt x="5388853" y="1964643"/>
                  <a:pt x="6683729" y="1675332"/>
                </a:cubicBezTo>
                <a:lnTo>
                  <a:pt x="7231783" y="1560120"/>
                </a:lnTo>
                <a:lnTo>
                  <a:pt x="7232600" y="1563463"/>
                </a:lnTo>
                <a:lnTo>
                  <a:pt x="7269595" y="1553743"/>
                </a:lnTo>
                <a:lnTo>
                  <a:pt x="7315860" y="1542435"/>
                </a:lnTo>
                <a:lnTo>
                  <a:pt x="7357932" y="1532997"/>
                </a:lnTo>
                <a:lnTo>
                  <a:pt x="7375879" y="1528611"/>
                </a:lnTo>
                <a:lnTo>
                  <a:pt x="7391930" y="1525110"/>
                </a:lnTo>
                <a:lnTo>
                  <a:pt x="7404587" y="1523285"/>
                </a:lnTo>
                <a:lnTo>
                  <a:pt x="7413556" y="1521938"/>
                </a:lnTo>
                <a:lnTo>
                  <a:pt x="7423420" y="1520796"/>
                </a:lnTo>
                <a:lnTo>
                  <a:pt x="7434383" y="1518961"/>
                </a:lnTo>
                <a:lnTo>
                  <a:pt x="7445151" y="1516329"/>
                </a:lnTo>
                <a:lnTo>
                  <a:pt x="7456319" y="1513600"/>
                </a:lnTo>
                <a:lnTo>
                  <a:pt x="7478255" y="1508239"/>
                </a:lnTo>
                <a:lnTo>
                  <a:pt x="7498489" y="1504561"/>
                </a:lnTo>
                <a:lnTo>
                  <a:pt x="7548015" y="1497951"/>
                </a:lnTo>
                <a:lnTo>
                  <a:pt x="7589768" y="1492396"/>
                </a:lnTo>
                <a:lnTo>
                  <a:pt x="7625645" y="1487009"/>
                </a:lnTo>
                <a:lnTo>
                  <a:pt x="7659130" y="1482205"/>
                </a:lnTo>
                <a:lnTo>
                  <a:pt x="7693207" y="1478103"/>
                </a:lnTo>
                <a:lnTo>
                  <a:pt x="7730068" y="1475012"/>
                </a:lnTo>
                <a:lnTo>
                  <a:pt x="7771405" y="1472939"/>
                </a:lnTo>
                <a:lnTo>
                  <a:pt x="7822198" y="1471513"/>
                </a:lnTo>
                <a:lnTo>
                  <a:pt x="7841820" y="1470522"/>
                </a:lnTo>
                <a:lnTo>
                  <a:pt x="7862337" y="1469734"/>
                </a:lnTo>
                <a:lnTo>
                  <a:pt x="7882456" y="1469043"/>
                </a:lnTo>
                <a:lnTo>
                  <a:pt x="7901582" y="1467749"/>
                </a:lnTo>
                <a:lnTo>
                  <a:pt x="7912343" y="1466811"/>
                </a:lnTo>
                <a:lnTo>
                  <a:pt x="7921507" y="1466262"/>
                </a:lnTo>
                <a:lnTo>
                  <a:pt x="7931469" y="1465518"/>
                </a:lnTo>
                <a:lnTo>
                  <a:pt x="7941829" y="1464676"/>
                </a:lnTo>
                <a:lnTo>
                  <a:pt x="7979177" y="1463578"/>
                </a:lnTo>
                <a:lnTo>
                  <a:pt x="7979727" y="1472742"/>
                </a:lnTo>
                <a:cubicBezTo>
                  <a:pt x="7980241" y="1475998"/>
                  <a:pt x="7980755" y="1479254"/>
                  <a:pt x="7981269" y="1482509"/>
                </a:cubicBezTo>
                <a:cubicBezTo>
                  <a:pt x="7981980" y="1485998"/>
                  <a:pt x="7982692" y="1489487"/>
                  <a:pt x="7983403" y="1492976"/>
                </a:cubicBezTo>
                <a:cubicBezTo>
                  <a:pt x="7984148" y="1496598"/>
                  <a:pt x="7984891" y="1500220"/>
                  <a:pt x="7985637" y="1503842"/>
                </a:cubicBezTo>
                <a:cubicBezTo>
                  <a:pt x="7986215" y="1507364"/>
                  <a:pt x="7986795" y="1510885"/>
                  <a:pt x="7987374" y="1514407"/>
                </a:cubicBezTo>
                <a:cubicBezTo>
                  <a:pt x="7988053" y="1517763"/>
                  <a:pt x="7988732" y="1521119"/>
                  <a:pt x="7989411" y="1524475"/>
                </a:cubicBezTo>
                <a:lnTo>
                  <a:pt x="7990457" y="1533941"/>
                </a:lnTo>
                <a:lnTo>
                  <a:pt x="7990811" y="1542308"/>
                </a:lnTo>
                <a:lnTo>
                  <a:pt x="7990661" y="1552065"/>
                </a:lnTo>
                <a:lnTo>
                  <a:pt x="7991511" y="1560733"/>
                </a:lnTo>
                <a:cubicBezTo>
                  <a:pt x="7992028" y="1563425"/>
                  <a:pt x="7992544" y="1566116"/>
                  <a:pt x="7993061" y="1568808"/>
                </a:cubicBezTo>
                <a:cubicBezTo>
                  <a:pt x="7993871" y="1572696"/>
                  <a:pt x="7994680" y="1576584"/>
                  <a:pt x="7995490" y="1580472"/>
                </a:cubicBezTo>
                <a:cubicBezTo>
                  <a:pt x="7995906" y="1583329"/>
                  <a:pt x="7996324" y="1586184"/>
                  <a:pt x="7996740" y="1589042"/>
                </a:cubicBezTo>
                <a:cubicBezTo>
                  <a:pt x="7997548" y="1592930"/>
                  <a:pt x="7998358" y="1596817"/>
                  <a:pt x="7999167" y="1600706"/>
                </a:cubicBezTo>
                <a:lnTo>
                  <a:pt x="7999610" y="1611163"/>
                </a:lnTo>
                <a:lnTo>
                  <a:pt x="8000060" y="1619930"/>
                </a:lnTo>
                <a:lnTo>
                  <a:pt x="7999831" y="1625902"/>
                </a:lnTo>
                <a:lnTo>
                  <a:pt x="7999805" y="1630981"/>
                </a:lnTo>
                <a:cubicBezTo>
                  <a:pt x="8000029" y="1632475"/>
                  <a:pt x="8000254" y="1633970"/>
                  <a:pt x="8000478" y="1635465"/>
                </a:cubicBezTo>
                <a:lnTo>
                  <a:pt x="8000558" y="1639249"/>
                </a:lnTo>
                <a:lnTo>
                  <a:pt x="8002507" y="1647226"/>
                </a:lnTo>
                <a:lnTo>
                  <a:pt x="8003252" y="1657189"/>
                </a:lnTo>
                <a:lnTo>
                  <a:pt x="8003313" y="1664359"/>
                </a:lnTo>
                <a:lnTo>
                  <a:pt x="8002275" y="1672219"/>
                </a:lnTo>
                <a:lnTo>
                  <a:pt x="8001957" y="1676101"/>
                </a:lnTo>
                <a:lnTo>
                  <a:pt x="8001734" y="1680382"/>
                </a:lnTo>
                <a:lnTo>
                  <a:pt x="8002204" y="1685763"/>
                </a:lnTo>
                <a:lnTo>
                  <a:pt x="8002966" y="1692338"/>
                </a:lnTo>
                <a:lnTo>
                  <a:pt x="8004331" y="1697922"/>
                </a:lnTo>
                <a:lnTo>
                  <a:pt x="8005305" y="1701911"/>
                </a:lnTo>
                <a:cubicBezTo>
                  <a:pt x="8005465" y="1703139"/>
                  <a:pt x="8005625" y="1704369"/>
                  <a:pt x="8005784" y="1705598"/>
                </a:cubicBezTo>
                <a:lnTo>
                  <a:pt x="8006051" y="1711872"/>
                </a:lnTo>
                <a:lnTo>
                  <a:pt x="8006359" y="1747723"/>
                </a:lnTo>
                <a:lnTo>
                  <a:pt x="8007103" y="1757685"/>
                </a:lnTo>
                <a:lnTo>
                  <a:pt x="8007165" y="1764854"/>
                </a:lnTo>
                <a:lnTo>
                  <a:pt x="8006127" y="1772716"/>
                </a:lnTo>
                <a:lnTo>
                  <a:pt x="8005879" y="1782076"/>
                </a:lnTo>
                <a:lnTo>
                  <a:pt x="8006039" y="1789644"/>
                </a:lnTo>
                <a:lnTo>
                  <a:pt x="8005825" y="1792232"/>
                </a:lnTo>
                <a:lnTo>
                  <a:pt x="8005516" y="1794421"/>
                </a:lnTo>
                <a:lnTo>
                  <a:pt x="8004496" y="1798898"/>
                </a:lnTo>
                <a:lnTo>
                  <a:pt x="8004265" y="1804871"/>
                </a:lnTo>
                <a:cubicBezTo>
                  <a:pt x="8004391" y="1805967"/>
                  <a:pt x="8004519" y="1807063"/>
                  <a:pt x="8004645" y="1808159"/>
                </a:cubicBezTo>
                <a:lnTo>
                  <a:pt x="8004628" y="1811545"/>
                </a:lnTo>
                <a:lnTo>
                  <a:pt x="8005595" y="1817225"/>
                </a:lnTo>
                <a:lnTo>
                  <a:pt x="8006242" y="1826789"/>
                </a:lnTo>
                <a:lnTo>
                  <a:pt x="8005008" y="1833852"/>
                </a:lnTo>
                <a:lnTo>
                  <a:pt x="8004273" y="1841217"/>
                </a:lnTo>
                <a:lnTo>
                  <a:pt x="8004414" y="1852172"/>
                </a:lnTo>
                <a:lnTo>
                  <a:pt x="8005177" y="1858748"/>
                </a:lnTo>
                <a:lnTo>
                  <a:pt x="8004866" y="1860937"/>
                </a:lnTo>
                <a:lnTo>
                  <a:pt x="8004156" y="1863224"/>
                </a:lnTo>
                <a:lnTo>
                  <a:pt x="8003332" y="1868498"/>
                </a:lnTo>
                <a:lnTo>
                  <a:pt x="8002986" y="1877458"/>
                </a:lnTo>
                <a:lnTo>
                  <a:pt x="8003438" y="1886223"/>
                </a:lnTo>
                <a:lnTo>
                  <a:pt x="8003598" y="1893792"/>
                </a:lnTo>
                <a:lnTo>
                  <a:pt x="8002791" y="1895679"/>
                </a:lnTo>
                <a:lnTo>
                  <a:pt x="8002082" y="1897967"/>
                </a:lnTo>
                <a:lnTo>
                  <a:pt x="8001559" y="1902743"/>
                </a:lnTo>
                <a:lnTo>
                  <a:pt x="8002206" y="1912306"/>
                </a:lnTo>
                <a:lnTo>
                  <a:pt x="8002355" y="1921569"/>
                </a:lnTo>
                <a:lnTo>
                  <a:pt x="8002222" y="1927941"/>
                </a:lnTo>
                <a:lnTo>
                  <a:pt x="8001415" y="1929829"/>
                </a:lnTo>
                <a:lnTo>
                  <a:pt x="8000308" y="1932212"/>
                </a:lnTo>
                <a:lnTo>
                  <a:pt x="7999785" y="1936989"/>
                </a:lnTo>
                <a:lnTo>
                  <a:pt x="8000432" y="1946553"/>
                </a:lnTo>
                <a:lnTo>
                  <a:pt x="8001379" y="1955619"/>
                </a:lnTo>
                <a:lnTo>
                  <a:pt x="8001052" y="1961194"/>
                </a:lnTo>
                <a:lnTo>
                  <a:pt x="8000342" y="1963481"/>
                </a:lnTo>
                <a:lnTo>
                  <a:pt x="7999730" y="1966166"/>
                </a:lnTo>
                <a:lnTo>
                  <a:pt x="7998604" y="1971936"/>
                </a:lnTo>
                <a:lnTo>
                  <a:pt x="7999056" y="1980701"/>
                </a:lnTo>
                <a:lnTo>
                  <a:pt x="8000004" y="1989768"/>
                </a:lnTo>
                <a:lnTo>
                  <a:pt x="7999277" y="1995440"/>
                </a:lnTo>
                <a:lnTo>
                  <a:pt x="7998666" y="1998125"/>
                </a:lnTo>
                <a:lnTo>
                  <a:pt x="7997956" y="2000412"/>
                </a:lnTo>
                <a:lnTo>
                  <a:pt x="7997628" y="2005987"/>
                </a:lnTo>
                <a:lnTo>
                  <a:pt x="7998576" y="2015053"/>
                </a:lnTo>
                <a:lnTo>
                  <a:pt x="7999223" y="2024617"/>
                </a:lnTo>
                <a:lnTo>
                  <a:pt x="7998806" y="2028099"/>
                </a:lnTo>
                <a:lnTo>
                  <a:pt x="7998505" y="2028596"/>
                </a:lnTo>
                <a:lnTo>
                  <a:pt x="7997291" y="2032274"/>
                </a:lnTo>
                <a:lnTo>
                  <a:pt x="7996759" y="2038744"/>
                </a:lnTo>
                <a:lnTo>
                  <a:pt x="7997325" y="2044522"/>
                </a:lnTo>
                <a:lnTo>
                  <a:pt x="7997796" y="2049903"/>
                </a:lnTo>
                <a:lnTo>
                  <a:pt x="7997362" y="2056771"/>
                </a:lnTo>
                <a:lnTo>
                  <a:pt x="7996642" y="2060750"/>
                </a:lnTo>
                <a:lnTo>
                  <a:pt x="7995535" y="2063135"/>
                </a:lnTo>
                <a:lnTo>
                  <a:pt x="7994719" y="2066716"/>
                </a:lnTo>
                <a:lnTo>
                  <a:pt x="7994790" y="2072192"/>
                </a:lnTo>
                <a:lnTo>
                  <a:pt x="7994959" y="2078068"/>
                </a:lnTo>
                <a:lnTo>
                  <a:pt x="7995934" y="2082057"/>
                </a:lnTo>
                <a:lnTo>
                  <a:pt x="7996713" y="2085247"/>
                </a:lnTo>
                <a:lnTo>
                  <a:pt x="7995587" y="2091017"/>
                </a:lnTo>
                <a:lnTo>
                  <a:pt x="7994158" y="2116303"/>
                </a:lnTo>
                <a:lnTo>
                  <a:pt x="7994833" y="2120788"/>
                </a:lnTo>
                <a:lnTo>
                  <a:pt x="7994017" y="2124368"/>
                </a:lnTo>
                <a:lnTo>
                  <a:pt x="7990860" y="2175436"/>
                </a:lnTo>
                <a:lnTo>
                  <a:pt x="7989833" y="2181605"/>
                </a:lnTo>
                <a:lnTo>
                  <a:pt x="7988821" y="2184387"/>
                </a:lnTo>
                <a:lnTo>
                  <a:pt x="7988113" y="2186674"/>
                </a:lnTo>
                <a:lnTo>
                  <a:pt x="7987493" y="2191052"/>
                </a:lnTo>
                <a:lnTo>
                  <a:pt x="7987005" y="2208078"/>
                </a:lnTo>
                <a:lnTo>
                  <a:pt x="7985488" y="2212252"/>
                </a:lnTo>
                <a:lnTo>
                  <a:pt x="7984779" y="2214538"/>
                </a:lnTo>
                <a:lnTo>
                  <a:pt x="7984663" y="2217526"/>
                </a:lnTo>
                <a:lnTo>
                  <a:pt x="7984035" y="2223597"/>
                </a:lnTo>
                <a:lnTo>
                  <a:pt x="7983928" y="2224891"/>
                </a:lnTo>
                <a:lnTo>
                  <a:pt x="7984220" y="2226087"/>
                </a:lnTo>
                <a:lnTo>
                  <a:pt x="7984415" y="2226884"/>
                </a:lnTo>
                <a:lnTo>
                  <a:pt x="7984310" y="2228179"/>
                </a:lnTo>
                <a:lnTo>
                  <a:pt x="7980372" y="2257037"/>
                </a:lnTo>
                <a:lnTo>
                  <a:pt x="7979655" y="2261015"/>
                </a:lnTo>
                <a:lnTo>
                  <a:pt x="7978742" y="2264197"/>
                </a:lnTo>
                <a:lnTo>
                  <a:pt x="7978236" y="2265588"/>
                </a:lnTo>
                <a:lnTo>
                  <a:pt x="7978432" y="2266387"/>
                </a:lnTo>
                <a:lnTo>
                  <a:pt x="7969088" y="2338831"/>
                </a:lnTo>
                <a:lnTo>
                  <a:pt x="7968485" y="2339824"/>
                </a:lnTo>
                <a:lnTo>
                  <a:pt x="7968379" y="2341117"/>
                </a:lnTo>
                <a:lnTo>
                  <a:pt x="7961419" y="2395651"/>
                </a:lnTo>
                <a:lnTo>
                  <a:pt x="7960196" y="2401022"/>
                </a:lnTo>
                <a:lnTo>
                  <a:pt x="7959177" y="2405498"/>
                </a:lnTo>
                <a:lnTo>
                  <a:pt x="7957855" y="2410470"/>
                </a:lnTo>
                <a:lnTo>
                  <a:pt x="7957023" y="2417435"/>
                </a:lnTo>
                <a:lnTo>
                  <a:pt x="7956571" y="2427690"/>
                </a:lnTo>
                <a:lnTo>
                  <a:pt x="7954523" y="2438334"/>
                </a:lnTo>
                <a:lnTo>
                  <a:pt x="7952777" y="2448482"/>
                </a:lnTo>
                <a:lnTo>
                  <a:pt x="7951128" y="2459029"/>
                </a:lnTo>
                <a:lnTo>
                  <a:pt x="7951091" y="2465800"/>
                </a:lnTo>
                <a:lnTo>
                  <a:pt x="7950754" y="2473068"/>
                </a:lnTo>
                <a:lnTo>
                  <a:pt x="7950240" y="2476152"/>
                </a:lnTo>
                <a:lnTo>
                  <a:pt x="7949337" y="2477641"/>
                </a:lnTo>
                <a:lnTo>
                  <a:pt x="7947724" y="2481417"/>
                </a:lnTo>
                <a:lnTo>
                  <a:pt x="7947546" y="2496253"/>
                </a:lnTo>
                <a:lnTo>
                  <a:pt x="7946127" y="2500826"/>
                </a:lnTo>
                <a:lnTo>
                  <a:pt x="7945516" y="2503511"/>
                </a:lnTo>
                <a:lnTo>
                  <a:pt x="7944700" y="2507092"/>
                </a:lnTo>
                <a:lnTo>
                  <a:pt x="7943672" y="2513260"/>
                </a:lnTo>
                <a:lnTo>
                  <a:pt x="7943548" y="2517940"/>
                </a:lnTo>
                <a:lnTo>
                  <a:pt x="7942733" y="2521520"/>
                </a:lnTo>
                <a:lnTo>
                  <a:pt x="7939816" y="2545902"/>
                </a:lnTo>
                <a:lnTo>
                  <a:pt x="7937582" y="2554056"/>
                </a:lnTo>
                <a:lnTo>
                  <a:pt x="7936962" y="2558434"/>
                </a:lnTo>
                <a:lnTo>
                  <a:pt x="7937351" y="2560029"/>
                </a:lnTo>
                <a:cubicBezTo>
                  <a:pt x="7937646" y="2560662"/>
                  <a:pt x="7937943" y="2561294"/>
                  <a:pt x="7938237" y="2561927"/>
                </a:cubicBezTo>
                <a:lnTo>
                  <a:pt x="7941011" y="2564630"/>
                </a:lnTo>
                <a:lnTo>
                  <a:pt x="7944078" y="2568530"/>
                </a:lnTo>
                <a:lnTo>
                  <a:pt x="7960625" y="2584350"/>
                </a:lnTo>
                <a:lnTo>
                  <a:pt x="7963000" y="2587150"/>
                </a:lnTo>
                <a:lnTo>
                  <a:pt x="7964488" y="2588055"/>
                </a:lnTo>
                <a:lnTo>
                  <a:pt x="7965977" y="2588959"/>
                </a:lnTo>
                <a:lnTo>
                  <a:pt x="7969548" y="2591468"/>
                </a:lnTo>
                <a:lnTo>
                  <a:pt x="7978687" y="2595996"/>
                </a:lnTo>
                <a:lnTo>
                  <a:pt x="7979678" y="2596600"/>
                </a:lnTo>
                <a:lnTo>
                  <a:pt x="7980176" y="2596901"/>
                </a:lnTo>
                <a:lnTo>
                  <a:pt x="8057077" y="2629669"/>
                </a:lnTo>
                <a:lnTo>
                  <a:pt x="8073580" y="2634935"/>
                </a:lnTo>
                <a:lnTo>
                  <a:pt x="8089489" y="2639500"/>
                </a:lnTo>
                <a:lnTo>
                  <a:pt x="8105007" y="2642469"/>
                </a:lnTo>
                <a:lnTo>
                  <a:pt x="8121128" y="2644446"/>
                </a:lnTo>
                <a:lnTo>
                  <a:pt x="8137356" y="2645129"/>
                </a:lnTo>
                <a:lnTo>
                  <a:pt x="8152786" y="2646007"/>
                </a:lnTo>
                <a:lnTo>
                  <a:pt x="8169715" y="2646096"/>
                </a:lnTo>
                <a:lnTo>
                  <a:pt x="8185447" y="2646478"/>
                </a:lnTo>
                <a:lnTo>
                  <a:pt x="8201382" y="2645964"/>
                </a:lnTo>
                <a:lnTo>
                  <a:pt x="8214330" y="2645336"/>
                </a:lnTo>
                <a:lnTo>
                  <a:pt x="8225587" y="2644698"/>
                </a:lnTo>
                <a:lnTo>
                  <a:pt x="8236248" y="2643361"/>
                </a:lnTo>
                <a:lnTo>
                  <a:pt x="8246707" y="2642917"/>
                </a:lnTo>
                <a:lnTo>
                  <a:pt x="8257767" y="2641481"/>
                </a:lnTo>
                <a:lnTo>
                  <a:pt x="8270619" y="2640454"/>
                </a:lnTo>
                <a:lnTo>
                  <a:pt x="8285465" y="2638939"/>
                </a:lnTo>
                <a:lnTo>
                  <a:pt x="8311069" y="2636485"/>
                </a:lnTo>
                <a:lnTo>
                  <a:pt x="8337774" y="2633339"/>
                </a:lnTo>
                <a:lnTo>
                  <a:pt x="8363786" y="2629095"/>
                </a:lnTo>
                <a:lnTo>
                  <a:pt x="8391395" y="2624460"/>
                </a:lnTo>
                <a:lnTo>
                  <a:pt x="8418611" y="2618231"/>
                </a:lnTo>
                <a:lnTo>
                  <a:pt x="8445334" y="2611700"/>
                </a:lnTo>
                <a:lnTo>
                  <a:pt x="8472358" y="2604672"/>
                </a:lnTo>
                <a:lnTo>
                  <a:pt x="8499585" y="2596750"/>
                </a:lnTo>
                <a:lnTo>
                  <a:pt x="8552743" y="2580799"/>
                </a:lnTo>
                <a:lnTo>
                  <a:pt x="8567102" y="2577290"/>
                </a:lnTo>
                <a:lnTo>
                  <a:pt x="8580167" y="2573674"/>
                </a:lnTo>
                <a:lnTo>
                  <a:pt x="8592335" y="2569855"/>
                </a:lnTo>
                <a:lnTo>
                  <a:pt x="8605204" y="2565442"/>
                </a:lnTo>
                <a:lnTo>
                  <a:pt x="8852738" y="2474933"/>
                </a:lnTo>
                <a:lnTo>
                  <a:pt x="8880684" y="2463032"/>
                </a:lnTo>
                <a:lnTo>
                  <a:pt x="8908531" y="2450731"/>
                </a:lnTo>
                <a:lnTo>
                  <a:pt x="8936086" y="2437234"/>
                </a:lnTo>
                <a:lnTo>
                  <a:pt x="8963641" y="2423736"/>
                </a:lnTo>
                <a:lnTo>
                  <a:pt x="8990505" y="2409140"/>
                </a:lnTo>
                <a:lnTo>
                  <a:pt x="9017865" y="2394845"/>
                </a:lnTo>
                <a:lnTo>
                  <a:pt x="9044729" y="2380249"/>
                </a:lnTo>
                <a:lnTo>
                  <a:pt x="9071398" y="2364855"/>
                </a:lnTo>
                <a:lnTo>
                  <a:pt x="9091774" y="2353113"/>
                </a:lnTo>
                <a:lnTo>
                  <a:pt x="9111752" y="2341467"/>
                </a:lnTo>
                <a:lnTo>
                  <a:pt x="9131933" y="2328927"/>
                </a:lnTo>
                <a:lnTo>
                  <a:pt x="9152211" y="2316786"/>
                </a:lnTo>
                <a:lnTo>
                  <a:pt x="9172393" y="2304245"/>
                </a:lnTo>
                <a:lnTo>
                  <a:pt x="9192078" y="2291404"/>
                </a:lnTo>
                <a:lnTo>
                  <a:pt x="9211763" y="2278563"/>
                </a:lnTo>
                <a:lnTo>
                  <a:pt x="9231448" y="2265721"/>
                </a:lnTo>
                <a:lnTo>
                  <a:pt x="9260128" y="2246454"/>
                </a:lnTo>
                <a:lnTo>
                  <a:pt x="9288012" y="2227382"/>
                </a:lnTo>
                <a:lnTo>
                  <a:pt x="9315797" y="2207911"/>
                </a:lnTo>
                <a:lnTo>
                  <a:pt x="9343885" y="2187944"/>
                </a:lnTo>
                <a:lnTo>
                  <a:pt x="9371476" y="2167676"/>
                </a:lnTo>
                <a:lnTo>
                  <a:pt x="9398570" y="2147106"/>
                </a:lnTo>
                <a:lnTo>
                  <a:pt x="9425470" y="2125738"/>
                </a:lnTo>
                <a:lnTo>
                  <a:pt x="9451776" y="2103670"/>
                </a:lnTo>
                <a:lnTo>
                  <a:pt x="9471477" y="2087443"/>
                </a:lnTo>
                <a:lnTo>
                  <a:pt x="9488087" y="2072395"/>
                </a:lnTo>
                <a:lnTo>
                  <a:pt x="9504289" y="2059136"/>
                </a:lnTo>
                <a:lnTo>
                  <a:pt x="9519198" y="2045772"/>
                </a:lnTo>
                <a:lnTo>
                  <a:pt x="9534203" y="2032806"/>
                </a:lnTo>
                <a:lnTo>
                  <a:pt x="9549811" y="2018847"/>
                </a:lnTo>
                <a:lnTo>
                  <a:pt x="9566128" y="2002602"/>
                </a:lnTo>
                <a:lnTo>
                  <a:pt x="9584944" y="1984479"/>
                </a:lnTo>
                <a:lnTo>
                  <a:pt x="9600357" y="1969722"/>
                </a:lnTo>
                <a:lnTo>
                  <a:pt x="9616267" y="1955268"/>
                </a:lnTo>
                <a:lnTo>
                  <a:pt x="9631183" y="1940210"/>
                </a:lnTo>
                <a:lnTo>
                  <a:pt x="9646304" y="1924258"/>
                </a:lnTo>
                <a:lnTo>
                  <a:pt x="9750562" y="1811285"/>
                </a:lnTo>
                <a:lnTo>
                  <a:pt x="9753770" y="1807120"/>
                </a:lnTo>
                <a:lnTo>
                  <a:pt x="9756978" y="1802955"/>
                </a:lnTo>
                <a:lnTo>
                  <a:pt x="9760586" y="1798692"/>
                </a:lnTo>
                <a:lnTo>
                  <a:pt x="9764593" y="1794331"/>
                </a:lnTo>
                <a:lnTo>
                  <a:pt x="9847375" y="1693794"/>
                </a:lnTo>
                <a:lnTo>
                  <a:pt x="9848678" y="1692208"/>
                </a:lnTo>
                <a:lnTo>
                  <a:pt x="9849582" y="1690719"/>
                </a:lnTo>
                <a:lnTo>
                  <a:pt x="10008050" y="1457143"/>
                </a:lnTo>
                <a:lnTo>
                  <a:pt x="10009556" y="1454661"/>
                </a:lnTo>
                <a:lnTo>
                  <a:pt x="10010664" y="1452278"/>
                </a:lnTo>
                <a:lnTo>
                  <a:pt x="10041606" y="1400758"/>
                </a:lnTo>
                <a:lnTo>
                  <a:pt x="10042812" y="1398774"/>
                </a:lnTo>
                <a:lnTo>
                  <a:pt x="10044814" y="1396593"/>
                </a:lnTo>
                <a:lnTo>
                  <a:pt x="10059697" y="1369287"/>
                </a:lnTo>
                <a:lnTo>
                  <a:pt x="10060902" y="1367302"/>
                </a:lnTo>
                <a:lnTo>
                  <a:pt x="10062010" y="1364918"/>
                </a:lnTo>
                <a:lnTo>
                  <a:pt x="10131039" y="1209838"/>
                </a:lnTo>
                <a:lnTo>
                  <a:pt x="10133752" y="1205371"/>
                </a:lnTo>
                <a:lnTo>
                  <a:pt x="10135276" y="1199503"/>
                </a:lnTo>
                <a:lnTo>
                  <a:pt x="10154838" y="1153302"/>
                </a:lnTo>
                <a:lnTo>
                  <a:pt x="10156043" y="1151317"/>
                </a:lnTo>
                <a:lnTo>
                  <a:pt x="10156957" y="1148135"/>
                </a:lnTo>
                <a:lnTo>
                  <a:pt x="10163719" y="1130844"/>
                </a:lnTo>
                <a:lnTo>
                  <a:pt x="10164021" y="1130347"/>
                </a:lnTo>
                <a:lnTo>
                  <a:pt x="10163728" y="1129151"/>
                </a:lnTo>
                <a:lnTo>
                  <a:pt x="10164332" y="1128159"/>
                </a:lnTo>
                <a:lnTo>
                  <a:pt x="10164535" y="1127263"/>
                </a:lnTo>
                <a:lnTo>
                  <a:pt x="10178158" y="1093080"/>
                </a:lnTo>
                <a:lnTo>
                  <a:pt x="10178362" y="1092185"/>
                </a:lnTo>
                <a:lnTo>
                  <a:pt x="10178867" y="1090793"/>
                </a:lnTo>
                <a:lnTo>
                  <a:pt x="10193298" y="1054721"/>
                </a:lnTo>
                <a:lnTo>
                  <a:pt x="10194707" y="1051842"/>
                </a:lnTo>
                <a:lnTo>
                  <a:pt x="10195212" y="1050449"/>
                </a:lnTo>
                <a:lnTo>
                  <a:pt x="10196213" y="1049360"/>
                </a:lnTo>
                <a:lnTo>
                  <a:pt x="10199209" y="1047782"/>
                </a:lnTo>
                <a:lnTo>
                  <a:pt x="10197552" y="1041002"/>
                </a:lnTo>
                <a:lnTo>
                  <a:pt x="10195382" y="1037306"/>
                </a:lnTo>
                <a:lnTo>
                  <a:pt x="10194885" y="1037005"/>
                </a:lnTo>
                <a:lnTo>
                  <a:pt x="10192996" y="1036198"/>
                </a:lnTo>
                <a:lnTo>
                  <a:pt x="10190409" y="1035986"/>
                </a:lnTo>
                <a:lnTo>
                  <a:pt x="10187325" y="1035471"/>
                </a:lnTo>
                <a:lnTo>
                  <a:pt x="10178666" y="1034629"/>
                </a:lnTo>
                <a:lnTo>
                  <a:pt x="10169706" y="1034283"/>
                </a:lnTo>
                <a:lnTo>
                  <a:pt x="10069086" y="1023794"/>
                </a:lnTo>
                <a:lnTo>
                  <a:pt x="10024292" y="1020373"/>
                </a:lnTo>
                <a:lnTo>
                  <a:pt x="9979890" y="1018545"/>
                </a:lnTo>
                <a:lnTo>
                  <a:pt x="9934981" y="1018109"/>
                </a:lnTo>
                <a:lnTo>
                  <a:pt x="9890375" y="1017177"/>
                </a:lnTo>
                <a:lnTo>
                  <a:pt x="9845360" y="1018035"/>
                </a:lnTo>
                <a:lnTo>
                  <a:pt x="9800541" y="1019691"/>
                </a:lnTo>
                <a:lnTo>
                  <a:pt x="9756120" y="1021249"/>
                </a:lnTo>
                <a:lnTo>
                  <a:pt x="9711495" y="1023703"/>
                </a:lnTo>
                <a:lnTo>
                  <a:pt x="9665878" y="1025554"/>
                </a:lnTo>
                <a:lnTo>
                  <a:pt x="9619161" y="1028095"/>
                </a:lnTo>
                <a:lnTo>
                  <a:pt x="9573642" y="1030345"/>
                </a:lnTo>
                <a:lnTo>
                  <a:pt x="9527421" y="1033188"/>
                </a:lnTo>
                <a:lnTo>
                  <a:pt x="9480706" y="1035730"/>
                </a:lnTo>
                <a:lnTo>
                  <a:pt x="9435380" y="1038777"/>
                </a:lnTo>
                <a:lnTo>
                  <a:pt x="9388762" y="1041719"/>
                </a:lnTo>
                <a:lnTo>
                  <a:pt x="9342834" y="1045758"/>
                </a:lnTo>
                <a:lnTo>
                  <a:pt x="9320721" y="1046936"/>
                </a:lnTo>
                <a:lnTo>
                  <a:pt x="9284658" y="1049834"/>
                </a:lnTo>
                <a:lnTo>
                  <a:pt x="9239031" y="1053377"/>
                </a:lnTo>
                <a:lnTo>
                  <a:pt x="9188726" y="1056797"/>
                </a:lnTo>
                <a:lnTo>
                  <a:pt x="9139812" y="1060721"/>
                </a:lnTo>
                <a:lnTo>
                  <a:pt x="9096773" y="1064477"/>
                </a:lnTo>
                <a:lnTo>
                  <a:pt x="9063395" y="1067986"/>
                </a:lnTo>
                <a:lnTo>
                  <a:pt x="9046158" y="1070085"/>
                </a:lnTo>
                <a:lnTo>
                  <a:pt x="9050075" y="1063633"/>
                </a:lnTo>
                <a:lnTo>
                  <a:pt x="9056598" y="1054009"/>
                </a:lnTo>
                <a:lnTo>
                  <a:pt x="9065718" y="1042904"/>
                </a:lnTo>
                <a:lnTo>
                  <a:pt x="9075938" y="1031108"/>
                </a:lnTo>
                <a:lnTo>
                  <a:pt x="9096678" y="1007019"/>
                </a:lnTo>
                <a:lnTo>
                  <a:pt x="9111196" y="992059"/>
                </a:lnTo>
                <a:lnTo>
                  <a:pt x="9183466" y="921141"/>
                </a:lnTo>
                <a:lnTo>
                  <a:pt x="9193172" y="912429"/>
                </a:lnTo>
                <a:lnTo>
                  <a:pt x="9202973" y="904116"/>
                </a:lnTo>
                <a:lnTo>
                  <a:pt x="9212873" y="896202"/>
                </a:lnTo>
                <a:lnTo>
                  <a:pt x="9223279" y="886896"/>
                </a:lnTo>
                <a:lnTo>
                  <a:pt x="9239083" y="873735"/>
                </a:lnTo>
                <a:lnTo>
                  <a:pt x="9253785" y="861266"/>
                </a:lnTo>
                <a:lnTo>
                  <a:pt x="9269483" y="849399"/>
                </a:lnTo>
                <a:lnTo>
                  <a:pt x="9286269" y="838534"/>
                </a:lnTo>
                <a:lnTo>
                  <a:pt x="9350739" y="792768"/>
                </a:lnTo>
                <a:lnTo>
                  <a:pt x="9362430" y="785262"/>
                </a:lnTo>
                <a:lnTo>
                  <a:pt x="9373322" y="777949"/>
                </a:lnTo>
                <a:lnTo>
                  <a:pt x="9385110" y="770842"/>
                </a:lnTo>
                <a:lnTo>
                  <a:pt x="9397199" y="763238"/>
                </a:lnTo>
                <a:lnTo>
                  <a:pt x="9414385" y="752276"/>
                </a:lnTo>
                <a:lnTo>
                  <a:pt x="9431969" y="741216"/>
                </a:lnTo>
                <a:lnTo>
                  <a:pt x="9449554" y="730155"/>
                </a:lnTo>
                <a:lnTo>
                  <a:pt x="9466739" y="719193"/>
                </a:lnTo>
                <a:lnTo>
                  <a:pt x="9484120" y="709027"/>
                </a:lnTo>
                <a:lnTo>
                  <a:pt x="9501306" y="698065"/>
                </a:lnTo>
                <a:lnTo>
                  <a:pt x="9518987" y="687403"/>
                </a:lnTo>
                <a:lnTo>
                  <a:pt x="9535969" y="677336"/>
                </a:lnTo>
                <a:lnTo>
                  <a:pt x="9550549" y="669546"/>
                </a:lnTo>
                <a:lnTo>
                  <a:pt x="9574416" y="656527"/>
                </a:lnTo>
                <a:lnTo>
                  <a:pt x="9604480" y="639458"/>
                </a:lnTo>
                <a:lnTo>
                  <a:pt x="9637637" y="621210"/>
                </a:lnTo>
                <a:lnTo>
                  <a:pt x="9670989" y="603761"/>
                </a:lnTo>
                <a:lnTo>
                  <a:pt x="9699847" y="588677"/>
                </a:lnTo>
                <a:lnTo>
                  <a:pt x="9721517" y="577041"/>
                </a:lnTo>
                <a:lnTo>
                  <a:pt x="9733490" y="572424"/>
                </a:lnTo>
                <a:lnTo>
                  <a:pt x="9731523" y="567832"/>
                </a:lnTo>
                <a:lnTo>
                  <a:pt x="9728856" y="563835"/>
                </a:lnTo>
                <a:lnTo>
                  <a:pt x="9726383" y="560635"/>
                </a:lnTo>
                <a:lnTo>
                  <a:pt x="9723813" y="557037"/>
                </a:lnTo>
                <a:lnTo>
                  <a:pt x="9716874" y="551125"/>
                </a:lnTo>
                <a:lnTo>
                  <a:pt x="9710129" y="546012"/>
                </a:lnTo>
                <a:lnTo>
                  <a:pt x="9582028" y="440379"/>
                </a:lnTo>
                <a:lnTo>
                  <a:pt x="9581435" y="439679"/>
                </a:lnTo>
                <a:lnTo>
                  <a:pt x="9580442" y="439076"/>
                </a:lnTo>
                <a:lnTo>
                  <a:pt x="9543946" y="410803"/>
                </a:lnTo>
                <a:lnTo>
                  <a:pt x="9543157" y="409304"/>
                </a:lnTo>
                <a:lnTo>
                  <a:pt x="9541570" y="408002"/>
                </a:lnTo>
                <a:lnTo>
                  <a:pt x="9529668" y="399076"/>
                </a:lnTo>
                <a:lnTo>
                  <a:pt x="9516968" y="390346"/>
                </a:lnTo>
                <a:lnTo>
                  <a:pt x="9504560" y="382811"/>
                </a:lnTo>
                <a:lnTo>
                  <a:pt x="9491559" y="374578"/>
                </a:lnTo>
                <a:lnTo>
                  <a:pt x="9413355" y="324376"/>
                </a:lnTo>
                <a:lnTo>
                  <a:pt x="9411174" y="322373"/>
                </a:lnTo>
                <a:lnTo>
                  <a:pt x="9407798" y="320662"/>
                </a:lnTo>
                <a:lnTo>
                  <a:pt x="9392013" y="311418"/>
                </a:lnTo>
                <a:lnTo>
                  <a:pt x="9391118" y="311214"/>
                </a:lnTo>
                <a:lnTo>
                  <a:pt x="9390524" y="310514"/>
                </a:lnTo>
                <a:lnTo>
                  <a:pt x="9373551" y="299869"/>
                </a:lnTo>
                <a:lnTo>
                  <a:pt x="9370574" y="298061"/>
                </a:lnTo>
                <a:lnTo>
                  <a:pt x="9367100" y="295951"/>
                </a:lnTo>
                <a:lnTo>
                  <a:pt x="9132229" y="175416"/>
                </a:lnTo>
                <a:lnTo>
                  <a:pt x="9118120" y="169567"/>
                </a:lnTo>
                <a:lnTo>
                  <a:pt x="9103212" y="163912"/>
                </a:lnTo>
                <a:lnTo>
                  <a:pt x="9087809" y="157955"/>
                </a:lnTo>
                <a:lnTo>
                  <a:pt x="9073106" y="151405"/>
                </a:lnTo>
                <a:lnTo>
                  <a:pt x="9065856" y="147683"/>
                </a:lnTo>
                <a:lnTo>
                  <a:pt x="9058597" y="145653"/>
                </a:lnTo>
                <a:lnTo>
                  <a:pt x="9052039" y="143029"/>
                </a:lnTo>
                <a:lnTo>
                  <a:pt x="9044983" y="140104"/>
                </a:lnTo>
                <a:lnTo>
                  <a:pt x="9037132" y="137374"/>
                </a:lnTo>
                <a:lnTo>
                  <a:pt x="9029279" y="134644"/>
                </a:lnTo>
                <a:lnTo>
                  <a:pt x="8956924" y="108372"/>
                </a:lnTo>
                <a:lnTo>
                  <a:pt x="8942513" y="103018"/>
                </a:lnTo>
                <a:lnTo>
                  <a:pt x="8927703" y="97762"/>
                </a:lnTo>
                <a:lnTo>
                  <a:pt x="8912096" y="92701"/>
                </a:lnTo>
                <a:lnTo>
                  <a:pt x="8897082" y="88340"/>
                </a:lnTo>
                <a:lnTo>
                  <a:pt x="8881271" y="84173"/>
                </a:lnTo>
                <a:lnTo>
                  <a:pt x="8865859" y="79910"/>
                </a:lnTo>
                <a:lnTo>
                  <a:pt x="8850747" y="75150"/>
                </a:lnTo>
                <a:lnTo>
                  <a:pt x="8835335" y="70887"/>
                </a:lnTo>
                <a:lnTo>
                  <a:pt x="8805707" y="62067"/>
                </a:lnTo>
                <a:lnTo>
                  <a:pt x="8797349" y="60728"/>
                </a:lnTo>
                <a:lnTo>
                  <a:pt x="8788797" y="58592"/>
                </a:lnTo>
                <a:lnTo>
                  <a:pt x="8782034" y="56863"/>
                </a:lnTo>
                <a:lnTo>
                  <a:pt x="8774873" y="55233"/>
                </a:lnTo>
                <a:lnTo>
                  <a:pt x="8531828" y="11929"/>
                </a:lnTo>
                <a:lnTo>
                  <a:pt x="8499877" y="9172"/>
                </a:lnTo>
                <a:lnTo>
                  <a:pt x="8468025" y="6813"/>
                </a:lnTo>
                <a:lnTo>
                  <a:pt x="8436171" y="4455"/>
                </a:lnTo>
                <a:lnTo>
                  <a:pt x="8404017" y="2592"/>
                </a:lnTo>
                <a:lnTo>
                  <a:pt x="8372758" y="933"/>
                </a:lnTo>
                <a:lnTo>
                  <a:pt x="8340594" y="764"/>
                </a:lnTo>
                <a:lnTo>
                  <a:pt x="8309131" y="0"/>
                </a:lnTo>
                <a:lnTo>
                  <a:pt x="8276365" y="823"/>
                </a:lnTo>
                <a:lnTo>
                  <a:pt x="8133743" y="5251"/>
                </a:lnTo>
                <a:lnTo>
                  <a:pt x="8096785" y="7943"/>
                </a:lnTo>
                <a:lnTo>
                  <a:pt x="8059127" y="11230"/>
                </a:lnTo>
                <a:lnTo>
                  <a:pt x="8021167" y="15013"/>
                </a:lnTo>
                <a:lnTo>
                  <a:pt x="7983003" y="19692"/>
                </a:lnTo>
                <a:lnTo>
                  <a:pt x="7944937" y="24768"/>
                </a:lnTo>
                <a:lnTo>
                  <a:pt x="7907464" y="30545"/>
                </a:lnTo>
                <a:lnTo>
                  <a:pt x="7869787" y="37219"/>
                </a:lnTo>
                <a:lnTo>
                  <a:pt x="7833406" y="43997"/>
                </a:lnTo>
                <a:lnTo>
                  <a:pt x="7795534" y="49872"/>
                </a:lnTo>
                <a:lnTo>
                  <a:pt x="7775699" y="53452"/>
                </a:lnTo>
                <a:lnTo>
                  <a:pt x="7753967" y="57918"/>
                </a:lnTo>
                <a:lnTo>
                  <a:pt x="7732828" y="63085"/>
                </a:lnTo>
                <a:lnTo>
                  <a:pt x="7712489" y="68056"/>
                </a:lnTo>
                <a:lnTo>
                  <a:pt x="7701322" y="70785"/>
                </a:lnTo>
                <a:lnTo>
                  <a:pt x="7692139" y="74720"/>
                </a:lnTo>
                <a:lnTo>
                  <a:pt x="7683861" y="77166"/>
                </a:lnTo>
                <a:lnTo>
                  <a:pt x="7673287" y="80596"/>
                </a:lnTo>
                <a:lnTo>
                  <a:pt x="7652645" y="86064"/>
                </a:lnTo>
                <a:lnTo>
                  <a:pt x="7633298" y="91638"/>
                </a:lnTo>
                <a:lnTo>
                  <a:pt x="7614350" y="97113"/>
                </a:lnTo>
                <a:lnTo>
                  <a:pt x="7594106" y="102484"/>
                </a:lnTo>
                <a:lnTo>
                  <a:pt x="7596757" y="109866"/>
                </a:lnTo>
                <a:lnTo>
                  <a:pt x="7598909" y="116948"/>
                </a:lnTo>
                <a:cubicBezTo>
                  <a:pt x="7599561" y="119043"/>
                  <a:pt x="7600214" y="121138"/>
                  <a:pt x="7600867" y="123233"/>
                </a:cubicBezTo>
                <a:lnTo>
                  <a:pt x="7603429" y="128523"/>
                </a:lnTo>
                <a:lnTo>
                  <a:pt x="7608950" y="139008"/>
                </a:lnTo>
                <a:lnTo>
                  <a:pt x="7614471" y="149494"/>
                </a:lnTo>
                <a:lnTo>
                  <a:pt x="7617228" y="155582"/>
                </a:lnTo>
                <a:lnTo>
                  <a:pt x="7619585" y="161769"/>
                </a:lnTo>
                <a:cubicBezTo>
                  <a:pt x="7620303" y="164129"/>
                  <a:pt x="7621021" y="166489"/>
                  <a:pt x="7621739" y="168850"/>
                </a:cubicBezTo>
                <a:lnTo>
                  <a:pt x="7624299" y="174142"/>
                </a:lnTo>
                <a:lnTo>
                  <a:pt x="7627648" y="180931"/>
                </a:lnTo>
                <a:lnTo>
                  <a:pt x="7629821" y="184627"/>
                </a:lnTo>
                <a:lnTo>
                  <a:pt x="7632293" y="187826"/>
                </a:lnTo>
                <a:lnTo>
                  <a:pt x="7635156" y="192621"/>
                </a:lnTo>
                <a:lnTo>
                  <a:pt x="7637912" y="198710"/>
                </a:lnTo>
                <a:cubicBezTo>
                  <a:pt x="7638762" y="201038"/>
                  <a:pt x="7639613" y="203366"/>
                  <a:pt x="7640463" y="205693"/>
                </a:cubicBezTo>
                <a:lnTo>
                  <a:pt x="7642121" y="212474"/>
                </a:lnTo>
                <a:lnTo>
                  <a:pt x="7644380" y="218262"/>
                </a:lnTo>
                <a:lnTo>
                  <a:pt x="7647739" y="223358"/>
                </a:lnTo>
                <a:lnTo>
                  <a:pt x="7649610" y="227550"/>
                </a:lnTo>
                <a:lnTo>
                  <a:pt x="7652578" y="231051"/>
                </a:lnTo>
                <a:lnTo>
                  <a:pt x="7655441" y="235846"/>
                </a:lnTo>
                <a:lnTo>
                  <a:pt x="7658490" y="243131"/>
                </a:lnTo>
                <a:lnTo>
                  <a:pt x="7660050" y="249512"/>
                </a:lnTo>
                <a:lnTo>
                  <a:pt x="7661610" y="255894"/>
                </a:lnTo>
                <a:lnTo>
                  <a:pt x="7663664" y="262577"/>
                </a:lnTo>
                <a:lnTo>
                  <a:pt x="7666421" y="268665"/>
                </a:lnTo>
                <a:lnTo>
                  <a:pt x="7668787" y="273159"/>
                </a:lnTo>
                <a:lnTo>
                  <a:pt x="7671455" y="277157"/>
                </a:lnTo>
                <a:lnTo>
                  <a:pt x="7674318" y="281951"/>
                </a:lnTo>
                <a:lnTo>
                  <a:pt x="7678837" y="293526"/>
                </a:lnTo>
                <a:lnTo>
                  <a:pt x="7682959" y="305198"/>
                </a:lnTo>
                <a:lnTo>
                  <a:pt x="7685218" y="310987"/>
                </a:lnTo>
                <a:lnTo>
                  <a:pt x="7687380" y="316375"/>
                </a:lnTo>
                <a:lnTo>
                  <a:pt x="7690137" y="322464"/>
                </a:lnTo>
                <a:lnTo>
                  <a:pt x="7693097" y="327657"/>
                </a:lnTo>
                <a:lnTo>
                  <a:pt x="7697438" y="335050"/>
                </a:lnTo>
                <a:cubicBezTo>
                  <a:pt x="7697962" y="336612"/>
                  <a:pt x="7698484" y="338176"/>
                  <a:pt x="7699008" y="339738"/>
                </a:cubicBezTo>
                <a:lnTo>
                  <a:pt x="7700568" y="346119"/>
                </a:lnTo>
                <a:cubicBezTo>
                  <a:pt x="7701581" y="349112"/>
                  <a:pt x="7702593" y="352105"/>
                  <a:pt x="7703606" y="355098"/>
                </a:cubicBezTo>
                <a:lnTo>
                  <a:pt x="7710086" y="372956"/>
                </a:lnTo>
                <a:lnTo>
                  <a:pt x="7717751" y="392216"/>
                </a:lnTo>
                <a:lnTo>
                  <a:pt x="7722084" y="401300"/>
                </a:lnTo>
                <a:lnTo>
                  <a:pt x="7725425" y="409782"/>
                </a:lnTo>
                <a:cubicBezTo>
                  <a:pt x="7726374" y="412510"/>
                  <a:pt x="7727321" y="415236"/>
                  <a:pt x="7728270" y="417963"/>
                </a:cubicBezTo>
                <a:lnTo>
                  <a:pt x="7729830" y="424344"/>
                </a:lnTo>
                <a:cubicBezTo>
                  <a:pt x="7731233" y="428932"/>
                  <a:pt x="7732635" y="433520"/>
                  <a:pt x="7734039" y="438108"/>
                </a:cubicBezTo>
                <a:cubicBezTo>
                  <a:pt x="7735213" y="442330"/>
                  <a:pt x="7736384" y="446551"/>
                  <a:pt x="7737558" y="450773"/>
                </a:cubicBezTo>
                <a:lnTo>
                  <a:pt x="7742175" y="462748"/>
                </a:lnTo>
                <a:lnTo>
                  <a:pt x="7747296" y="473330"/>
                </a:lnTo>
                <a:lnTo>
                  <a:pt x="7751232" y="482512"/>
                </a:lnTo>
                <a:lnTo>
                  <a:pt x="7755070" y="491295"/>
                </a:lnTo>
                <a:cubicBezTo>
                  <a:pt x="7756116" y="494420"/>
                  <a:pt x="7757161" y="497546"/>
                  <a:pt x="7758206" y="500672"/>
                </a:cubicBezTo>
                <a:lnTo>
                  <a:pt x="7760748" y="509349"/>
                </a:lnTo>
                <a:lnTo>
                  <a:pt x="7763887" y="518726"/>
                </a:lnTo>
                <a:cubicBezTo>
                  <a:pt x="7764997" y="522117"/>
                  <a:pt x="7766108" y="525510"/>
                  <a:pt x="7767218" y="528901"/>
                </a:cubicBezTo>
                <a:lnTo>
                  <a:pt x="7770851" y="538580"/>
                </a:lnTo>
                <a:lnTo>
                  <a:pt x="7775779" y="548365"/>
                </a:lnTo>
                <a:lnTo>
                  <a:pt x="7778341" y="553655"/>
                </a:lnTo>
                <a:cubicBezTo>
                  <a:pt x="7778896" y="555351"/>
                  <a:pt x="7779451" y="557046"/>
                  <a:pt x="7780007" y="558742"/>
                </a:cubicBezTo>
                <a:lnTo>
                  <a:pt x="7782267" y="564530"/>
                </a:lnTo>
                <a:lnTo>
                  <a:pt x="7784225" y="570814"/>
                </a:lnTo>
                <a:lnTo>
                  <a:pt x="7789037" y="583586"/>
                </a:lnTo>
                <a:lnTo>
                  <a:pt x="7792077" y="592563"/>
                </a:lnTo>
                <a:lnTo>
                  <a:pt x="7794912" y="602437"/>
                </a:lnTo>
                <a:lnTo>
                  <a:pt x="7801896" y="618904"/>
                </a:lnTo>
                <a:lnTo>
                  <a:pt x="7806805" y="632075"/>
                </a:lnTo>
                <a:lnTo>
                  <a:pt x="7811316" y="645342"/>
                </a:lnTo>
                <a:cubicBezTo>
                  <a:pt x="7812586" y="649963"/>
                  <a:pt x="7813856" y="654584"/>
                  <a:pt x="7815127" y="659204"/>
                </a:cubicBezTo>
                <a:lnTo>
                  <a:pt x="7818734" y="673961"/>
                </a:lnTo>
                <a:lnTo>
                  <a:pt x="7822145" y="687920"/>
                </a:lnTo>
                <a:lnTo>
                  <a:pt x="7825557" y="701880"/>
                </a:lnTo>
                <a:cubicBezTo>
                  <a:pt x="7826561" y="706565"/>
                  <a:pt x="7827565" y="711251"/>
                  <a:pt x="7828570" y="715936"/>
                </a:cubicBezTo>
                <a:lnTo>
                  <a:pt x="7831981" y="729895"/>
                </a:lnTo>
                <a:cubicBezTo>
                  <a:pt x="7834194" y="738371"/>
                  <a:pt x="7836406" y="746847"/>
                  <a:pt x="7838619" y="755323"/>
                </a:cubicBezTo>
                <a:lnTo>
                  <a:pt x="7846053" y="780556"/>
                </a:lnTo>
                <a:cubicBezTo>
                  <a:pt x="7848532" y="788967"/>
                  <a:pt x="7851011" y="797378"/>
                  <a:pt x="7853489" y="805789"/>
                </a:cubicBezTo>
                <a:lnTo>
                  <a:pt x="7861322" y="830924"/>
                </a:lnTo>
                <a:cubicBezTo>
                  <a:pt x="7863801" y="839336"/>
                  <a:pt x="7866280" y="847746"/>
                  <a:pt x="7868759" y="856157"/>
                </a:cubicBezTo>
                <a:cubicBezTo>
                  <a:pt x="7871238" y="864568"/>
                  <a:pt x="7873714" y="872979"/>
                  <a:pt x="7876193" y="881390"/>
                </a:cubicBezTo>
                <a:lnTo>
                  <a:pt x="7878914" y="894249"/>
                </a:lnTo>
                <a:lnTo>
                  <a:pt x="7882033" y="907013"/>
                </a:lnTo>
                <a:cubicBezTo>
                  <a:pt x="7882807" y="911332"/>
                  <a:pt x="7883582" y="915651"/>
                  <a:pt x="7884355" y="919970"/>
                </a:cubicBezTo>
                <a:lnTo>
                  <a:pt x="7886277" y="933025"/>
                </a:lnTo>
                <a:lnTo>
                  <a:pt x="7888882" y="948872"/>
                </a:lnTo>
                <a:lnTo>
                  <a:pt x="7892480" y="965322"/>
                </a:lnTo>
                <a:lnTo>
                  <a:pt x="7897061" y="984068"/>
                </a:lnTo>
                <a:lnTo>
                  <a:pt x="7901545" y="1002413"/>
                </a:lnTo>
                <a:cubicBezTo>
                  <a:pt x="7902908" y="1008561"/>
                  <a:pt x="7904269" y="1014709"/>
                  <a:pt x="7905631" y="1020857"/>
                </a:cubicBezTo>
                <a:cubicBezTo>
                  <a:pt x="7906827" y="1026905"/>
                  <a:pt x="7908023" y="1032952"/>
                  <a:pt x="7909219" y="1039000"/>
                </a:cubicBezTo>
                <a:cubicBezTo>
                  <a:pt x="7909769" y="1041824"/>
                  <a:pt x="7910318" y="1044648"/>
                  <a:pt x="7910868" y="1047473"/>
                </a:cubicBezTo>
                <a:lnTo>
                  <a:pt x="7911718" y="1056141"/>
                </a:lnTo>
                <a:lnTo>
                  <a:pt x="7912178" y="1063213"/>
                </a:lnTo>
                <a:lnTo>
                  <a:pt x="7912736" y="1070685"/>
                </a:lnTo>
                <a:lnTo>
                  <a:pt x="7913375" y="1081941"/>
                </a:lnTo>
                <a:lnTo>
                  <a:pt x="7914022" y="1091504"/>
                </a:lnTo>
                <a:lnTo>
                  <a:pt x="7915660" y="1101669"/>
                </a:lnTo>
                <a:lnTo>
                  <a:pt x="7918780" y="1114432"/>
                </a:lnTo>
                <a:lnTo>
                  <a:pt x="7920632" y="1122010"/>
                </a:lnTo>
                <a:cubicBezTo>
                  <a:pt x="7920987" y="1124036"/>
                  <a:pt x="7921340" y="1126063"/>
                  <a:pt x="7921695" y="1128089"/>
                </a:cubicBezTo>
                <a:lnTo>
                  <a:pt x="7922280" y="1130483"/>
                </a:lnTo>
                <a:lnTo>
                  <a:pt x="7921970" y="1132671"/>
                </a:lnTo>
                <a:lnTo>
                  <a:pt x="7921863" y="1133966"/>
                </a:lnTo>
                <a:lnTo>
                  <a:pt x="7920960" y="1135455"/>
                </a:lnTo>
                <a:lnTo>
                  <a:pt x="7919958" y="1136545"/>
                </a:lnTo>
                <a:lnTo>
                  <a:pt x="7918558" y="1137733"/>
                </a:lnTo>
                <a:lnTo>
                  <a:pt x="7917060" y="1138522"/>
                </a:lnTo>
                <a:lnTo>
                  <a:pt x="7914666" y="1139107"/>
                </a:lnTo>
                <a:lnTo>
                  <a:pt x="7908985" y="1140072"/>
                </a:lnTo>
                <a:lnTo>
                  <a:pt x="7901417" y="1140231"/>
                </a:lnTo>
                <a:lnTo>
                  <a:pt x="7891056" y="1141073"/>
                </a:lnTo>
                <a:lnTo>
                  <a:pt x="7880492" y="1142809"/>
                </a:lnTo>
                <a:lnTo>
                  <a:pt x="7870521" y="1145246"/>
                </a:lnTo>
                <a:lnTo>
                  <a:pt x="7859752" y="1147878"/>
                </a:lnTo>
                <a:lnTo>
                  <a:pt x="7838809" y="1153843"/>
                </a:lnTo>
                <a:lnTo>
                  <a:pt x="7818070" y="1158911"/>
                </a:lnTo>
                <a:lnTo>
                  <a:pt x="7807301" y="1161543"/>
                </a:lnTo>
                <a:lnTo>
                  <a:pt x="7797737" y="1162190"/>
                </a:lnTo>
                <a:lnTo>
                  <a:pt x="7788866" y="1163935"/>
                </a:lnTo>
                <a:lnTo>
                  <a:pt x="7777505" y="1165867"/>
                </a:lnTo>
                <a:lnTo>
                  <a:pt x="7693350" y="1186435"/>
                </a:lnTo>
                <a:lnTo>
                  <a:pt x="7682183" y="1189164"/>
                </a:lnTo>
                <a:lnTo>
                  <a:pt x="7672319" y="1190308"/>
                </a:lnTo>
                <a:lnTo>
                  <a:pt x="7662853" y="1191352"/>
                </a:lnTo>
                <a:lnTo>
                  <a:pt x="7652882" y="1193790"/>
                </a:lnTo>
                <a:lnTo>
                  <a:pt x="7642115" y="1196421"/>
                </a:lnTo>
                <a:lnTo>
                  <a:pt x="7632143" y="1198858"/>
                </a:lnTo>
                <a:lnTo>
                  <a:pt x="7621374" y="1201490"/>
                </a:lnTo>
                <a:lnTo>
                  <a:pt x="7610606" y="1204122"/>
                </a:lnTo>
                <a:lnTo>
                  <a:pt x="7600237" y="1206656"/>
                </a:lnTo>
                <a:lnTo>
                  <a:pt x="7589468" y="1209288"/>
                </a:lnTo>
                <a:lnTo>
                  <a:pt x="7579098" y="1211823"/>
                </a:lnTo>
                <a:lnTo>
                  <a:pt x="7568729" y="1214357"/>
                </a:lnTo>
                <a:lnTo>
                  <a:pt x="7485887" y="1231646"/>
                </a:lnTo>
                <a:lnTo>
                  <a:pt x="7475421" y="1233782"/>
                </a:lnTo>
                <a:lnTo>
                  <a:pt x="7465050" y="1236317"/>
                </a:lnTo>
                <a:lnTo>
                  <a:pt x="7454680" y="1238851"/>
                </a:lnTo>
                <a:lnTo>
                  <a:pt x="7443912" y="1241483"/>
                </a:lnTo>
                <a:lnTo>
                  <a:pt x="7433144" y="1244115"/>
                </a:lnTo>
                <a:lnTo>
                  <a:pt x="7422472" y="1247145"/>
                </a:lnTo>
                <a:lnTo>
                  <a:pt x="7412103" y="1249680"/>
                </a:lnTo>
                <a:lnTo>
                  <a:pt x="7401733" y="1252214"/>
                </a:lnTo>
                <a:lnTo>
                  <a:pt x="7379700" y="1257177"/>
                </a:lnTo>
                <a:lnTo>
                  <a:pt x="7359962" y="1261155"/>
                </a:lnTo>
                <a:lnTo>
                  <a:pt x="7340127" y="1264735"/>
                </a:lnTo>
                <a:lnTo>
                  <a:pt x="7319388" y="1269804"/>
                </a:lnTo>
                <a:lnTo>
                  <a:pt x="7297256" y="1274368"/>
                </a:lnTo>
                <a:lnTo>
                  <a:pt x="7276517" y="1279437"/>
                </a:lnTo>
                <a:lnTo>
                  <a:pt x="7255682" y="1284106"/>
                </a:lnTo>
                <a:lnTo>
                  <a:pt x="7235145" y="1288280"/>
                </a:lnTo>
                <a:lnTo>
                  <a:pt x="7215203" y="1293154"/>
                </a:lnTo>
                <a:lnTo>
                  <a:pt x="7194367" y="1297824"/>
                </a:lnTo>
                <a:lnTo>
                  <a:pt x="7176227" y="1302257"/>
                </a:lnTo>
                <a:cubicBezTo>
                  <a:pt x="7176100" y="1301753"/>
                  <a:pt x="7175974" y="1301249"/>
                  <a:pt x="7175847" y="1300744"/>
                </a:cubicBezTo>
                <a:lnTo>
                  <a:pt x="2126423" y="2569872"/>
                </a:lnTo>
                <a:cubicBezTo>
                  <a:pt x="2126710" y="2570789"/>
                  <a:pt x="2126997" y="2571705"/>
                  <a:pt x="2127284" y="2572622"/>
                </a:cubicBezTo>
                <a:lnTo>
                  <a:pt x="2115121" y="2575309"/>
                </a:lnTo>
                <a:lnTo>
                  <a:pt x="2096978" y="2578898"/>
                </a:lnTo>
                <a:lnTo>
                  <a:pt x="2080228" y="2582992"/>
                </a:lnTo>
                <a:lnTo>
                  <a:pt x="2064169" y="2588185"/>
                </a:lnTo>
                <a:lnTo>
                  <a:pt x="2047407" y="2593972"/>
                </a:lnTo>
                <a:lnTo>
                  <a:pt x="2032943" y="2598775"/>
                </a:lnTo>
                <a:lnTo>
                  <a:pt x="2024771" y="2599927"/>
                </a:lnTo>
                <a:lnTo>
                  <a:pt x="2017495" y="2601283"/>
                </a:lnTo>
                <a:lnTo>
                  <a:pt x="2008730" y="2601735"/>
                </a:lnTo>
                <a:lnTo>
                  <a:pt x="1999167" y="2602381"/>
                </a:lnTo>
                <a:lnTo>
                  <a:pt x="1984233" y="2601804"/>
                </a:lnTo>
                <a:lnTo>
                  <a:pt x="1970096" y="2601033"/>
                </a:lnTo>
                <a:lnTo>
                  <a:pt x="1955659" y="2600758"/>
                </a:lnTo>
                <a:lnTo>
                  <a:pt x="1941319" y="2600882"/>
                </a:lnTo>
                <a:lnTo>
                  <a:pt x="1919020" y="2599569"/>
                </a:lnTo>
                <a:lnTo>
                  <a:pt x="1896925" y="2597362"/>
                </a:lnTo>
                <a:lnTo>
                  <a:pt x="1875531" y="2594560"/>
                </a:lnTo>
                <a:lnTo>
                  <a:pt x="1853337" y="2591954"/>
                </a:lnTo>
                <a:lnTo>
                  <a:pt x="1846771" y="2591023"/>
                </a:lnTo>
                <a:lnTo>
                  <a:pt x="1840504" y="2589596"/>
                </a:lnTo>
                <a:lnTo>
                  <a:pt x="1834539" y="2587672"/>
                </a:lnTo>
                <a:lnTo>
                  <a:pt x="1828177" y="2585846"/>
                </a:lnTo>
                <a:lnTo>
                  <a:pt x="1808989" y="2579970"/>
                </a:lnTo>
                <a:lnTo>
                  <a:pt x="1788905" y="2573889"/>
                </a:lnTo>
                <a:lnTo>
                  <a:pt x="1769124" y="2567312"/>
                </a:lnTo>
                <a:lnTo>
                  <a:pt x="1749943" y="2559743"/>
                </a:lnTo>
                <a:lnTo>
                  <a:pt x="1700455" y="2540561"/>
                </a:lnTo>
                <a:lnTo>
                  <a:pt x="1567319" y="2464478"/>
                </a:lnTo>
                <a:lnTo>
                  <a:pt x="1554415" y="2456643"/>
                </a:lnTo>
                <a:lnTo>
                  <a:pt x="1548760" y="2452531"/>
                </a:lnTo>
                <a:lnTo>
                  <a:pt x="1546872" y="2451723"/>
                </a:lnTo>
                <a:lnTo>
                  <a:pt x="1544985" y="2450917"/>
                </a:lnTo>
                <a:lnTo>
                  <a:pt x="1542398" y="2450704"/>
                </a:lnTo>
                <a:lnTo>
                  <a:pt x="1539507" y="2450988"/>
                </a:lnTo>
                <a:lnTo>
                  <a:pt x="1537336" y="2447292"/>
                </a:lnTo>
                <a:lnTo>
                  <a:pt x="1534865" y="2444092"/>
                </a:lnTo>
                <a:lnTo>
                  <a:pt x="1531301" y="2439892"/>
                </a:lnTo>
                <a:lnTo>
                  <a:pt x="1527632" y="2436984"/>
                </a:lnTo>
                <a:lnTo>
                  <a:pt x="1519895" y="2431267"/>
                </a:lnTo>
                <a:lnTo>
                  <a:pt x="1511857" y="2426046"/>
                </a:lnTo>
                <a:lnTo>
                  <a:pt x="1482600" y="2403189"/>
                </a:lnTo>
                <a:lnTo>
                  <a:pt x="1480022" y="2401283"/>
                </a:lnTo>
                <a:lnTo>
                  <a:pt x="1476850" y="2398677"/>
                </a:lnTo>
                <a:lnTo>
                  <a:pt x="1475360" y="2397773"/>
                </a:lnTo>
                <a:lnTo>
                  <a:pt x="1473773" y="2396470"/>
                </a:lnTo>
                <a:lnTo>
                  <a:pt x="1442639" y="2371112"/>
                </a:lnTo>
                <a:lnTo>
                  <a:pt x="1442046" y="2370412"/>
                </a:lnTo>
                <a:lnTo>
                  <a:pt x="1441150" y="2370208"/>
                </a:lnTo>
                <a:lnTo>
                  <a:pt x="1420625" y="2353669"/>
                </a:lnTo>
                <a:lnTo>
                  <a:pt x="1420032" y="2352969"/>
                </a:lnTo>
                <a:lnTo>
                  <a:pt x="1419837" y="2352171"/>
                </a:lnTo>
                <a:lnTo>
                  <a:pt x="1232941" y="2178914"/>
                </a:lnTo>
                <a:lnTo>
                  <a:pt x="1227393" y="2173507"/>
                </a:lnTo>
                <a:lnTo>
                  <a:pt x="1221845" y="2168100"/>
                </a:lnTo>
                <a:lnTo>
                  <a:pt x="1219470" y="2165300"/>
                </a:lnTo>
                <a:lnTo>
                  <a:pt x="1216297" y="2162694"/>
                </a:lnTo>
                <a:lnTo>
                  <a:pt x="1163086" y="2112723"/>
                </a:lnTo>
                <a:lnTo>
                  <a:pt x="1162590" y="2112422"/>
                </a:lnTo>
                <a:lnTo>
                  <a:pt x="1161597" y="2111819"/>
                </a:lnTo>
                <a:lnTo>
                  <a:pt x="1157733" y="2108114"/>
                </a:lnTo>
                <a:lnTo>
                  <a:pt x="1156049" y="2106412"/>
                </a:lnTo>
                <a:lnTo>
                  <a:pt x="1154960" y="2105411"/>
                </a:lnTo>
                <a:lnTo>
                  <a:pt x="1011225" y="1980776"/>
                </a:lnTo>
                <a:lnTo>
                  <a:pt x="1010729" y="1980475"/>
                </a:lnTo>
                <a:lnTo>
                  <a:pt x="1009737" y="1979873"/>
                </a:lnTo>
                <a:lnTo>
                  <a:pt x="1009639" y="1979473"/>
                </a:lnTo>
                <a:lnTo>
                  <a:pt x="1008850" y="1977975"/>
                </a:lnTo>
                <a:lnTo>
                  <a:pt x="975828" y="1951811"/>
                </a:lnTo>
                <a:lnTo>
                  <a:pt x="972752" y="1949604"/>
                </a:lnTo>
                <a:lnTo>
                  <a:pt x="969775" y="1947796"/>
                </a:lnTo>
                <a:lnTo>
                  <a:pt x="934768" y="1920426"/>
                </a:lnTo>
                <a:lnTo>
                  <a:pt x="929911" y="1916118"/>
                </a:lnTo>
                <a:lnTo>
                  <a:pt x="925152" y="1912210"/>
                </a:lnTo>
                <a:lnTo>
                  <a:pt x="924159" y="1911607"/>
                </a:lnTo>
                <a:lnTo>
                  <a:pt x="923566" y="1910907"/>
                </a:lnTo>
                <a:lnTo>
                  <a:pt x="795161" y="1826657"/>
                </a:lnTo>
                <a:lnTo>
                  <a:pt x="671697" y="1680339"/>
                </a:lnTo>
                <a:lnTo>
                  <a:pt x="667591" y="1677055"/>
                </a:lnTo>
                <a:lnTo>
                  <a:pt x="601489" y="1626555"/>
                </a:lnTo>
                <a:lnTo>
                  <a:pt x="596562" y="1623270"/>
                </a:lnTo>
                <a:lnTo>
                  <a:pt x="592867" y="1619985"/>
                </a:lnTo>
                <a:lnTo>
                  <a:pt x="587529" y="1617522"/>
                </a:lnTo>
                <a:lnTo>
                  <a:pt x="583013" y="1614648"/>
                </a:lnTo>
                <a:lnTo>
                  <a:pt x="485707" y="1563737"/>
                </a:lnTo>
                <a:lnTo>
                  <a:pt x="475443" y="1558810"/>
                </a:lnTo>
                <a:lnTo>
                  <a:pt x="465589" y="1554294"/>
                </a:lnTo>
                <a:lnTo>
                  <a:pt x="455735" y="1549777"/>
                </a:lnTo>
                <a:lnTo>
                  <a:pt x="445882" y="1545671"/>
                </a:lnTo>
                <a:lnTo>
                  <a:pt x="309571" y="1506256"/>
                </a:lnTo>
                <a:lnTo>
                  <a:pt x="297665" y="1502973"/>
                </a:lnTo>
                <a:lnTo>
                  <a:pt x="285758" y="1500509"/>
                </a:lnTo>
                <a:lnTo>
                  <a:pt x="273852" y="1498045"/>
                </a:lnTo>
                <a:lnTo>
                  <a:pt x="261535" y="1495993"/>
                </a:lnTo>
                <a:lnTo>
                  <a:pt x="249628" y="1493118"/>
                </a:lnTo>
                <a:lnTo>
                  <a:pt x="238132" y="1491476"/>
                </a:lnTo>
                <a:lnTo>
                  <a:pt x="225815" y="1488602"/>
                </a:lnTo>
                <a:lnTo>
                  <a:pt x="214319" y="1486138"/>
                </a:lnTo>
                <a:lnTo>
                  <a:pt x="202002" y="1483265"/>
                </a:lnTo>
                <a:lnTo>
                  <a:pt x="190095" y="1481622"/>
                </a:lnTo>
                <a:lnTo>
                  <a:pt x="177367" y="1479980"/>
                </a:lnTo>
                <a:lnTo>
                  <a:pt x="164229" y="1478748"/>
                </a:lnTo>
                <a:lnTo>
                  <a:pt x="151501" y="1477517"/>
                </a:lnTo>
                <a:lnTo>
                  <a:pt x="137953" y="1476285"/>
                </a:lnTo>
                <a:lnTo>
                  <a:pt x="124814" y="1475054"/>
                </a:lnTo>
                <a:lnTo>
                  <a:pt x="112086" y="1473000"/>
                </a:lnTo>
                <a:lnTo>
                  <a:pt x="100590" y="1471769"/>
                </a:lnTo>
                <a:lnTo>
                  <a:pt x="87041" y="1470948"/>
                </a:lnTo>
                <a:lnTo>
                  <a:pt x="72671" y="1470948"/>
                </a:lnTo>
                <a:lnTo>
                  <a:pt x="70327" y="1470948"/>
                </a:lnTo>
                <a:lnTo>
                  <a:pt x="67515" y="1469240"/>
                </a:lnTo>
                <a:lnTo>
                  <a:pt x="32667" y="1468459"/>
                </a:lnTo>
                <a:lnTo>
                  <a:pt x="27996" y="1466642"/>
                </a:lnTo>
                <a:lnTo>
                  <a:pt x="25106" y="1466925"/>
                </a:lnTo>
                <a:lnTo>
                  <a:pt x="21721" y="1466908"/>
                </a:lnTo>
                <a:lnTo>
                  <a:pt x="16341" y="1467377"/>
                </a:lnTo>
                <a:lnTo>
                  <a:pt x="9463" y="1468635"/>
                </a:lnTo>
                <a:lnTo>
                  <a:pt x="12049" y="1472179"/>
                </a:lnTo>
                <a:lnTo>
                  <a:pt x="0" y="1472179"/>
                </a:lnTo>
                <a:lnTo>
                  <a:pt x="0" y="1478337"/>
                </a:lnTo>
                <a:lnTo>
                  <a:pt x="411" y="1479980"/>
                </a:lnTo>
                <a:lnTo>
                  <a:pt x="1231" y="1479980"/>
                </a:lnTo>
                <a:lnTo>
                  <a:pt x="4516" y="1483265"/>
                </a:lnTo>
                <a:lnTo>
                  <a:pt x="5337" y="1484086"/>
                </a:lnTo>
                <a:lnTo>
                  <a:pt x="5749" y="1484907"/>
                </a:lnTo>
                <a:lnTo>
                  <a:pt x="6980" y="1486138"/>
                </a:lnTo>
                <a:lnTo>
                  <a:pt x="8622" y="1487371"/>
                </a:lnTo>
                <a:lnTo>
                  <a:pt x="35720" y="1513647"/>
                </a:lnTo>
                <a:lnTo>
                  <a:pt x="37362" y="1515700"/>
                </a:lnTo>
                <a:lnTo>
                  <a:pt x="38785" y="1517122"/>
                </a:lnTo>
                <a:lnTo>
                  <a:pt x="39178" y="1517586"/>
                </a:lnTo>
                <a:lnTo>
                  <a:pt x="76534" y="1571855"/>
                </a:lnTo>
                <a:lnTo>
                  <a:pt x="79104" y="1575453"/>
                </a:lnTo>
                <a:lnTo>
                  <a:pt x="80691" y="1576756"/>
                </a:lnTo>
                <a:lnTo>
                  <a:pt x="82374" y="1578458"/>
                </a:lnTo>
                <a:lnTo>
                  <a:pt x="84945" y="1582057"/>
                </a:lnTo>
                <a:lnTo>
                  <a:pt x="88099" y="1588048"/>
                </a:lnTo>
                <a:lnTo>
                  <a:pt x="91255" y="1594039"/>
                </a:lnTo>
                <a:lnTo>
                  <a:pt x="127732" y="1644719"/>
                </a:lnTo>
                <a:lnTo>
                  <a:pt x="128424" y="1645818"/>
                </a:lnTo>
                <a:lnTo>
                  <a:pt x="128920" y="1646119"/>
                </a:lnTo>
                <a:lnTo>
                  <a:pt x="131383" y="1651011"/>
                </a:lnTo>
                <a:lnTo>
                  <a:pt x="131871" y="1653005"/>
                </a:lnTo>
                <a:lnTo>
                  <a:pt x="133652" y="1655106"/>
                </a:lnTo>
                <a:lnTo>
                  <a:pt x="137020" y="1658510"/>
                </a:lnTo>
                <a:lnTo>
                  <a:pt x="167064" y="1701885"/>
                </a:lnTo>
                <a:lnTo>
                  <a:pt x="175075" y="1712184"/>
                </a:lnTo>
                <a:lnTo>
                  <a:pt x="182387" y="1723077"/>
                </a:lnTo>
                <a:lnTo>
                  <a:pt x="189893" y="1734767"/>
                </a:lnTo>
                <a:lnTo>
                  <a:pt x="197604" y="1745563"/>
                </a:lnTo>
                <a:lnTo>
                  <a:pt x="243068" y="1810529"/>
                </a:lnTo>
                <a:lnTo>
                  <a:pt x="246320" y="1816919"/>
                </a:lnTo>
                <a:lnTo>
                  <a:pt x="250867" y="1823417"/>
                </a:lnTo>
                <a:lnTo>
                  <a:pt x="268565" y="1847409"/>
                </a:lnTo>
                <a:lnTo>
                  <a:pt x="270346" y="1849509"/>
                </a:lnTo>
                <a:lnTo>
                  <a:pt x="272323" y="1852407"/>
                </a:lnTo>
                <a:lnTo>
                  <a:pt x="274299" y="1855305"/>
                </a:lnTo>
                <a:lnTo>
                  <a:pt x="276665" y="1859799"/>
                </a:lnTo>
                <a:lnTo>
                  <a:pt x="334493" y="1940764"/>
                </a:lnTo>
                <a:lnTo>
                  <a:pt x="334785" y="1941960"/>
                </a:lnTo>
                <a:lnTo>
                  <a:pt x="335380" y="1942660"/>
                </a:lnTo>
                <a:lnTo>
                  <a:pt x="441303" y="2099359"/>
                </a:lnTo>
                <a:lnTo>
                  <a:pt x="442393" y="2100361"/>
                </a:lnTo>
                <a:lnTo>
                  <a:pt x="442198" y="2099564"/>
                </a:lnTo>
                <a:lnTo>
                  <a:pt x="442792" y="2100264"/>
                </a:lnTo>
                <a:lnTo>
                  <a:pt x="444963" y="2103959"/>
                </a:lnTo>
                <a:lnTo>
                  <a:pt x="447923" y="2109154"/>
                </a:lnTo>
                <a:lnTo>
                  <a:pt x="451078" y="2115144"/>
                </a:lnTo>
                <a:lnTo>
                  <a:pt x="505006" y="2199175"/>
                </a:lnTo>
                <a:lnTo>
                  <a:pt x="506583" y="2202171"/>
                </a:lnTo>
                <a:cubicBezTo>
                  <a:pt x="507041" y="2203468"/>
                  <a:pt x="507499" y="2204765"/>
                  <a:pt x="507957" y="2206062"/>
                </a:cubicBezTo>
                <a:lnTo>
                  <a:pt x="510624" y="2210059"/>
                </a:lnTo>
                <a:lnTo>
                  <a:pt x="512105" y="2212656"/>
                </a:lnTo>
                <a:lnTo>
                  <a:pt x="513487" y="2214854"/>
                </a:lnTo>
                <a:lnTo>
                  <a:pt x="516260" y="2217557"/>
                </a:lnTo>
                <a:lnTo>
                  <a:pt x="519416" y="2223549"/>
                </a:lnTo>
                <a:lnTo>
                  <a:pt x="522766" y="2230338"/>
                </a:lnTo>
                <a:lnTo>
                  <a:pt x="525921" y="2236329"/>
                </a:lnTo>
                <a:lnTo>
                  <a:pt x="529873" y="2242126"/>
                </a:lnTo>
                <a:lnTo>
                  <a:pt x="534225" y="2247825"/>
                </a:lnTo>
                <a:lnTo>
                  <a:pt x="538275" y="2254020"/>
                </a:lnTo>
                <a:lnTo>
                  <a:pt x="542121" y="2261110"/>
                </a:lnTo>
                <a:lnTo>
                  <a:pt x="546464" y="2268502"/>
                </a:lnTo>
                <a:lnTo>
                  <a:pt x="549911" y="2275691"/>
                </a:lnTo>
                <a:lnTo>
                  <a:pt x="554157" y="2282684"/>
                </a:lnTo>
                <a:lnTo>
                  <a:pt x="557905" y="2289374"/>
                </a:lnTo>
                <a:lnTo>
                  <a:pt x="561663" y="2294374"/>
                </a:lnTo>
                <a:lnTo>
                  <a:pt x="579236" y="2323046"/>
                </a:lnTo>
                <a:lnTo>
                  <a:pt x="583384" y="2329640"/>
                </a:lnTo>
                <a:lnTo>
                  <a:pt x="585945" y="2334931"/>
                </a:lnTo>
                <a:lnTo>
                  <a:pt x="588702" y="2341020"/>
                </a:lnTo>
                <a:lnTo>
                  <a:pt x="593443" y="2348314"/>
                </a:lnTo>
                <a:lnTo>
                  <a:pt x="598778" y="2356308"/>
                </a:lnTo>
                <a:lnTo>
                  <a:pt x="601047" y="2360403"/>
                </a:lnTo>
                <a:lnTo>
                  <a:pt x="602120" y="2364791"/>
                </a:lnTo>
                <a:lnTo>
                  <a:pt x="606054" y="2373973"/>
                </a:lnTo>
                <a:lnTo>
                  <a:pt x="609111" y="2379566"/>
                </a:lnTo>
                <a:lnTo>
                  <a:pt x="611983" y="2382667"/>
                </a:lnTo>
                <a:lnTo>
                  <a:pt x="613268" y="2384466"/>
                </a:lnTo>
                <a:lnTo>
                  <a:pt x="615244" y="2387365"/>
                </a:lnTo>
                <a:lnTo>
                  <a:pt x="617221" y="2390263"/>
                </a:lnTo>
                <a:lnTo>
                  <a:pt x="619684" y="2395155"/>
                </a:lnTo>
                <a:lnTo>
                  <a:pt x="632996" y="2420220"/>
                </a:lnTo>
                <a:lnTo>
                  <a:pt x="636443" y="2427408"/>
                </a:lnTo>
                <a:cubicBezTo>
                  <a:pt x="637095" y="2429503"/>
                  <a:pt x="637749" y="2431597"/>
                  <a:pt x="638401" y="2433692"/>
                </a:cubicBezTo>
                <a:lnTo>
                  <a:pt x="641158" y="2439780"/>
                </a:lnTo>
                <a:lnTo>
                  <a:pt x="645402" y="2446773"/>
                </a:lnTo>
                <a:lnTo>
                  <a:pt x="649364" y="2450877"/>
                </a:lnTo>
                <a:lnTo>
                  <a:pt x="649861" y="2451179"/>
                </a:lnTo>
                <a:lnTo>
                  <a:pt x="651145" y="2452978"/>
                </a:lnTo>
                <a:cubicBezTo>
                  <a:pt x="651798" y="2455073"/>
                  <a:pt x="652451" y="2457167"/>
                  <a:pt x="653104" y="2459262"/>
                </a:cubicBezTo>
                <a:lnTo>
                  <a:pt x="659015" y="2471342"/>
                </a:lnTo>
                <a:lnTo>
                  <a:pt x="663952" y="2479434"/>
                </a:lnTo>
                <a:lnTo>
                  <a:pt x="666123" y="2483129"/>
                </a:lnTo>
                <a:lnTo>
                  <a:pt x="668295" y="2486825"/>
                </a:lnTo>
                <a:lnTo>
                  <a:pt x="670563" y="2490921"/>
                </a:lnTo>
                <a:cubicBezTo>
                  <a:pt x="671151" y="2492750"/>
                  <a:pt x="671739" y="2494578"/>
                  <a:pt x="672327" y="2496407"/>
                </a:cubicBezTo>
                <a:cubicBezTo>
                  <a:pt x="672979" y="2498501"/>
                  <a:pt x="673633" y="2500596"/>
                  <a:pt x="674285" y="2502691"/>
                </a:cubicBezTo>
                <a:lnTo>
                  <a:pt x="676456" y="2506387"/>
                </a:lnTo>
                <a:lnTo>
                  <a:pt x="678034" y="2509381"/>
                </a:lnTo>
                <a:lnTo>
                  <a:pt x="679124" y="2510384"/>
                </a:lnTo>
                <a:lnTo>
                  <a:pt x="682093" y="2513885"/>
                </a:lnTo>
                <a:lnTo>
                  <a:pt x="686737" y="2520780"/>
                </a:lnTo>
                <a:lnTo>
                  <a:pt x="699144" y="2547334"/>
                </a:lnTo>
                <a:lnTo>
                  <a:pt x="702299" y="2553325"/>
                </a:lnTo>
                <a:lnTo>
                  <a:pt x="705250" y="2560212"/>
                </a:lnTo>
                <a:lnTo>
                  <a:pt x="708493" y="2568295"/>
                </a:lnTo>
                <a:lnTo>
                  <a:pt x="710949" y="2574880"/>
                </a:lnTo>
                <a:lnTo>
                  <a:pt x="714794" y="2581970"/>
                </a:lnTo>
                <a:lnTo>
                  <a:pt x="718056" y="2586668"/>
                </a:lnTo>
                <a:lnTo>
                  <a:pt x="720918" y="2591463"/>
                </a:lnTo>
                <a:lnTo>
                  <a:pt x="723674" y="2597552"/>
                </a:lnTo>
                <a:lnTo>
                  <a:pt x="727016" y="2606033"/>
                </a:lnTo>
                <a:lnTo>
                  <a:pt x="728575" y="2612415"/>
                </a:lnTo>
                <a:cubicBezTo>
                  <a:pt x="728935" y="2613313"/>
                  <a:pt x="729296" y="2614211"/>
                  <a:pt x="729656" y="2615109"/>
                </a:cubicBezTo>
                <a:lnTo>
                  <a:pt x="731234" y="2618104"/>
                </a:lnTo>
                <a:lnTo>
                  <a:pt x="733307" y="2621402"/>
                </a:lnTo>
                <a:lnTo>
                  <a:pt x="736073" y="2625798"/>
                </a:lnTo>
                <a:lnTo>
                  <a:pt x="738838" y="2630194"/>
                </a:lnTo>
                <a:lnTo>
                  <a:pt x="741302" y="2635086"/>
                </a:lnTo>
                <a:cubicBezTo>
                  <a:pt x="741922" y="2637048"/>
                  <a:pt x="742543" y="2639009"/>
                  <a:pt x="743163" y="2640972"/>
                </a:cubicBezTo>
                <a:lnTo>
                  <a:pt x="745130" y="2645563"/>
                </a:lnTo>
                <a:cubicBezTo>
                  <a:pt x="745750" y="2647524"/>
                  <a:pt x="746371" y="2649486"/>
                  <a:pt x="746991" y="2651447"/>
                </a:cubicBezTo>
                <a:lnTo>
                  <a:pt x="749454" y="2656340"/>
                </a:lnTo>
                <a:lnTo>
                  <a:pt x="752016" y="2661631"/>
                </a:lnTo>
                <a:lnTo>
                  <a:pt x="754976" y="2666825"/>
                </a:lnTo>
                <a:lnTo>
                  <a:pt x="759611" y="2675413"/>
                </a:lnTo>
                <a:lnTo>
                  <a:pt x="764033" y="2686589"/>
                </a:lnTo>
                <a:lnTo>
                  <a:pt x="768357" y="2697367"/>
                </a:lnTo>
                <a:lnTo>
                  <a:pt x="773090" y="2706353"/>
                </a:lnTo>
                <a:lnTo>
                  <a:pt x="778124" y="2714845"/>
                </a:lnTo>
                <a:lnTo>
                  <a:pt x="781766" y="2722830"/>
                </a:lnTo>
                <a:lnTo>
                  <a:pt x="784620" y="2729318"/>
                </a:lnTo>
                <a:cubicBezTo>
                  <a:pt x="785338" y="2731679"/>
                  <a:pt x="786055" y="2734039"/>
                  <a:pt x="786774" y="2736400"/>
                </a:cubicBezTo>
                <a:lnTo>
                  <a:pt x="789131" y="2742586"/>
                </a:lnTo>
                <a:lnTo>
                  <a:pt x="791293" y="2747975"/>
                </a:lnTo>
                <a:lnTo>
                  <a:pt x="794049" y="2754063"/>
                </a:lnTo>
                <a:lnTo>
                  <a:pt x="798197" y="2760657"/>
                </a:lnTo>
                <a:lnTo>
                  <a:pt x="801351" y="2766649"/>
                </a:lnTo>
                <a:lnTo>
                  <a:pt x="804206" y="2773137"/>
                </a:lnTo>
                <a:cubicBezTo>
                  <a:pt x="804923" y="2775498"/>
                  <a:pt x="805642" y="2777858"/>
                  <a:pt x="806359" y="2780218"/>
                </a:cubicBezTo>
                <a:cubicBezTo>
                  <a:pt x="807243" y="2782680"/>
                  <a:pt x="808125" y="2785141"/>
                  <a:pt x="809009" y="2787602"/>
                </a:cubicBezTo>
                <a:cubicBezTo>
                  <a:pt x="809759" y="2790095"/>
                  <a:pt x="810509" y="2792588"/>
                  <a:pt x="811259" y="2795081"/>
                </a:cubicBezTo>
                <a:cubicBezTo>
                  <a:pt x="812175" y="2797675"/>
                  <a:pt x="813090" y="2800269"/>
                  <a:pt x="814006" y="2802864"/>
                </a:cubicBezTo>
                <a:lnTo>
                  <a:pt x="816462" y="2809448"/>
                </a:lnTo>
                <a:lnTo>
                  <a:pt x="820210" y="2816140"/>
                </a:lnTo>
                <a:lnTo>
                  <a:pt x="824252" y="2824028"/>
                </a:lnTo>
                <a:lnTo>
                  <a:pt x="827300" y="2831313"/>
                </a:lnTo>
                <a:cubicBezTo>
                  <a:pt x="828050" y="2833807"/>
                  <a:pt x="828801" y="2836300"/>
                  <a:pt x="829551" y="2838794"/>
                </a:cubicBezTo>
                <a:lnTo>
                  <a:pt x="831208" y="2845574"/>
                </a:lnTo>
                <a:lnTo>
                  <a:pt x="834815" y="2860331"/>
                </a:lnTo>
                <a:lnTo>
                  <a:pt x="841000" y="2876993"/>
                </a:lnTo>
                <a:lnTo>
                  <a:pt x="843845" y="2885173"/>
                </a:lnTo>
                <a:lnTo>
                  <a:pt x="847691" y="2892264"/>
                </a:lnTo>
                <a:lnTo>
                  <a:pt x="851042" y="2899053"/>
                </a:lnTo>
                <a:lnTo>
                  <a:pt x="853603" y="2904345"/>
                </a:lnTo>
                <a:lnTo>
                  <a:pt x="857821" y="2916416"/>
                </a:lnTo>
                <a:cubicBezTo>
                  <a:pt x="858928" y="2920372"/>
                  <a:pt x="860036" y="2924327"/>
                  <a:pt x="861144" y="2928283"/>
                </a:cubicBezTo>
                <a:cubicBezTo>
                  <a:pt x="862316" y="2932506"/>
                  <a:pt x="863489" y="2936726"/>
                  <a:pt x="864662" y="2940948"/>
                </a:cubicBezTo>
                <a:lnTo>
                  <a:pt x="867684" y="2953313"/>
                </a:lnTo>
                <a:cubicBezTo>
                  <a:pt x="868591" y="2957600"/>
                  <a:pt x="869497" y="2961886"/>
                  <a:pt x="870404" y="2966172"/>
                </a:cubicBezTo>
                <a:cubicBezTo>
                  <a:pt x="871577" y="2970395"/>
                  <a:pt x="872750" y="2974615"/>
                  <a:pt x="873922" y="2978838"/>
                </a:cubicBezTo>
                <a:lnTo>
                  <a:pt x="877645" y="2990607"/>
                </a:lnTo>
                <a:lnTo>
                  <a:pt x="881765" y="3002280"/>
                </a:lnTo>
                <a:cubicBezTo>
                  <a:pt x="882645" y="3005306"/>
                  <a:pt x="883526" y="3008330"/>
                  <a:pt x="884406" y="3011356"/>
                </a:cubicBezTo>
                <a:cubicBezTo>
                  <a:pt x="885156" y="3013850"/>
                  <a:pt x="885907" y="3016343"/>
                  <a:pt x="886657" y="3018836"/>
                </a:cubicBezTo>
                <a:lnTo>
                  <a:pt x="888509" y="3026414"/>
                </a:lnTo>
                <a:lnTo>
                  <a:pt x="890751" y="3035587"/>
                </a:lnTo>
                <a:lnTo>
                  <a:pt x="892116" y="3041171"/>
                </a:lnTo>
                <a:lnTo>
                  <a:pt x="893985" y="3045364"/>
                </a:lnTo>
                <a:lnTo>
                  <a:pt x="895963" y="3048261"/>
                </a:lnTo>
                <a:cubicBezTo>
                  <a:pt x="896322" y="3049159"/>
                  <a:pt x="896683" y="3050058"/>
                  <a:pt x="897043" y="3050955"/>
                </a:cubicBezTo>
                <a:lnTo>
                  <a:pt x="898630" y="3052259"/>
                </a:lnTo>
                <a:cubicBezTo>
                  <a:pt x="898925" y="3052891"/>
                  <a:pt x="899221" y="3053523"/>
                  <a:pt x="899516" y="3054155"/>
                </a:cubicBezTo>
                <a:lnTo>
                  <a:pt x="901093" y="3057151"/>
                </a:lnTo>
                <a:lnTo>
                  <a:pt x="902068" y="3061139"/>
                </a:lnTo>
                <a:lnTo>
                  <a:pt x="937160" y="3204719"/>
                </a:lnTo>
                <a:lnTo>
                  <a:pt x="937922" y="3211295"/>
                </a:lnTo>
                <a:lnTo>
                  <a:pt x="937586" y="3218563"/>
                </a:lnTo>
                <a:lnTo>
                  <a:pt x="937345" y="3226229"/>
                </a:lnTo>
                <a:lnTo>
                  <a:pt x="937505" y="3233798"/>
                </a:lnTo>
                <a:lnTo>
                  <a:pt x="938160" y="3241668"/>
                </a:lnTo>
                <a:cubicBezTo>
                  <a:pt x="938645" y="3244227"/>
                  <a:pt x="939128" y="3246785"/>
                  <a:pt x="939613" y="3249343"/>
                </a:cubicBezTo>
                <a:cubicBezTo>
                  <a:pt x="940065" y="3251769"/>
                  <a:pt x="940517" y="3254194"/>
                  <a:pt x="940969" y="3256620"/>
                </a:cubicBezTo>
                <a:lnTo>
                  <a:pt x="941731" y="3263197"/>
                </a:lnTo>
                <a:lnTo>
                  <a:pt x="943938" y="3279141"/>
                </a:lnTo>
                <a:lnTo>
                  <a:pt x="944664" y="3292488"/>
                </a:lnTo>
                <a:lnTo>
                  <a:pt x="945027" y="3299162"/>
                </a:lnTo>
                <a:cubicBezTo>
                  <a:pt x="945415" y="3301322"/>
                  <a:pt x="945801" y="3303482"/>
                  <a:pt x="946188" y="3305641"/>
                </a:cubicBezTo>
                <a:lnTo>
                  <a:pt x="946941" y="3313910"/>
                </a:lnTo>
                <a:cubicBezTo>
                  <a:pt x="947588" y="3317134"/>
                  <a:pt x="948234" y="3320356"/>
                  <a:pt x="948881" y="3323579"/>
                </a:cubicBezTo>
                <a:lnTo>
                  <a:pt x="949644" y="3330156"/>
                </a:lnTo>
                <a:cubicBezTo>
                  <a:pt x="950031" y="3332315"/>
                  <a:pt x="950417" y="3334476"/>
                  <a:pt x="950805" y="3336635"/>
                </a:cubicBezTo>
                <a:lnTo>
                  <a:pt x="950768" y="3343406"/>
                </a:lnTo>
                <a:lnTo>
                  <a:pt x="951132" y="3350080"/>
                </a:lnTo>
                <a:lnTo>
                  <a:pt x="951194" y="3357250"/>
                </a:lnTo>
                <a:lnTo>
                  <a:pt x="951352" y="3364818"/>
                </a:lnTo>
                <a:lnTo>
                  <a:pt x="952009" y="3372688"/>
                </a:lnTo>
                <a:lnTo>
                  <a:pt x="952860" y="3381357"/>
                </a:lnTo>
                <a:lnTo>
                  <a:pt x="953514" y="3389227"/>
                </a:lnTo>
                <a:lnTo>
                  <a:pt x="953284" y="3395201"/>
                </a:lnTo>
                <a:lnTo>
                  <a:pt x="952956" y="3400775"/>
                </a:lnTo>
                <a:lnTo>
                  <a:pt x="952521" y="3407644"/>
                </a:lnTo>
                <a:lnTo>
                  <a:pt x="953478" y="3415018"/>
                </a:lnTo>
                <a:cubicBezTo>
                  <a:pt x="953765" y="3417343"/>
                  <a:pt x="954052" y="3419668"/>
                  <a:pt x="954338" y="3421993"/>
                </a:cubicBezTo>
                <a:cubicBezTo>
                  <a:pt x="954725" y="3424153"/>
                  <a:pt x="955112" y="3426312"/>
                  <a:pt x="955498" y="3428472"/>
                </a:cubicBezTo>
                <a:cubicBezTo>
                  <a:pt x="955882" y="3431195"/>
                  <a:pt x="956267" y="3433920"/>
                  <a:pt x="956650" y="3436643"/>
                </a:cubicBezTo>
                <a:cubicBezTo>
                  <a:pt x="956908" y="3438271"/>
                  <a:pt x="957164" y="3439899"/>
                  <a:pt x="957421" y="3441527"/>
                </a:cubicBezTo>
                <a:lnTo>
                  <a:pt x="957005" y="3445010"/>
                </a:lnTo>
                <a:cubicBezTo>
                  <a:pt x="957100" y="3445973"/>
                  <a:pt x="957193" y="3446936"/>
                  <a:pt x="957288" y="3447899"/>
                </a:cubicBezTo>
                <a:lnTo>
                  <a:pt x="956676" y="3450585"/>
                </a:lnTo>
                <a:lnTo>
                  <a:pt x="956162" y="3453670"/>
                </a:lnTo>
                <a:lnTo>
                  <a:pt x="955551" y="3456354"/>
                </a:lnTo>
                <a:cubicBezTo>
                  <a:pt x="955743" y="3457716"/>
                  <a:pt x="955935" y="3459078"/>
                  <a:pt x="956127" y="3460440"/>
                </a:cubicBezTo>
                <a:lnTo>
                  <a:pt x="956002" y="3465120"/>
                </a:lnTo>
                <a:cubicBezTo>
                  <a:pt x="956552" y="3467944"/>
                  <a:pt x="957100" y="3470768"/>
                  <a:pt x="957650" y="3473592"/>
                </a:cubicBezTo>
                <a:lnTo>
                  <a:pt x="957624" y="3478671"/>
                </a:lnTo>
                <a:lnTo>
                  <a:pt x="957890" y="3484946"/>
                </a:lnTo>
                <a:lnTo>
                  <a:pt x="957056" y="3491912"/>
                </a:lnTo>
                <a:lnTo>
                  <a:pt x="956330" y="3497584"/>
                </a:lnTo>
                <a:lnTo>
                  <a:pt x="956311" y="3500970"/>
                </a:lnTo>
                <a:cubicBezTo>
                  <a:pt x="956374" y="3501800"/>
                  <a:pt x="956435" y="3502631"/>
                  <a:pt x="956497" y="3503461"/>
                </a:cubicBezTo>
                <a:cubicBezTo>
                  <a:pt x="956560" y="3504291"/>
                  <a:pt x="956621" y="3505121"/>
                  <a:pt x="956683" y="3505951"/>
                </a:cubicBezTo>
                <a:lnTo>
                  <a:pt x="957951" y="3511136"/>
                </a:lnTo>
                <a:lnTo>
                  <a:pt x="958801" y="3519804"/>
                </a:lnTo>
                <a:lnTo>
                  <a:pt x="958960" y="3527373"/>
                </a:lnTo>
                <a:lnTo>
                  <a:pt x="957640" y="3532345"/>
                </a:lnTo>
                <a:lnTo>
                  <a:pt x="956930" y="3534631"/>
                </a:lnTo>
                <a:lnTo>
                  <a:pt x="956319" y="3537317"/>
                </a:lnTo>
                <a:lnTo>
                  <a:pt x="955903" y="3540800"/>
                </a:lnTo>
                <a:cubicBezTo>
                  <a:pt x="956095" y="3542162"/>
                  <a:pt x="956286" y="3543524"/>
                  <a:pt x="956479" y="3544886"/>
                </a:cubicBezTo>
                <a:cubicBezTo>
                  <a:pt x="956996" y="3547577"/>
                  <a:pt x="957512" y="3550269"/>
                  <a:pt x="958029" y="3552960"/>
                </a:cubicBezTo>
                <a:lnTo>
                  <a:pt x="958879" y="3561628"/>
                </a:lnTo>
                <a:lnTo>
                  <a:pt x="958047" y="3568594"/>
                </a:lnTo>
                <a:lnTo>
                  <a:pt x="957124" y="3573469"/>
                </a:lnTo>
                <a:lnTo>
                  <a:pt x="955865" y="3585611"/>
                </a:lnTo>
                <a:lnTo>
                  <a:pt x="955492" y="3599649"/>
                </a:lnTo>
                <a:lnTo>
                  <a:pt x="954624" y="3613387"/>
                </a:lnTo>
                <a:lnTo>
                  <a:pt x="953373" y="3623836"/>
                </a:lnTo>
                <a:lnTo>
                  <a:pt x="952443" y="3630404"/>
                </a:lnTo>
                <a:lnTo>
                  <a:pt x="952212" y="3636377"/>
                </a:lnTo>
                <a:lnTo>
                  <a:pt x="951982" y="3642351"/>
                </a:lnTo>
                <a:lnTo>
                  <a:pt x="951547" y="3649219"/>
                </a:lnTo>
                <a:lnTo>
                  <a:pt x="926628" y="3823951"/>
                </a:lnTo>
                <a:lnTo>
                  <a:pt x="921938" y="3844538"/>
                </a:lnTo>
                <a:lnTo>
                  <a:pt x="917648" y="3865029"/>
                </a:lnTo>
                <a:lnTo>
                  <a:pt x="913854" y="3885821"/>
                </a:lnTo>
                <a:lnTo>
                  <a:pt x="908668" y="3906109"/>
                </a:lnTo>
                <a:lnTo>
                  <a:pt x="901347" y="3934948"/>
                </a:lnTo>
                <a:lnTo>
                  <a:pt x="901444" y="3935346"/>
                </a:lnTo>
                <a:lnTo>
                  <a:pt x="901240" y="3936242"/>
                </a:lnTo>
                <a:lnTo>
                  <a:pt x="870110" y="4042330"/>
                </a:lnTo>
                <a:lnTo>
                  <a:pt x="868798" y="4045608"/>
                </a:lnTo>
                <a:lnTo>
                  <a:pt x="868488" y="4047798"/>
                </a:lnTo>
                <a:lnTo>
                  <a:pt x="867788" y="4048392"/>
                </a:lnTo>
                <a:lnTo>
                  <a:pt x="867681" y="4049685"/>
                </a:lnTo>
                <a:lnTo>
                  <a:pt x="867079" y="4050679"/>
                </a:lnTo>
                <a:lnTo>
                  <a:pt x="866874" y="4051574"/>
                </a:lnTo>
                <a:lnTo>
                  <a:pt x="790833" y="4252323"/>
                </a:lnTo>
                <a:lnTo>
                  <a:pt x="790524" y="4254513"/>
                </a:lnTo>
                <a:lnTo>
                  <a:pt x="788812" y="4257890"/>
                </a:lnTo>
                <a:lnTo>
                  <a:pt x="766626" y="4310649"/>
                </a:lnTo>
                <a:lnTo>
                  <a:pt x="764908" y="4315719"/>
                </a:lnTo>
                <a:lnTo>
                  <a:pt x="762789" y="4320886"/>
                </a:lnTo>
                <a:lnTo>
                  <a:pt x="760883" y="4323465"/>
                </a:lnTo>
                <a:lnTo>
                  <a:pt x="760174" y="4325752"/>
                </a:lnTo>
                <a:lnTo>
                  <a:pt x="759873" y="4326248"/>
                </a:lnTo>
                <a:lnTo>
                  <a:pt x="759270" y="4327241"/>
                </a:lnTo>
                <a:lnTo>
                  <a:pt x="758968" y="4327737"/>
                </a:lnTo>
                <a:lnTo>
                  <a:pt x="758366" y="4328729"/>
                </a:lnTo>
                <a:lnTo>
                  <a:pt x="758162" y="4329624"/>
                </a:lnTo>
                <a:lnTo>
                  <a:pt x="757860" y="4330121"/>
                </a:lnTo>
                <a:lnTo>
                  <a:pt x="616959" y="4594062"/>
                </a:lnTo>
                <a:lnTo>
                  <a:pt x="616657" y="4594558"/>
                </a:lnTo>
                <a:lnTo>
                  <a:pt x="615655" y="4595648"/>
                </a:lnTo>
                <a:lnTo>
                  <a:pt x="615354" y="4596144"/>
                </a:lnTo>
                <a:lnTo>
                  <a:pt x="614751" y="4597136"/>
                </a:lnTo>
                <a:lnTo>
                  <a:pt x="612535" y="4601905"/>
                </a:lnTo>
                <a:lnTo>
                  <a:pt x="609424" y="4606469"/>
                </a:lnTo>
                <a:lnTo>
                  <a:pt x="607713" y="4609846"/>
                </a:lnTo>
                <a:lnTo>
                  <a:pt x="605507" y="4612921"/>
                </a:lnTo>
                <a:lnTo>
                  <a:pt x="597964" y="4627022"/>
                </a:lnTo>
                <a:lnTo>
                  <a:pt x="597264" y="4627616"/>
                </a:lnTo>
                <a:lnTo>
                  <a:pt x="597060" y="4628511"/>
                </a:lnTo>
                <a:lnTo>
                  <a:pt x="594853" y="4631586"/>
                </a:lnTo>
                <a:lnTo>
                  <a:pt x="593346" y="4634068"/>
                </a:lnTo>
                <a:lnTo>
                  <a:pt x="592238" y="4636452"/>
                </a:lnTo>
                <a:lnTo>
                  <a:pt x="572154" y="4668410"/>
                </a:lnTo>
                <a:lnTo>
                  <a:pt x="570851" y="4669997"/>
                </a:lnTo>
                <a:lnTo>
                  <a:pt x="569947" y="4671486"/>
                </a:lnTo>
                <a:lnTo>
                  <a:pt x="569743" y="4672381"/>
                </a:lnTo>
                <a:lnTo>
                  <a:pt x="569140" y="4673373"/>
                </a:lnTo>
                <a:lnTo>
                  <a:pt x="566729" y="4677344"/>
                </a:lnTo>
                <a:lnTo>
                  <a:pt x="565932" y="4677539"/>
                </a:lnTo>
                <a:cubicBezTo>
                  <a:pt x="565929" y="4678104"/>
                  <a:pt x="565925" y="4678668"/>
                  <a:pt x="565923" y="4679232"/>
                </a:cubicBezTo>
                <a:lnTo>
                  <a:pt x="567385" y="4685214"/>
                </a:lnTo>
                <a:lnTo>
                  <a:pt x="579749" y="4682193"/>
                </a:lnTo>
                <a:lnTo>
                  <a:pt x="593407" y="4679277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926690" y="1642306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003049" y="5266646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6194609" y="1642306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6385256" y="5266646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74592" y="168769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20310" y="1677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316894" y="531203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667719" y="531203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141870" y="3302292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571615" y="2444915"/>
            <a:ext cx="1267926" cy="307777"/>
            <a:chOff x="3473006" y="2109958"/>
            <a:chExt cx="1267926" cy="307777"/>
          </a:xfrm>
        </p:grpSpPr>
        <p:cxnSp>
          <p:nvCxnSpPr>
            <p:cNvPr id="18" name="直接箭头连接符 17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651117" y="2793627"/>
            <a:ext cx="1267926" cy="307777"/>
            <a:chOff x="3473006" y="2109958"/>
            <a:chExt cx="1267926" cy="307777"/>
          </a:xfrm>
        </p:grpSpPr>
        <p:cxnSp>
          <p:nvCxnSpPr>
            <p:cNvPr id="21" name="直接箭头连接符 20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724031" y="3143953"/>
            <a:ext cx="1267926" cy="307777"/>
            <a:chOff x="3473006" y="2109958"/>
            <a:chExt cx="1267926" cy="307777"/>
          </a:xfrm>
        </p:grpSpPr>
        <p:cxnSp>
          <p:nvCxnSpPr>
            <p:cNvPr id="24" name="直接箭头连接符 23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694494" y="3970593"/>
            <a:ext cx="1267926" cy="307777"/>
            <a:chOff x="3473006" y="2109958"/>
            <a:chExt cx="1267926" cy="307777"/>
          </a:xfrm>
        </p:grpSpPr>
        <p:cxnSp>
          <p:nvCxnSpPr>
            <p:cNvPr id="27" name="直接箭头连接符 26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81830" y="4399018"/>
            <a:ext cx="1267926" cy="307777"/>
            <a:chOff x="3473006" y="2109958"/>
            <a:chExt cx="1267926" cy="307777"/>
          </a:xfrm>
        </p:grpSpPr>
        <p:cxnSp>
          <p:nvCxnSpPr>
            <p:cNvPr id="30" name="直接箭头连接符 29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503532" y="4740174"/>
            <a:ext cx="1267926" cy="307777"/>
            <a:chOff x="3473006" y="2109958"/>
            <a:chExt cx="1267926" cy="307777"/>
          </a:xfrm>
        </p:grpSpPr>
        <p:cxnSp>
          <p:nvCxnSpPr>
            <p:cNvPr id="33" name="直接箭头连接符 32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801864" y="2333312"/>
            <a:ext cx="1267926" cy="307777"/>
            <a:chOff x="3473006" y="2109958"/>
            <a:chExt cx="1267926" cy="307777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907881" y="2757326"/>
            <a:ext cx="1267926" cy="307777"/>
            <a:chOff x="3473006" y="2109958"/>
            <a:chExt cx="1267926" cy="307777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998816" y="3143953"/>
            <a:ext cx="1267926" cy="307777"/>
            <a:chOff x="3473006" y="2109958"/>
            <a:chExt cx="1267926" cy="307777"/>
          </a:xfrm>
        </p:grpSpPr>
        <p:cxnSp>
          <p:nvCxnSpPr>
            <p:cNvPr id="42" name="直接箭头连接符 41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028353" y="3998640"/>
            <a:ext cx="1267926" cy="307777"/>
            <a:chOff x="3473006" y="2109958"/>
            <a:chExt cx="1267926" cy="307777"/>
          </a:xfrm>
        </p:grpSpPr>
        <p:cxnSp>
          <p:nvCxnSpPr>
            <p:cNvPr id="45" name="直接箭头连接符 44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916111" y="4345784"/>
            <a:ext cx="1267926" cy="307777"/>
            <a:chOff x="3473006" y="2109958"/>
            <a:chExt cx="1267926" cy="307777"/>
          </a:xfrm>
        </p:grpSpPr>
        <p:cxnSp>
          <p:nvCxnSpPr>
            <p:cNvPr id="48" name="直接箭头连接符 47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844827" y="4684582"/>
            <a:ext cx="1267926" cy="307777"/>
            <a:chOff x="3473006" y="2109958"/>
            <a:chExt cx="1267926" cy="307777"/>
          </a:xfrm>
        </p:grpSpPr>
        <p:cxnSp>
          <p:nvCxnSpPr>
            <p:cNvPr id="51" name="直接箭头连接符 50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 flipH="1">
            <a:off x="7377609" y="2358428"/>
            <a:ext cx="1267926" cy="307777"/>
            <a:chOff x="3473006" y="2109958"/>
            <a:chExt cx="1267926" cy="307777"/>
          </a:xfrm>
        </p:grpSpPr>
        <p:cxnSp>
          <p:nvCxnSpPr>
            <p:cNvPr id="54" name="直接箭头连接符 53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 flipH="1">
            <a:off x="7582643" y="2948009"/>
            <a:ext cx="1267926" cy="307777"/>
            <a:chOff x="3473006" y="2109958"/>
            <a:chExt cx="1267926" cy="307777"/>
          </a:xfrm>
        </p:grpSpPr>
        <p:cxnSp>
          <p:nvCxnSpPr>
            <p:cNvPr id="57" name="直接箭头连接符 56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 flipH="1">
            <a:off x="7492789" y="4376351"/>
            <a:ext cx="1267926" cy="307777"/>
            <a:chOff x="3473006" y="2109958"/>
            <a:chExt cx="1267926" cy="307777"/>
          </a:xfrm>
        </p:grpSpPr>
        <p:cxnSp>
          <p:nvCxnSpPr>
            <p:cNvPr id="60" name="直接箭头连接符 59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2901631" y="42398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漂亮的鱼骨图是可以随意编辑的哦</a:t>
            </a:r>
          </a:p>
        </p:txBody>
      </p:sp>
    </p:spTree>
    <p:extLst>
      <p:ext uri="{BB962C8B-B14F-4D97-AF65-F5344CB8AC3E}">
        <p14:creationId xmlns:p14="http://schemas.microsoft.com/office/powerpoint/2010/main" val="414123040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任意多边形: 形状 61"/>
          <p:cNvSpPr/>
          <p:nvPr/>
        </p:nvSpPr>
        <p:spPr>
          <a:xfrm rot="20306714" flipV="1">
            <a:off x="79309" y="176388"/>
            <a:ext cx="11461244" cy="6383892"/>
          </a:xfrm>
          <a:custGeom>
            <a:avLst/>
            <a:gdLst>
              <a:gd name="connsiteX0" fmla="*/ 1135073 w 11461244"/>
              <a:gd name="connsiteY0" fmla="*/ 6368823 h 6383892"/>
              <a:gd name="connsiteX1" fmla="*/ 1150592 w 11461244"/>
              <a:gd name="connsiteY1" fmla="*/ 6362693 h 6383892"/>
              <a:gd name="connsiteX2" fmla="*/ 1166111 w 11461244"/>
              <a:gd name="connsiteY2" fmla="*/ 6356563 h 6383892"/>
              <a:gd name="connsiteX3" fmla="*/ 1180405 w 11461244"/>
              <a:gd name="connsiteY3" fmla="*/ 6350917 h 6383892"/>
              <a:gd name="connsiteX4" fmla="*/ 1193559 w 11461244"/>
              <a:gd name="connsiteY4" fmla="*/ 6344777 h 6383892"/>
              <a:gd name="connsiteX5" fmla="*/ 1204510 w 11461244"/>
              <a:gd name="connsiteY5" fmla="*/ 6339035 h 6383892"/>
              <a:gd name="connsiteX6" fmla="*/ 1216365 w 11461244"/>
              <a:gd name="connsiteY6" fmla="*/ 6331991 h 6383892"/>
              <a:gd name="connsiteX7" fmla="*/ 1228949 w 11461244"/>
              <a:gd name="connsiteY7" fmla="*/ 6325604 h 6383892"/>
              <a:gd name="connsiteX8" fmla="*/ 1241942 w 11461244"/>
              <a:gd name="connsiteY8" fmla="*/ 6319056 h 6383892"/>
              <a:gd name="connsiteX9" fmla="*/ 1254119 w 11461244"/>
              <a:gd name="connsiteY9" fmla="*/ 6312829 h 6383892"/>
              <a:gd name="connsiteX10" fmla="*/ 1266703 w 11461244"/>
              <a:gd name="connsiteY10" fmla="*/ 6306441 h 6383892"/>
              <a:gd name="connsiteX11" fmla="*/ 1278718 w 11461244"/>
              <a:gd name="connsiteY11" fmla="*/ 6299807 h 6383892"/>
              <a:gd name="connsiteX12" fmla="*/ 1289916 w 11461244"/>
              <a:gd name="connsiteY12" fmla="*/ 6293495 h 6383892"/>
              <a:gd name="connsiteX13" fmla="*/ 1301039 w 11461244"/>
              <a:gd name="connsiteY13" fmla="*/ 6285797 h 6383892"/>
              <a:gd name="connsiteX14" fmla="*/ 1311506 w 11461244"/>
              <a:gd name="connsiteY14" fmla="*/ 6278829 h 6383892"/>
              <a:gd name="connsiteX15" fmla="*/ 1322628 w 11461244"/>
              <a:gd name="connsiteY15" fmla="*/ 6271131 h 6383892"/>
              <a:gd name="connsiteX16" fmla="*/ 1333418 w 11461244"/>
              <a:gd name="connsiteY16" fmla="*/ 6264980 h 6383892"/>
              <a:gd name="connsiteX17" fmla="*/ 1344133 w 11461244"/>
              <a:gd name="connsiteY17" fmla="*/ 6257443 h 6383892"/>
              <a:gd name="connsiteX18" fmla="*/ 1355578 w 11461244"/>
              <a:gd name="connsiteY18" fmla="*/ 6250562 h 6383892"/>
              <a:gd name="connsiteX19" fmla="*/ 1366453 w 11461244"/>
              <a:gd name="connsiteY19" fmla="*/ 6243433 h 6383892"/>
              <a:gd name="connsiteX20" fmla="*/ 1377329 w 11461244"/>
              <a:gd name="connsiteY20" fmla="*/ 6236304 h 6383892"/>
              <a:gd name="connsiteX21" fmla="*/ 1387882 w 11461244"/>
              <a:gd name="connsiteY21" fmla="*/ 6228359 h 6383892"/>
              <a:gd name="connsiteX22" fmla="*/ 1507983 w 11461244"/>
              <a:gd name="connsiteY22" fmla="*/ 6135594 h 6383892"/>
              <a:gd name="connsiteX23" fmla="*/ 1516171 w 11461244"/>
              <a:gd name="connsiteY23" fmla="*/ 6127638 h 6383892"/>
              <a:gd name="connsiteX24" fmla="*/ 1524198 w 11461244"/>
              <a:gd name="connsiteY24" fmla="*/ 6119273 h 6383892"/>
              <a:gd name="connsiteX25" fmla="*/ 1532224 w 11461244"/>
              <a:gd name="connsiteY25" fmla="*/ 6110909 h 6383892"/>
              <a:gd name="connsiteX26" fmla="*/ 1540499 w 11461244"/>
              <a:gd name="connsiteY26" fmla="*/ 6101976 h 6383892"/>
              <a:gd name="connsiteX27" fmla="*/ 1617284 w 11461244"/>
              <a:gd name="connsiteY27" fmla="*/ 6013101 h 6383892"/>
              <a:gd name="connsiteX28" fmla="*/ 1620647 w 11461244"/>
              <a:gd name="connsiteY28" fmla="*/ 6008468 h 6383892"/>
              <a:gd name="connsiteX29" fmla="*/ 1624989 w 11461244"/>
              <a:gd name="connsiteY29" fmla="*/ 6003920 h 6383892"/>
              <a:gd name="connsiteX30" fmla="*/ 1627374 w 11461244"/>
              <a:gd name="connsiteY30" fmla="*/ 5999201 h 6383892"/>
              <a:gd name="connsiteX31" fmla="*/ 1630984 w 11461244"/>
              <a:gd name="connsiteY31" fmla="*/ 5993998 h 6383892"/>
              <a:gd name="connsiteX32" fmla="*/ 1676893 w 11461244"/>
              <a:gd name="connsiteY32" fmla="*/ 5917792 h 6383892"/>
              <a:gd name="connsiteX33" fmla="*/ 1679687 w 11461244"/>
              <a:gd name="connsiteY33" fmla="*/ 5912912 h 6383892"/>
              <a:gd name="connsiteX34" fmla="*/ 1683297 w 11461244"/>
              <a:gd name="connsiteY34" fmla="*/ 5907709 h 6383892"/>
              <a:gd name="connsiteX35" fmla="*/ 1753752 w 11461244"/>
              <a:gd name="connsiteY35" fmla="*/ 5774124 h 6383892"/>
              <a:gd name="connsiteX36" fmla="*/ 1754245 w 11461244"/>
              <a:gd name="connsiteY36" fmla="*/ 5772984 h 6383892"/>
              <a:gd name="connsiteX37" fmla="*/ 1754331 w 11461244"/>
              <a:gd name="connsiteY37" fmla="*/ 5772006 h 6383892"/>
              <a:gd name="connsiteX38" fmla="*/ 1820512 w 11461244"/>
              <a:gd name="connsiteY38" fmla="*/ 5608476 h 6383892"/>
              <a:gd name="connsiteX39" fmla="*/ 1822736 w 11461244"/>
              <a:gd name="connsiteY39" fmla="*/ 5603349 h 6383892"/>
              <a:gd name="connsiteX40" fmla="*/ 1824229 w 11461244"/>
              <a:gd name="connsiteY40" fmla="*/ 5597566 h 6383892"/>
              <a:gd name="connsiteX41" fmla="*/ 1843420 w 11461244"/>
              <a:gd name="connsiteY41" fmla="*/ 5533803 h 6383892"/>
              <a:gd name="connsiteX42" fmla="*/ 1846052 w 11461244"/>
              <a:gd name="connsiteY42" fmla="*/ 5528514 h 6383892"/>
              <a:gd name="connsiteX43" fmla="*/ 1847791 w 11461244"/>
              <a:gd name="connsiteY43" fmla="*/ 5522161 h 6383892"/>
              <a:gd name="connsiteX44" fmla="*/ 1867563 w 11461244"/>
              <a:gd name="connsiteY44" fmla="*/ 5456281 h 6383892"/>
              <a:gd name="connsiteX45" fmla="*/ 1871118 w 11461244"/>
              <a:gd name="connsiteY45" fmla="*/ 5444961 h 6383892"/>
              <a:gd name="connsiteX46" fmla="*/ 1874996 w 11461244"/>
              <a:gd name="connsiteY46" fmla="*/ 5434460 h 6383892"/>
              <a:gd name="connsiteX47" fmla="*/ 1881536 w 11461244"/>
              <a:gd name="connsiteY47" fmla="*/ 5411575 h 6383892"/>
              <a:gd name="connsiteX48" fmla="*/ 1882772 w 11461244"/>
              <a:gd name="connsiteY48" fmla="*/ 5408727 h 6383892"/>
              <a:gd name="connsiteX49" fmla="*/ 1883599 w 11461244"/>
              <a:gd name="connsiteY49" fmla="*/ 5406039 h 6383892"/>
              <a:gd name="connsiteX50" fmla="*/ 1884340 w 11461244"/>
              <a:gd name="connsiteY50" fmla="*/ 5404330 h 6383892"/>
              <a:gd name="connsiteX51" fmla="*/ 1884350 w 11461244"/>
              <a:gd name="connsiteY51" fmla="*/ 5401965 h 6383892"/>
              <a:gd name="connsiteX52" fmla="*/ 1885005 w 11461244"/>
              <a:gd name="connsiteY52" fmla="*/ 5401234 h 6383892"/>
              <a:gd name="connsiteX53" fmla="*/ 1885091 w 11461244"/>
              <a:gd name="connsiteY53" fmla="*/ 5400256 h 6383892"/>
              <a:gd name="connsiteX54" fmla="*/ 1926073 w 11461244"/>
              <a:gd name="connsiteY54" fmla="*/ 5256595 h 6383892"/>
              <a:gd name="connsiteX55" fmla="*/ 1926576 w 11461244"/>
              <a:gd name="connsiteY55" fmla="*/ 5253091 h 6383892"/>
              <a:gd name="connsiteX56" fmla="*/ 1927651 w 11461244"/>
              <a:gd name="connsiteY56" fmla="*/ 5249835 h 6383892"/>
              <a:gd name="connsiteX57" fmla="*/ 1927994 w 11461244"/>
              <a:gd name="connsiteY57" fmla="*/ 5245922 h 6383892"/>
              <a:gd name="connsiteX58" fmla="*/ 1928734 w 11461244"/>
              <a:gd name="connsiteY58" fmla="*/ 5244212 h 6383892"/>
              <a:gd name="connsiteX59" fmla="*/ 1929067 w 11461244"/>
              <a:gd name="connsiteY59" fmla="*/ 5242665 h 6383892"/>
              <a:gd name="connsiteX60" fmla="*/ 1930389 w 11461244"/>
              <a:gd name="connsiteY60" fmla="*/ 5238838 h 6383892"/>
              <a:gd name="connsiteX61" fmla="*/ 1966126 w 11461244"/>
              <a:gd name="connsiteY61" fmla="*/ 5101026 h 6383892"/>
              <a:gd name="connsiteX62" fmla="*/ 1968027 w 11461244"/>
              <a:gd name="connsiteY62" fmla="*/ 5095082 h 6383892"/>
              <a:gd name="connsiteX63" fmla="*/ 1969358 w 11461244"/>
              <a:gd name="connsiteY63" fmla="*/ 5088890 h 6383892"/>
              <a:gd name="connsiteX64" fmla="*/ 1976231 w 11461244"/>
              <a:gd name="connsiteY64" fmla="*/ 5064458 h 6383892"/>
              <a:gd name="connsiteX65" fmla="*/ 1983029 w 11461244"/>
              <a:gd name="connsiteY65" fmla="*/ 5038639 h 6383892"/>
              <a:gd name="connsiteX66" fmla="*/ 1986508 w 11461244"/>
              <a:gd name="connsiteY66" fmla="*/ 5025934 h 6383892"/>
              <a:gd name="connsiteX67" fmla="*/ 1989988 w 11461244"/>
              <a:gd name="connsiteY67" fmla="*/ 5013228 h 6383892"/>
              <a:gd name="connsiteX68" fmla="*/ 1993629 w 11461244"/>
              <a:gd name="connsiteY68" fmla="*/ 5000932 h 6383892"/>
              <a:gd name="connsiteX69" fmla="*/ 1998247 w 11461244"/>
              <a:gd name="connsiteY69" fmla="*/ 4988720 h 6383892"/>
              <a:gd name="connsiteX70" fmla="*/ 2029278 w 11461244"/>
              <a:gd name="connsiteY70" fmla="*/ 4902339 h 6383892"/>
              <a:gd name="connsiteX71" fmla="*/ 2030932 w 11461244"/>
              <a:gd name="connsiteY71" fmla="*/ 4896965 h 6383892"/>
              <a:gd name="connsiteX72" fmla="*/ 2033564 w 11461244"/>
              <a:gd name="connsiteY72" fmla="*/ 4891676 h 6383892"/>
              <a:gd name="connsiteX73" fmla="*/ 2034058 w 11461244"/>
              <a:gd name="connsiteY73" fmla="*/ 4890537 h 6383892"/>
              <a:gd name="connsiteX74" fmla="*/ 2034305 w 11461244"/>
              <a:gd name="connsiteY74" fmla="*/ 4889967 h 6383892"/>
              <a:gd name="connsiteX75" fmla="*/ 2039590 w 11461244"/>
              <a:gd name="connsiteY75" fmla="*/ 4874660 h 6383892"/>
              <a:gd name="connsiteX76" fmla="*/ 2040578 w 11461244"/>
              <a:gd name="connsiteY76" fmla="*/ 4872382 h 6383892"/>
              <a:gd name="connsiteX77" fmla="*/ 2041404 w 11461244"/>
              <a:gd name="connsiteY77" fmla="*/ 4869694 h 6383892"/>
              <a:gd name="connsiteX78" fmla="*/ 2069859 w 11461244"/>
              <a:gd name="connsiteY78" fmla="*/ 4794718 h 6383892"/>
              <a:gd name="connsiteX79" fmla="*/ 2073243 w 11461244"/>
              <a:gd name="connsiteY79" fmla="*/ 4785355 h 6383892"/>
              <a:gd name="connsiteX80" fmla="*/ 2077614 w 11461244"/>
              <a:gd name="connsiteY80" fmla="*/ 4773714 h 6383892"/>
              <a:gd name="connsiteX81" fmla="*/ 2082309 w 11461244"/>
              <a:gd name="connsiteY81" fmla="*/ 4762889 h 6383892"/>
              <a:gd name="connsiteX82" fmla="*/ 2086670 w 11461244"/>
              <a:gd name="connsiteY82" fmla="*/ 4753612 h 6383892"/>
              <a:gd name="connsiteX83" fmla="*/ 2091526 w 11461244"/>
              <a:gd name="connsiteY83" fmla="*/ 4743197 h 6383892"/>
              <a:gd name="connsiteX84" fmla="*/ 2096220 w 11461244"/>
              <a:gd name="connsiteY84" fmla="*/ 4732372 h 6383892"/>
              <a:gd name="connsiteX85" fmla="*/ 2105770 w 11461244"/>
              <a:gd name="connsiteY85" fmla="*/ 4711131 h 6383892"/>
              <a:gd name="connsiteX86" fmla="*/ 2110787 w 11461244"/>
              <a:gd name="connsiteY86" fmla="*/ 4701123 h 6383892"/>
              <a:gd name="connsiteX87" fmla="*/ 2115234 w 11461244"/>
              <a:gd name="connsiteY87" fmla="*/ 4690868 h 6383892"/>
              <a:gd name="connsiteX88" fmla="*/ 2120821 w 11461244"/>
              <a:gd name="connsiteY88" fmla="*/ 4681108 h 6383892"/>
              <a:gd name="connsiteX89" fmla="*/ 2126322 w 11461244"/>
              <a:gd name="connsiteY89" fmla="*/ 4672325 h 6383892"/>
              <a:gd name="connsiteX90" fmla="*/ 2194997 w 11461244"/>
              <a:gd name="connsiteY90" fmla="*/ 4554550 h 6383892"/>
              <a:gd name="connsiteX91" fmla="*/ 2198199 w 11461244"/>
              <a:gd name="connsiteY91" fmla="*/ 4549508 h 6383892"/>
              <a:gd name="connsiteX92" fmla="*/ 2201562 w 11461244"/>
              <a:gd name="connsiteY92" fmla="*/ 4544875 h 6383892"/>
              <a:gd name="connsiteX93" fmla="*/ 2217228 w 11461244"/>
              <a:gd name="connsiteY93" fmla="*/ 4523579 h 6383892"/>
              <a:gd name="connsiteX94" fmla="*/ 2232808 w 11461244"/>
              <a:gd name="connsiteY94" fmla="*/ 4503261 h 6383892"/>
              <a:gd name="connsiteX95" fmla="*/ 2240845 w 11461244"/>
              <a:gd name="connsiteY95" fmla="*/ 4492533 h 6383892"/>
              <a:gd name="connsiteX96" fmla="*/ 2248635 w 11461244"/>
              <a:gd name="connsiteY96" fmla="*/ 4482373 h 6383892"/>
              <a:gd name="connsiteX97" fmla="*/ 2257726 w 11461244"/>
              <a:gd name="connsiteY97" fmla="*/ 4473117 h 6383892"/>
              <a:gd name="connsiteX98" fmla="*/ 2266333 w 11461244"/>
              <a:gd name="connsiteY98" fmla="*/ 4462635 h 6383892"/>
              <a:gd name="connsiteX99" fmla="*/ 2293035 w 11461244"/>
              <a:gd name="connsiteY99" fmla="*/ 4434618 h 6383892"/>
              <a:gd name="connsiteX100" fmla="*/ 2312613 w 11461244"/>
              <a:gd name="connsiteY100" fmla="*/ 4413665 h 6383892"/>
              <a:gd name="connsiteX101" fmla="*/ 2327689 w 11461244"/>
              <a:gd name="connsiteY101" fmla="*/ 4396852 h 6383892"/>
              <a:gd name="connsiteX102" fmla="*/ 2340960 w 11461244"/>
              <a:gd name="connsiteY102" fmla="*/ 4382639 h 6383892"/>
              <a:gd name="connsiteX103" fmla="*/ 2354306 w 11461244"/>
              <a:gd name="connsiteY103" fmla="*/ 4369813 h 6383892"/>
              <a:gd name="connsiteX104" fmla="*/ 2370759 w 11461244"/>
              <a:gd name="connsiteY104" fmla="*/ 4355289 h 6383892"/>
              <a:gd name="connsiteX105" fmla="*/ 2391875 w 11461244"/>
              <a:gd name="connsiteY105" fmla="*/ 4337033 h 6383892"/>
              <a:gd name="connsiteX106" fmla="*/ 2421492 w 11461244"/>
              <a:gd name="connsiteY106" fmla="*/ 4314003 h 6383892"/>
              <a:gd name="connsiteX107" fmla="*/ 2440630 w 11461244"/>
              <a:gd name="connsiteY107" fmla="*/ 4300305 h 6383892"/>
              <a:gd name="connsiteX108" fmla="*/ 2465487 w 11461244"/>
              <a:gd name="connsiteY108" fmla="*/ 4284348 h 6383892"/>
              <a:gd name="connsiteX109" fmla="*/ 2494267 w 11461244"/>
              <a:gd name="connsiteY109" fmla="*/ 4266371 h 6383892"/>
              <a:gd name="connsiteX110" fmla="*/ 2525250 w 11461244"/>
              <a:gd name="connsiteY110" fmla="*/ 4247995 h 6383892"/>
              <a:gd name="connsiteX111" fmla="*/ 2556233 w 11461244"/>
              <a:gd name="connsiteY111" fmla="*/ 4229618 h 6383892"/>
              <a:gd name="connsiteX112" fmla="*/ 2585163 w 11461244"/>
              <a:gd name="connsiteY112" fmla="*/ 4214413 h 6383892"/>
              <a:gd name="connsiteX113" fmla="*/ 2585730 w 11461244"/>
              <a:gd name="connsiteY113" fmla="*/ 4214124 h 6383892"/>
              <a:gd name="connsiteX114" fmla="*/ 2583790 w 11461244"/>
              <a:gd name="connsiteY114" fmla="*/ 4209215 h 6383892"/>
              <a:gd name="connsiteX115" fmla="*/ 3265165 w 11461244"/>
              <a:gd name="connsiteY115" fmla="*/ 3930984 h 6383892"/>
              <a:gd name="connsiteX116" fmla="*/ 7783555 w 11461244"/>
              <a:gd name="connsiteY116" fmla="*/ 2048858 h 6383892"/>
              <a:gd name="connsiteX117" fmla="*/ 8391230 w 11461244"/>
              <a:gd name="connsiteY117" fmla="*/ 1828427 h 6383892"/>
              <a:gd name="connsiteX118" fmla="*/ 8393033 w 11461244"/>
              <a:gd name="connsiteY118" fmla="*/ 1832991 h 6383892"/>
              <a:gd name="connsiteX119" fmla="*/ 8430816 w 11461244"/>
              <a:gd name="connsiteY119" fmla="*/ 1817308 h 6383892"/>
              <a:gd name="connsiteX120" fmla="*/ 8478190 w 11461244"/>
              <a:gd name="connsiteY120" fmla="*/ 1798594 h 6383892"/>
              <a:gd name="connsiteX121" fmla="*/ 8521395 w 11461244"/>
              <a:gd name="connsiteY121" fmla="*/ 1782472 h 6383892"/>
              <a:gd name="connsiteX122" fmla="*/ 8539772 w 11461244"/>
              <a:gd name="connsiteY122" fmla="*/ 1775213 h 6383892"/>
              <a:gd name="connsiteX123" fmla="*/ 8556270 w 11461244"/>
              <a:gd name="connsiteY123" fmla="*/ 1769168 h 6383892"/>
              <a:gd name="connsiteX124" fmla="*/ 8569414 w 11461244"/>
              <a:gd name="connsiteY124" fmla="*/ 1765392 h 6383892"/>
              <a:gd name="connsiteX125" fmla="*/ 8578721 w 11461244"/>
              <a:gd name="connsiteY125" fmla="*/ 1762659 h 6383892"/>
              <a:gd name="connsiteX126" fmla="*/ 8589007 w 11461244"/>
              <a:gd name="connsiteY126" fmla="*/ 1760013 h 6383892"/>
              <a:gd name="connsiteX127" fmla="*/ 8600355 w 11461244"/>
              <a:gd name="connsiteY127" fmla="*/ 1756474 h 6383892"/>
              <a:gd name="connsiteX128" fmla="*/ 8611382 w 11461244"/>
              <a:gd name="connsiteY128" fmla="*/ 1752119 h 6383892"/>
              <a:gd name="connsiteX129" fmla="*/ 8622817 w 11461244"/>
              <a:gd name="connsiteY129" fmla="*/ 1747602 h 6383892"/>
              <a:gd name="connsiteX130" fmla="*/ 8645279 w 11461244"/>
              <a:gd name="connsiteY130" fmla="*/ 1738729 h 6383892"/>
              <a:gd name="connsiteX131" fmla="*/ 8666183 w 11461244"/>
              <a:gd name="connsiteY131" fmla="*/ 1731887 h 6383892"/>
              <a:gd name="connsiteX132" fmla="*/ 8717697 w 11461244"/>
              <a:gd name="connsiteY132" fmla="*/ 1717677 h 6383892"/>
              <a:gd name="connsiteX133" fmla="*/ 8761127 w 11461244"/>
              <a:gd name="connsiteY133" fmla="*/ 1705715 h 6383892"/>
              <a:gd name="connsiteX134" fmla="*/ 8798356 w 11461244"/>
              <a:gd name="connsiteY134" fmla="*/ 1694786 h 6383892"/>
              <a:gd name="connsiteX135" fmla="*/ 8833135 w 11461244"/>
              <a:gd name="connsiteY135" fmla="*/ 1684823 h 6383892"/>
              <a:gd name="connsiteX136" fmla="*/ 8868645 w 11461244"/>
              <a:gd name="connsiteY136" fmla="*/ 1675518 h 6383892"/>
              <a:gd name="connsiteX137" fmla="*/ 8907251 w 11461244"/>
              <a:gd name="connsiteY137" fmla="*/ 1666878 h 6383892"/>
              <a:gd name="connsiteX138" fmla="*/ 8950748 w 11461244"/>
              <a:gd name="connsiteY138" fmla="*/ 1658667 h 6383892"/>
              <a:gd name="connsiteX139" fmla="*/ 9004357 w 11461244"/>
              <a:gd name="connsiteY139" fmla="*/ 1649764 h 6383892"/>
              <a:gd name="connsiteX140" fmla="*/ 9025004 w 11461244"/>
              <a:gd name="connsiteY140" fmla="*/ 1645858 h 6383892"/>
              <a:gd name="connsiteX141" fmla="*/ 9046628 w 11461244"/>
              <a:gd name="connsiteY141" fmla="*/ 1642037 h 6383892"/>
              <a:gd name="connsiteX142" fmla="*/ 9067845 w 11461244"/>
              <a:gd name="connsiteY142" fmla="*/ 1638377 h 6383892"/>
              <a:gd name="connsiteX143" fmla="*/ 9087921 w 11461244"/>
              <a:gd name="connsiteY143" fmla="*/ 1634224 h 6383892"/>
              <a:gd name="connsiteX144" fmla="*/ 9099186 w 11461244"/>
              <a:gd name="connsiteY144" fmla="*/ 1631663 h 6383892"/>
              <a:gd name="connsiteX145" fmla="*/ 9108815 w 11461244"/>
              <a:gd name="connsiteY145" fmla="*/ 1629748 h 6383892"/>
              <a:gd name="connsiteX146" fmla="*/ 9119262 w 11461244"/>
              <a:gd name="connsiteY146" fmla="*/ 1627510 h 6383892"/>
              <a:gd name="connsiteX147" fmla="*/ 9130117 w 11461244"/>
              <a:gd name="connsiteY147" fmla="*/ 1625110 h 6383892"/>
              <a:gd name="connsiteX148" fmla="*/ 9169529 w 11461244"/>
              <a:gd name="connsiteY148" fmla="*/ 1618512 h 6383892"/>
              <a:gd name="connsiteX149" fmla="*/ 9171445 w 11461244"/>
              <a:gd name="connsiteY149" fmla="*/ 1628142 h 6383892"/>
              <a:gd name="connsiteX150" fmla="*/ 9174501 w 11461244"/>
              <a:gd name="connsiteY150" fmla="*/ 1638266 h 6383892"/>
              <a:gd name="connsiteX151" fmla="*/ 9178285 w 11461244"/>
              <a:gd name="connsiteY151" fmla="*/ 1649046 h 6383892"/>
              <a:gd name="connsiteX152" fmla="*/ 9182233 w 11461244"/>
              <a:gd name="connsiteY152" fmla="*/ 1660234 h 6383892"/>
              <a:gd name="connsiteX153" fmla="*/ 9185611 w 11461244"/>
              <a:gd name="connsiteY153" fmla="*/ 1671175 h 6383892"/>
              <a:gd name="connsiteX154" fmla="*/ 9189235 w 11461244"/>
              <a:gd name="connsiteY154" fmla="*/ 1681545 h 6383892"/>
              <a:gd name="connsiteX155" fmla="*/ 9191720 w 11461244"/>
              <a:gd name="connsiteY155" fmla="*/ 1691423 h 6383892"/>
              <a:gd name="connsiteX156" fmla="*/ 9193313 w 11461244"/>
              <a:gd name="connsiteY156" fmla="*/ 1700236 h 6383892"/>
              <a:gd name="connsiteX157" fmla="*/ 9194574 w 11461244"/>
              <a:gd name="connsiteY157" fmla="*/ 1710597 h 6383892"/>
              <a:gd name="connsiteX158" fmla="*/ 9196736 w 11461244"/>
              <a:gd name="connsiteY158" fmla="*/ 1719657 h 6383892"/>
              <a:gd name="connsiteX159" fmla="*/ 9199554 w 11461244"/>
              <a:gd name="connsiteY159" fmla="*/ 1727987 h 6383892"/>
              <a:gd name="connsiteX160" fmla="*/ 9203824 w 11461244"/>
              <a:gd name="connsiteY160" fmla="*/ 1739992 h 6383892"/>
              <a:gd name="connsiteX161" fmla="*/ 9206395 w 11461244"/>
              <a:gd name="connsiteY161" fmla="*/ 1748891 h 6383892"/>
              <a:gd name="connsiteX162" fmla="*/ 9210665 w 11461244"/>
              <a:gd name="connsiteY162" fmla="*/ 1760896 h 6383892"/>
              <a:gd name="connsiteX163" fmla="*/ 9212656 w 11461244"/>
              <a:gd name="connsiteY163" fmla="*/ 1771912 h 6383892"/>
              <a:gd name="connsiteX164" fmla="*/ 9214410 w 11461244"/>
              <a:gd name="connsiteY164" fmla="*/ 1781134 h 6383892"/>
              <a:gd name="connsiteX165" fmla="*/ 9215035 w 11461244"/>
              <a:gd name="connsiteY165" fmla="*/ 1787496 h 6383892"/>
              <a:gd name="connsiteX166" fmla="*/ 9215746 w 11461244"/>
              <a:gd name="connsiteY166" fmla="*/ 1792881 h 6383892"/>
              <a:gd name="connsiteX167" fmla="*/ 9217112 w 11461244"/>
              <a:gd name="connsiteY167" fmla="*/ 1797534 h 6383892"/>
              <a:gd name="connsiteX168" fmla="*/ 9217747 w 11461244"/>
              <a:gd name="connsiteY168" fmla="*/ 1801532 h 6383892"/>
              <a:gd name="connsiteX169" fmla="*/ 9220974 w 11461244"/>
              <a:gd name="connsiteY169" fmla="*/ 1809700 h 6383892"/>
              <a:gd name="connsiteX170" fmla="*/ 9223213 w 11461244"/>
              <a:gd name="connsiteY170" fmla="*/ 1820147 h 6383892"/>
              <a:gd name="connsiteX171" fmla="*/ 9224321 w 11461244"/>
              <a:gd name="connsiteY171" fmla="*/ 1827736 h 6383892"/>
              <a:gd name="connsiteX172" fmla="*/ 9224365 w 11461244"/>
              <a:gd name="connsiteY172" fmla="*/ 1836216 h 6383892"/>
              <a:gd name="connsiteX173" fmla="*/ 9224592 w 11461244"/>
              <a:gd name="connsiteY173" fmla="*/ 1840375 h 6383892"/>
              <a:gd name="connsiteX174" fmla="*/ 9224980 w 11461244"/>
              <a:gd name="connsiteY174" fmla="*/ 1844943 h 6383892"/>
              <a:gd name="connsiteX175" fmla="*/ 9226261 w 11461244"/>
              <a:gd name="connsiteY175" fmla="*/ 1850575 h 6383892"/>
              <a:gd name="connsiteX176" fmla="*/ 9228025 w 11461244"/>
              <a:gd name="connsiteY176" fmla="*/ 1857432 h 6383892"/>
              <a:gd name="connsiteX177" fmla="*/ 9230284 w 11461244"/>
              <a:gd name="connsiteY177" fmla="*/ 1863150 h 6383892"/>
              <a:gd name="connsiteX178" fmla="*/ 9231897 w 11461244"/>
              <a:gd name="connsiteY178" fmla="*/ 1867234 h 6383892"/>
              <a:gd name="connsiteX179" fmla="*/ 9232941 w 11461244"/>
              <a:gd name="connsiteY179" fmla="*/ 1871071 h 6383892"/>
              <a:gd name="connsiteX180" fmla="*/ 9234135 w 11461244"/>
              <a:gd name="connsiteY180" fmla="*/ 1877680 h 6383892"/>
              <a:gd name="connsiteX181" fmla="*/ 9239680 w 11461244"/>
              <a:gd name="connsiteY181" fmla="*/ 1915620 h 6383892"/>
              <a:gd name="connsiteX182" fmla="*/ 9241918 w 11461244"/>
              <a:gd name="connsiteY182" fmla="*/ 1926068 h 6383892"/>
              <a:gd name="connsiteX183" fmla="*/ 9243027 w 11461244"/>
              <a:gd name="connsiteY183" fmla="*/ 1933655 h 6383892"/>
              <a:gd name="connsiteX184" fmla="*/ 9243072 w 11461244"/>
              <a:gd name="connsiteY184" fmla="*/ 1942135 h 6383892"/>
              <a:gd name="connsiteX185" fmla="*/ 9244170 w 11461244"/>
              <a:gd name="connsiteY185" fmla="*/ 1952089 h 6383892"/>
              <a:gd name="connsiteX186" fmla="*/ 9245440 w 11461244"/>
              <a:gd name="connsiteY186" fmla="*/ 1960084 h 6383892"/>
              <a:gd name="connsiteX187" fmla="*/ 9245592 w 11461244"/>
              <a:gd name="connsiteY187" fmla="*/ 1962858 h 6383892"/>
              <a:gd name="connsiteX188" fmla="*/ 9245582 w 11461244"/>
              <a:gd name="connsiteY188" fmla="*/ 1965223 h 6383892"/>
              <a:gd name="connsiteX189" fmla="*/ 9245153 w 11461244"/>
              <a:gd name="connsiteY189" fmla="*/ 1970113 h 6383892"/>
              <a:gd name="connsiteX190" fmla="*/ 9245778 w 11461244"/>
              <a:gd name="connsiteY190" fmla="*/ 1976476 h 6383892"/>
              <a:gd name="connsiteX191" fmla="*/ 9246659 w 11461244"/>
              <a:gd name="connsiteY191" fmla="*/ 1979905 h 6383892"/>
              <a:gd name="connsiteX192" fmla="*/ 9247134 w 11461244"/>
              <a:gd name="connsiteY192" fmla="*/ 1983494 h 6383892"/>
              <a:gd name="connsiteX193" fmla="*/ 9248984 w 11461244"/>
              <a:gd name="connsiteY193" fmla="*/ 1989372 h 6383892"/>
              <a:gd name="connsiteX194" fmla="*/ 9251061 w 11461244"/>
              <a:gd name="connsiteY194" fmla="*/ 1999412 h 6383892"/>
              <a:gd name="connsiteX195" fmla="*/ 9250783 w 11461244"/>
              <a:gd name="connsiteY195" fmla="*/ 2007075 h 6383892"/>
              <a:gd name="connsiteX196" fmla="*/ 9251075 w 11461244"/>
              <a:gd name="connsiteY196" fmla="*/ 2014986 h 6383892"/>
              <a:gd name="connsiteX197" fmla="*/ 9252819 w 11461244"/>
              <a:gd name="connsiteY197" fmla="*/ 2026572 h 6383892"/>
              <a:gd name="connsiteX198" fmla="*/ 9254584 w 11461244"/>
              <a:gd name="connsiteY198" fmla="*/ 2033428 h 6383892"/>
              <a:gd name="connsiteX199" fmla="*/ 9254574 w 11461244"/>
              <a:gd name="connsiteY199" fmla="*/ 2035793 h 6383892"/>
              <a:gd name="connsiteX200" fmla="*/ 9254155 w 11461244"/>
              <a:gd name="connsiteY200" fmla="*/ 2038319 h 6383892"/>
              <a:gd name="connsiteX201" fmla="*/ 9254048 w 11461244"/>
              <a:gd name="connsiteY201" fmla="*/ 2044027 h 6383892"/>
              <a:gd name="connsiteX202" fmla="*/ 9254986 w 11461244"/>
              <a:gd name="connsiteY202" fmla="*/ 2053571 h 6383892"/>
              <a:gd name="connsiteX203" fmla="*/ 9256741 w 11461244"/>
              <a:gd name="connsiteY203" fmla="*/ 2062792 h 6383892"/>
              <a:gd name="connsiteX204" fmla="*/ 9258010 w 11461244"/>
              <a:gd name="connsiteY204" fmla="*/ 2070789 h 6383892"/>
              <a:gd name="connsiteX205" fmla="*/ 9257431 w 11461244"/>
              <a:gd name="connsiteY205" fmla="*/ 2072906 h 6383892"/>
              <a:gd name="connsiteX206" fmla="*/ 9257012 w 11461244"/>
              <a:gd name="connsiteY206" fmla="*/ 2075433 h 6383892"/>
              <a:gd name="connsiteX207" fmla="*/ 9257153 w 11461244"/>
              <a:gd name="connsiteY207" fmla="*/ 2080570 h 6383892"/>
              <a:gd name="connsiteX208" fmla="*/ 9259230 w 11461244"/>
              <a:gd name="connsiteY208" fmla="*/ 2090608 h 6383892"/>
              <a:gd name="connsiteX209" fmla="*/ 9260737 w 11461244"/>
              <a:gd name="connsiteY209" fmla="*/ 2100400 h 6383892"/>
              <a:gd name="connsiteX210" fmla="*/ 9261523 w 11461244"/>
              <a:gd name="connsiteY210" fmla="*/ 2107171 h 6383892"/>
              <a:gd name="connsiteX211" fmla="*/ 9260943 w 11461244"/>
              <a:gd name="connsiteY211" fmla="*/ 2109289 h 6383892"/>
              <a:gd name="connsiteX212" fmla="*/ 9260116 w 11461244"/>
              <a:gd name="connsiteY212" fmla="*/ 2111976 h 6383892"/>
              <a:gd name="connsiteX213" fmla="*/ 9260258 w 11461244"/>
              <a:gd name="connsiteY213" fmla="*/ 2117113 h 6383892"/>
              <a:gd name="connsiteX214" fmla="*/ 9262335 w 11461244"/>
              <a:gd name="connsiteY214" fmla="*/ 2127152 h 6383892"/>
              <a:gd name="connsiteX215" fmla="*/ 9264658 w 11461244"/>
              <a:gd name="connsiteY215" fmla="*/ 2136621 h 6383892"/>
              <a:gd name="connsiteX216" fmla="*/ 9265122 w 11461244"/>
              <a:gd name="connsiteY216" fmla="*/ 2142575 h 6383892"/>
              <a:gd name="connsiteX217" fmla="*/ 9264703 w 11461244"/>
              <a:gd name="connsiteY217" fmla="*/ 2145101 h 6383892"/>
              <a:gd name="connsiteX218" fmla="*/ 9264446 w 11461244"/>
              <a:gd name="connsiteY218" fmla="*/ 2148035 h 6383892"/>
              <a:gd name="connsiteX219" fmla="*/ 9264093 w 11461244"/>
              <a:gd name="connsiteY219" fmla="*/ 2154313 h 6383892"/>
              <a:gd name="connsiteX220" fmla="*/ 9265847 w 11461244"/>
              <a:gd name="connsiteY220" fmla="*/ 2163534 h 6383892"/>
              <a:gd name="connsiteX221" fmla="*/ 9268170 w 11461244"/>
              <a:gd name="connsiteY221" fmla="*/ 2173003 h 6383892"/>
              <a:gd name="connsiteX222" fmla="*/ 9268226 w 11461244"/>
              <a:gd name="connsiteY222" fmla="*/ 2179118 h 6383892"/>
              <a:gd name="connsiteX223" fmla="*/ 9267969 w 11461244"/>
              <a:gd name="connsiteY223" fmla="*/ 2182053 h 6383892"/>
              <a:gd name="connsiteX224" fmla="*/ 9267550 w 11461244"/>
              <a:gd name="connsiteY224" fmla="*/ 2184579 h 6383892"/>
              <a:gd name="connsiteX225" fmla="*/ 9268014 w 11461244"/>
              <a:gd name="connsiteY225" fmla="*/ 2190533 h 6383892"/>
              <a:gd name="connsiteX226" fmla="*/ 9270337 w 11461244"/>
              <a:gd name="connsiteY226" fmla="*/ 2200002 h 6383892"/>
              <a:gd name="connsiteX227" fmla="*/ 9272414 w 11461244"/>
              <a:gd name="connsiteY227" fmla="*/ 2210041 h 6383892"/>
              <a:gd name="connsiteX228" fmla="*/ 9272480 w 11461244"/>
              <a:gd name="connsiteY228" fmla="*/ 2213791 h 6383892"/>
              <a:gd name="connsiteX229" fmla="*/ 9272233 w 11461244"/>
              <a:gd name="connsiteY229" fmla="*/ 2214361 h 6383892"/>
              <a:gd name="connsiteX230" fmla="*/ 9271481 w 11461244"/>
              <a:gd name="connsiteY230" fmla="*/ 2218435 h 6383892"/>
              <a:gd name="connsiteX231" fmla="*/ 9271859 w 11461244"/>
              <a:gd name="connsiteY231" fmla="*/ 2225367 h 6383892"/>
              <a:gd name="connsiteX232" fmla="*/ 9273300 w 11461244"/>
              <a:gd name="connsiteY232" fmla="*/ 2231407 h 6383892"/>
              <a:gd name="connsiteX233" fmla="*/ 9274581 w 11461244"/>
              <a:gd name="connsiteY233" fmla="*/ 2237040 h 6383892"/>
              <a:gd name="connsiteX234" fmla="*/ 9275121 w 11461244"/>
              <a:gd name="connsiteY234" fmla="*/ 2244380 h 6383892"/>
              <a:gd name="connsiteX235" fmla="*/ 9274938 w 11461244"/>
              <a:gd name="connsiteY235" fmla="*/ 2248701 h 6383892"/>
              <a:gd name="connsiteX236" fmla="*/ 9274112 w 11461244"/>
              <a:gd name="connsiteY236" fmla="*/ 2251389 h 6383892"/>
              <a:gd name="connsiteX237" fmla="*/ 9273769 w 11461244"/>
              <a:gd name="connsiteY237" fmla="*/ 2255301 h 6383892"/>
              <a:gd name="connsiteX238" fmla="*/ 9274641 w 11461244"/>
              <a:gd name="connsiteY238" fmla="*/ 2261094 h 6383892"/>
              <a:gd name="connsiteX239" fmla="*/ 9275674 w 11461244"/>
              <a:gd name="connsiteY239" fmla="*/ 2267295 h 6383892"/>
              <a:gd name="connsiteX240" fmla="*/ 9277288 w 11461244"/>
              <a:gd name="connsiteY240" fmla="*/ 2271380 h 6383892"/>
              <a:gd name="connsiteX241" fmla="*/ 9278578 w 11461244"/>
              <a:gd name="connsiteY241" fmla="*/ 2274646 h 6383892"/>
              <a:gd name="connsiteX242" fmla="*/ 9278225 w 11461244"/>
              <a:gd name="connsiteY242" fmla="*/ 2280924 h 6383892"/>
              <a:gd name="connsiteX243" fmla="*/ 9280391 w 11461244"/>
              <a:gd name="connsiteY243" fmla="*/ 2307923 h 6383892"/>
              <a:gd name="connsiteX244" fmla="*/ 9281758 w 11461244"/>
              <a:gd name="connsiteY244" fmla="*/ 2312576 h 6383892"/>
              <a:gd name="connsiteX245" fmla="*/ 9281415 w 11461244"/>
              <a:gd name="connsiteY245" fmla="*/ 2316489 h 6383892"/>
              <a:gd name="connsiteX246" fmla="*/ 9285501 w 11461244"/>
              <a:gd name="connsiteY246" fmla="*/ 2371057 h 6383892"/>
              <a:gd name="connsiteX247" fmla="*/ 9285310 w 11461244"/>
              <a:gd name="connsiteY247" fmla="*/ 2377743 h 6383892"/>
              <a:gd name="connsiteX248" fmla="*/ 9284644 w 11461244"/>
              <a:gd name="connsiteY248" fmla="*/ 2380838 h 6383892"/>
              <a:gd name="connsiteX249" fmla="*/ 9284226 w 11461244"/>
              <a:gd name="connsiteY249" fmla="*/ 2383364 h 6383892"/>
              <a:gd name="connsiteX250" fmla="*/ 9284206 w 11461244"/>
              <a:gd name="connsiteY250" fmla="*/ 2388093 h 6383892"/>
              <a:gd name="connsiteX251" fmla="*/ 9286166 w 11461244"/>
              <a:gd name="connsiteY251" fmla="*/ 2406204 h 6383892"/>
              <a:gd name="connsiteX252" fmla="*/ 9285167 w 11461244"/>
              <a:gd name="connsiteY252" fmla="*/ 2410848 h 6383892"/>
              <a:gd name="connsiteX253" fmla="*/ 9284749 w 11461244"/>
              <a:gd name="connsiteY253" fmla="*/ 2413373 h 6383892"/>
              <a:gd name="connsiteX254" fmla="*/ 9285061 w 11461244"/>
              <a:gd name="connsiteY254" fmla="*/ 2416555 h 6383892"/>
              <a:gd name="connsiteX255" fmla="*/ 9285278 w 11461244"/>
              <a:gd name="connsiteY255" fmla="*/ 2423079 h 6383892"/>
              <a:gd name="connsiteX256" fmla="*/ 9285353 w 11461244"/>
              <a:gd name="connsiteY256" fmla="*/ 2424466 h 6383892"/>
              <a:gd name="connsiteX257" fmla="*/ 9285837 w 11461244"/>
              <a:gd name="connsiteY257" fmla="*/ 2425690 h 6383892"/>
              <a:gd name="connsiteX258" fmla="*/ 9286159 w 11461244"/>
              <a:gd name="connsiteY258" fmla="*/ 2426507 h 6383892"/>
              <a:gd name="connsiteX259" fmla="*/ 9286236 w 11461244"/>
              <a:gd name="connsiteY259" fmla="*/ 2427894 h 6383892"/>
              <a:gd name="connsiteX260" fmla="*/ 9286264 w 11461244"/>
              <a:gd name="connsiteY260" fmla="*/ 2459043 h 6383892"/>
              <a:gd name="connsiteX261" fmla="*/ 9286082 w 11461244"/>
              <a:gd name="connsiteY261" fmla="*/ 2463363 h 6383892"/>
              <a:gd name="connsiteX262" fmla="*/ 9285579 w 11461244"/>
              <a:gd name="connsiteY262" fmla="*/ 2466867 h 6383892"/>
              <a:gd name="connsiteX263" fmla="*/ 9285246 w 11461244"/>
              <a:gd name="connsiteY263" fmla="*/ 2468414 h 6383892"/>
              <a:gd name="connsiteX264" fmla="*/ 9285569 w 11461244"/>
              <a:gd name="connsiteY264" fmla="*/ 2469232 h 6383892"/>
              <a:gd name="connsiteX265" fmla="*/ 9286210 w 11461244"/>
              <a:gd name="connsiteY265" fmla="*/ 2547350 h 6383892"/>
              <a:gd name="connsiteX266" fmla="*/ 9285716 w 11461244"/>
              <a:gd name="connsiteY266" fmla="*/ 2548489 h 6383892"/>
              <a:gd name="connsiteX267" fmla="*/ 9285792 w 11461244"/>
              <a:gd name="connsiteY267" fmla="*/ 2549876 h 6383892"/>
              <a:gd name="connsiteX268" fmla="*/ 9286354 w 11461244"/>
              <a:gd name="connsiteY268" fmla="*/ 2608669 h 6383892"/>
              <a:gd name="connsiteX269" fmla="*/ 9285840 w 11461244"/>
              <a:gd name="connsiteY269" fmla="*/ 2614538 h 6383892"/>
              <a:gd name="connsiteX270" fmla="*/ 9285411 w 11461244"/>
              <a:gd name="connsiteY270" fmla="*/ 2619428 h 6383892"/>
              <a:gd name="connsiteX271" fmla="*/ 9284735 w 11461244"/>
              <a:gd name="connsiteY271" fmla="*/ 2624889 h 6383892"/>
              <a:gd name="connsiteX272" fmla="*/ 9284866 w 11461244"/>
              <a:gd name="connsiteY272" fmla="*/ 2632390 h 6383892"/>
              <a:gd name="connsiteX273" fmla="*/ 9285879 w 11461244"/>
              <a:gd name="connsiteY273" fmla="*/ 2643321 h 6383892"/>
              <a:gd name="connsiteX274" fmla="*/ 9285259 w 11461244"/>
              <a:gd name="connsiteY274" fmla="*/ 2654897 h 6383892"/>
              <a:gd name="connsiteX275" fmla="*/ 9284885 w 11461244"/>
              <a:gd name="connsiteY275" fmla="*/ 2665904 h 6383892"/>
              <a:gd name="connsiteX276" fmla="*/ 9284673 w 11461244"/>
              <a:gd name="connsiteY276" fmla="*/ 2677318 h 6383892"/>
              <a:gd name="connsiteX277" fmla="*/ 9285620 w 11461244"/>
              <a:gd name="connsiteY277" fmla="*/ 2684498 h 6383892"/>
              <a:gd name="connsiteX278" fmla="*/ 9286321 w 11461244"/>
              <a:gd name="connsiteY278" fmla="*/ 2692248 h 6383892"/>
              <a:gd name="connsiteX279" fmla="*/ 9286224 w 11461244"/>
              <a:gd name="connsiteY279" fmla="*/ 2695590 h 6383892"/>
              <a:gd name="connsiteX280" fmla="*/ 9285484 w 11461244"/>
              <a:gd name="connsiteY280" fmla="*/ 2697300 h 6383892"/>
              <a:gd name="connsiteX281" fmla="*/ 9284324 w 11461244"/>
              <a:gd name="connsiteY281" fmla="*/ 2701535 h 6383892"/>
              <a:gd name="connsiteX282" fmla="*/ 9286295 w 11461244"/>
              <a:gd name="connsiteY282" fmla="*/ 2717280 h 6383892"/>
              <a:gd name="connsiteX283" fmla="*/ 9285457 w 11461244"/>
              <a:gd name="connsiteY283" fmla="*/ 2722332 h 6383892"/>
              <a:gd name="connsiteX284" fmla="*/ 9285201 w 11461244"/>
              <a:gd name="connsiteY284" fmla="*/ 2725266 h 6383892"/>
              <a:gd name="connsiteX285" fmla="*/ 9284857 w 11461244"/>
              <a:gd name="connsiteY285" fmla="*/ 2729179 h 6383892"/>
              <a:gd name="connsiteX286" fmla="*/ 9284666 w 11461244"/>
              <a:gd name="connsiteY286" fmla="*/ 2735864 h 6383892"/>
              <a:gd name="connsiteX287" fmla="*/ 9285214 w 11461244"/>
              <a:gd name="connsiteY287" fmla="*/ 2740841 h 6383892"/>
              <a:gd name="connsiteX288" fmla="*/ 9284872 w 11461244"/>
              <a:gd name="connsiteY288" fmla="*/ 2744753 h 6383892"/>
              <a:gd name="connsiteX289" fmla="*/ 9285330 w 11461244"/>
              <a:gd name="connsiteY289" fmla="*/ 2771011 h 6383892"/>
              <a:gd name="connsiteX290" fmla="*/ 9284150 w 11461244"/>
              <a:gd name="connsiteY290" fmla="*/ 2779976 h 6383892"/>
              <a:gd name="connsiteX291" fmla="*/ 9284129 w 11461244"/>
              <a:gd name="connsiteY291" fmla="*/ 2784705 h 6383892"/>
              <a:gd name="connsiteX292" fmla="*/ 9284774 w 11461244"/>
              <a:gd name="connsiteY292" fmla="*/ 2786338 h 6383892"/>
              <a:gd name="connsiteX293" fmla="*/ 9285989 w 11461244"/>
              <a:gd name="connsiteY293" fmla="*/ 2788219 h 6383892"/>
              <a:gd name="connsiteX294" fmla="*/ 9289322 w 11461244"/>
              <a:gd name="connsiteY294" fmla="*/ 2790680 h 6383892"/>
              <a:gd name="connsiteX295" fmla="*/ 9293138 w 11461244"/>
              <a:gd name="connsiteY295" fmla="*/ 2794366 h 6383892"/>
              <a:gd name="connsiteX296" fmla="*/ 9312973 w 11461244"/>
              <a:gd name="connsiteY296" fmla="*/ 2808720 h 6383892"/>
              <a:gd name="connsiteX297" fmla="*/ 9315896 w 11461244"/>
              <a:gd name="connsiteY297" fmla="*/ 2811342 h 6383892"/>
              <a:gd name="connsiteX298" fmla="*/ 9317606 w 11461244"/>
              <a:gd name="connsiteY298" fmla="*/ 2812084 h 6383892"/>
              <a:gd name="connsiteX299" fmla="*/ 9319315 w 11461244"/>
              <a:gd name="connsiteY299" fmla="*/ 2812824 h 6383892"/>
              <a:gd name="connsiteX300" fmla="*/ 9323464 w 11461244"/>
              <a:gd name="connsiteY300" fmla="*/ 2814963 h 6383892"/>
              <a:gd name="connsiteX301" fmla="*/ 9333804 w 11461244"/>
              <a:gd name="connsiteY301" fmla="*/ 2818431 h 6383892"/>
              <a:gd name="connsiteX302" fmla="*/ 9334944 w 11461244"/>
              <a:gd name="connsiteY302" fmla="*/ 2818926 h 6383892"/>
              <a:gd name="connsiteX303" fmla="*/ 9335514 w 11461244"/>
              <a:gd name="connsiteY303" fmla="*/ 2819173 h 6383892"/>
              <a:gd name="connsiteX304" fmla="*/ 9421763 w 11461244"/>
              <a:gd name="connsiteY304" fmla="*/ 2842701 h 6383892"/>
              <a:gd name="connsiteX305" fmla="*/ 9440015 w 11461244"/>
              <a:gd name="connsiteY305" fmla="*/ 2845879 h 6383892"/>
              <a:gd name="connsiteX306" fmla="*/ 9457536 w 11461244"/>
              <a:gd name="connsiteY306" fmla="*/ 2848400 h 6383892"/>
              <a:gd name="connsiteX307" fmla="*/ 9474410 w 11461244"/>
              <a:gd name="connsiteY307" fmla="*/ 2849288 h 6383892"/>
              <a:gd name="connsiteX308" fmla="*/ 9491779 w 11461244"/>
              <a:gd name="connsiteY308" fmla="*/ 2849037 h 6383892"/>
              <a:gd name="connsiteX309" fmla="*/ 9509073 w 11461244"/>
              <a:gd name="connsiteY309" fmla="*/ 2847399 h 6383892"/>
              <a:gd name="connsiteX310" fmla="*/ 9525549 w 11461244"/>
              <a:gd name="connsiteY310" fmla="*/ 2846084 h 6383892"/>
              <a:gd name="connsiteX311" fmla="*/ 9543499 w 11461244"/>
              <a:gd name="connsiteY311" fmla="*/ 2843714 h 6383892"/>
              <a:gd name="connsiteX312" fmla="*/ 9560223 w 11461244"/>
              <a:gd name="connsiteY312" fmla="*/ 2841830 h 6383892"/>
              <a:gd name="connsiteX313" fmla="*/ 9577033 w 11461244"/>
              <a:gd name="connsiteY313" fmla="*/ 2838967 h 6383892"/>
              <a:gd name="connsiteX314" fmla="*/ 9590661 w 11461244"/>
              <a:gd name="connsiteY314" fmla="*/ 2836416 h 6383892"/>
              <a:gd name="connsiteX315" fmla="*/ 9602494 w 11461244"/>
              <a:gd name="connsiteY315" fmla="*/ 2834102 h 6383892"/>
              <a:gd name="connsiteX316" fmla="*/ 9613596 w 11461244"/>
              <a:gd name="connsiteY316" fmla="*/ 2831134 h 6383892"/>
              <a:gd name="connsiteX317" fmla="*/ 9624613 w 11461244"/>
              <a:gd name="connsiteY317" fmla="*/ 2829142 h 6383892"/>
              <a:gd name="connsiteX318" fmla="*/ 9636123 w 11461244"/>
              <a:gd name="connsiteY318" fmla="*/ 2826011 h 6383892"/>
              <a:gd name="connsiteX319" fmla="*/ 9649590 w 11461244"/>
              <a:gd name="connsiteY319" fmla="*/ 2823053 h 6383892"/>
              <a:gd name="connsiteX320" fmla="*/ 9665099 w 11461244"/>
              <a:gd name="connsiteY320" fmla="*/ 2819286 h 6383892"/>
              <a:gd name="connsiteX321" fmla="*/ 9691871 w 11461244"/>
              <a:gd name="connsiteY321" fmla="*/ 2812960 h 6383892"/>
              <a:gd name="connsiteX322" fmla="*/ 9719708 w 11461244"/>
              <a:gd name="connsiteY322" fmla="*/ 2805741 h 6383892"/>
              <a:gd name="connsiteX323" fmla="*/ 9746651 w 11461244"/>
              <a:gd name="connsiteY323" fmla="*/ 2797460 h 6383892"/>
              <a:gd name="connsiteX324" fmla="*/ 9775230 w 11461244"/>
              <a:gd name="connsiteY324" fmla="*/ 2788531 h 6383892"/>
              <a:gd name="connsiteX325" fmla="*/ 9803161 w 11461244"/>
              <a:gd name="connsiteY325" fmla="*/ 2777970 h 6383892"/>
              <a:gd name="connsiteX326" fmla="*/ 9830523 w 11461244"/>
              <a:gd name="connsiteY326" fmla="*/ 2767161 h 6383892"/>
              <a:gd name="connsiteX327" fmla="*/ 9858134 w 11461244"/>
              <a:gd name="connsiteY327" fmla="*/ 2755782 h 6383892"/>
              <a:gd name="connsiteX328" fmla="*/ 9885829 w 11461244"/>
              <a:gd name="connsiteY328" fmla="*/ 2743426 h 6383892"/>
              <a:gd name="connsiteX329" fmla="*/ 9939832 w 11461244"/>
              <a:gd name="connsiteY329" fmla="*/ 2718789 h 6383892"/>
              <a:gd name="connsiteX330" fmla="*/ 9954535 w 11461244"/>
              <a:gd name="connsiteY330" fmla="*/ 2712981 h 6383892"/>
              <a:gd name="connsiteX331" fmla="*/ 9967851 w 11461244"/>
              <a:gd name="connsiteY331" fmla="*/ 2707249 h 6383892"/>
              <a:gd name="connsiteX332" fmla="*/ 9980189 w 11461244"/>
              <a:gd name="connsiteY332" fmla="*/ 2701432 h 6383892"/>
              <a:gd name="connsiteX333" fmla="*/ 9993182 w 11461244"/>
              <a:gd name="connsiteY333" fmla="*/ 2694883 h 6383892"/>
              <a:gd name="connsiteX334" fmla="*/ 10242285 w 11461244"/>
              <a:gd name="connsiteY334" fmla="*/ 2562962 h 6383892"/>
              <a:gd name="connsiteX335" fmla="*/ 10270161 w 11461244"/>
              <a:gd name="connsiteY335" fmla="*/ 2546286 h 6383892"/>
              <a:gd name="connsiteX336" fmla="*/ 10297876 w 11461244"/>
              <a:gd name="connsiteY336" fmla="*/ 2529200 h 6383892"/>
              <a:gd name="connsiteX337" fmla="*/ 10325108 w 11461244"/>
              <a:gd name="connsiteY337" fmla="*/ 2510889 h 6383892"/>
              <a:gd name="connsiteX338" fmla="*/ 10352341 w 11461244"/>
              <a:gd name="connsiteY338" fmla="*/ 2492578 h 6383892"/>
              <a:gd name="connsiteX339" fmla="*/ 10378679 w 11461244"/>
              <a:gd name="connsiteY339" fmla="*/ 2473203 h 6383892"/>
              <a:gd name="connsiteX340" fmla="*/ 10405589 w 11461244"/>
              <a:gd name="connsiteY340" fmla="*/ 2454075 h 6383892"/>
              <a:gd name="connsiteX341" fmla="*/ 10431928 w 11461244"/>
              <a:gd name="connsiteY341" fmla="*/ 2434701 h 6383892"/>
              <a:gd name="connsiteX342" fmla="*/ 10457944 w 11461244"/>
              <a:gd name="connsiteY342" fmla="*/ 2414509 h 6383892"/>
              <a:gd name="connsiteX343" fmla="*/ 10477825 w 11461244"/>
              <a:gd name="connsiteY343" fmla="*/ 2399103 h 6383892"/>
              <a:gd name="connsiteX344" fmla="*/ 10497298 w 11461244"/>
              <a:gd name="connsiteY344" fmla="*/ 2383857 h 6383892"/>
              <a:gd name="connsiteX345" fmla="*/ 10516856 w 11461244"/>
              <a:gd name="connsiteY345" fmla="*/ 2367633 h 6383892"/>
              <a:gd name="connsiteX346" fmla="*/ 10536574 w 11461244"/>
              <a:gd name="connsiteY346" fmla="*/ 2351817 h 6383892"/>
              <a:gd name="connsiteX347" fmla="*/ 10556133 w 11461244"/>
              <a:gd name="connsiteY347" fmla="*/ 2335593 h 6383892"/>
              <a:gd name="connsiteX348" fmla="*/ 10575122 w 11461244"/>
              <a:gd name="connsiteY348" fmla="*/ 2319123 h 6383892"/>
              <a:gd name="connsiteX349" fmla="*/ 10594109 w 11461244"/>
              <a:gd name="connsiteY349" fmla="*/ 2302652 h 6383892"/>
              <a:gd name="connsiteX350" fmla="*/ 10613098 w 11461244"/>
              <a:gd name="connsiteY350" fmla="*/ 2286181 h 6383892"/>
              <a:gd name="connsiteX351" fmla="*/ 10640683 w 11461244"/>
              <a:gd name="connsiteY351" fmla="*/ 2261593 h 6383892"/>
              <a:gd name="connsiteX352" fmla="*/ 10667451 w 11461244"/>
              <a:gd name="connsiteY352" fmla="*/ 2237328 h 6383892"/>
              <a:gd name="connsiteX353" fmla="*/ 10694057 w 11461244"/>
              <a:gd name="connsiteY353" fmla="*/ 2212653 h 6383892"/>
              <a:gd name="connsiteX354" fmla="*/ 10720911 w 11461244"/>
              <a:gd name="connsiteY354" fmla="*/ 2187410 h 6383892"/>
              <a:gd name="connsiteX355" fmla="*/ 10747195 w 11461244"/>
              <a:gd name="connsiteY355" fmla="*/ 2161920 h 6383892"/>
              <a:gd name="connsiteX356" fmla="*/ 10772910 w 11461244"/>
              <a:gd name="connsiteY356" fmla="*/ 2136183 h 6383892"/>
              <a:gd name="connsiteX357" fmla="*/ 10798302 w 11461244"/>
              <a:gd name="connsiteY357" fmla="*/ 2109628 h 6383892"/>
              <a:gd name="connsiteX358" fmla="*/ 10822963 w 11461244"/>
              <a:gd name="connsiteY358" fmla="*/ 2082418 h 6383892"/>
              <a:gd name="connsiteX359" fmla="*/ 10841476 w 11461244"/>
              <a:gd name="connsiteY359" fmla="*/ 2062357 h 6383892"/>
              <a:gd name="connsiteX360" fmla="*/ 10856885 w 11461244"/>
              <a:gd name="connsiteY360" fmla="*/ 2043996 h 6383892"/>
              <a:gd name="connsiteX361" fmla="*/ 10872122 w 11461244"/>
              <a:gd name="connsiteY361" fmla="*/ 2027590 h 6383892"/>
              <a:gd name="connsiteX362" fmla="*/ 10885974 w 11461244"/>
              <a:gd name="connsiteY362" fmla="*/ 2011260 h 6383892"/>
              <a:gd name="connsiteX363" fmla="*/ 10899985 w 11461244"/>
              <a:gd name="connsiteY363" fmla="*/ 1995339 h 6383892"/>
              <a:gd name="connsiteX364" fmla="*/ 10914491 w 11461244"/>
              <a:gd name="connsiteY364" fmla="*/ 1978277 h 6383892"/>
              <a:gd name="connsiteX365" fmla="*/ 10929416 w 11461244"/>
              <a:gd name="connsiteY365" fmla="*/ 1958690 h 6383892"/>
              <a:gd name="connsiteX366" fmla="*/ 10946715 w 11461244"/>
              <a:gd name="connsiteY366" fmla="*/ 1936749 h 6383892"/>
              <a:gd name="connsiteX367" fmla="*/ 10960899 w 11461244"/>
              <a:gd name="connsiteY367" fmla="*/ 1918871 h 6383892"/>
              <a:gd name="connsiteX368" fmla="*/ 10975652 w 11461244"/>
              <a:gd name="connsiteY368" fmla="*/ 1901241 h 6383892"/>
              <a:gd name="connsiteX369" fmla="*/ 10989265 w 11461244"/>
              <a:gd name="connsiteY369" fmla="*/ 1883116 h 6383892"/>
              <a:gd name="connsiteX370" fmla="*/ 11002965 w 11461244"/>
              <a:gd name="connsiteY370" fmla="*/ 1864013 h 6383892"/>
              <a:gd name="connsiteX371" fmla="*/ 11096990 w 11461244"/>
              <a:gd name="connsiteY371" fmla="*/ 1729142 h 6383892"/>
              <a:gd name="connsiteX372" fmla="*/ 11099784 w 11461244"/>
              <a:gd name="connsiteY372" fmla="*/ 1724262 h 6383892"/>
              <a:gd name="connsiteX373" fmla="*/ 11102577 w 11461244"/>
              <a:gd name="connsiteY373" fmla="*/ 1719382 h 6383892"/>
              <a:gd name="connsiteX374" fmla="*/ 11105780 w 11461244"/>
              <a:gd name="connsiteY374" fmla="*/ 1714340 h 6383892"/>
              <a:gd name="connsiteX375" fmla="*/ 11109390 w 11461244"/>
              <a:gd name="connsiteY375" fmla="*/ 1709137 h 6383892"/>
              <a:gd name="connsiteX376" fmla="*/ 11182470 w 11461244"/>
              <a:gd name="connsiteY376" fmla="*/ 1590565 h 6383892"/>
              <a:gd name="connsiteX377" fmla="*/ 11183620 w 11461244"/>
              <a:gd name="connsiteY377" fmla="*/ 1588695 h 6383892"/>
              <a:gd name="connsiteX378" fmla="*/ 11184362 w 11461244"/>
              <a:gd name="connsiteY378" fmla="*/ 1586986 h 6383892"/>
              <a:gd name="connsiteX379" fmla="*/ 11318274 w 11461244"/>
              <a:gd name="connsiteY379" fmla="*/ 1316441 h 6383892"/>
              <a:gd name="connsiteX380" fmla="*/ 11319509 w 11461244"/>
              <a:gd name="connsiteY380" fmla="*/ 1313592 h 6383892"/>
              <a:gd name="connsiteX381" fmla="*/ 11320336 w 11461244"/>
              <a:gd name="connsiteY381" fmla="*/ 1310905 h 6383892"/>
              <a:gd name="connsiteX382" fmla="*/ 11345623 w 11461244"/>
              <a:gd name="connsiteY382" fmla="*/ 1251816 h 6383892"/>
              <a:gd name="connsiteX383" fmla="*/ 11346612 w 11461244"/>
              <a:gd name="connsiteY383" fmla="*/ 1249537 h 6383892"/>
              <a:gd name="connsiteX384" fmla="*/ 11348416 w 11461244"/>
              <a:gd name="connsiteY384" fmla="*/ 1246935 h 6383892"/>
              <a:gd name="connsiteX385" fmla="*/ 11360211 w 11461244"/>
              <a:gd name="connsiteY385" fmla="*/ 1215837 h 6383892"/>
              <a:gd name="connsiteX386" fmla="*/ 11361199 w 11461244"/>
              <a:gd name="connsiteY386" fmla="*/ 1213559 h 6383892"/>
              <a:gd name="connsiteX387" fmla="*/ 11362026 w 11461244"/>
              <a:gd name="connsiteY387" fmla="*/ 1210872 h 6383892"/>
              <a:gd name="connsiteX388" fmla="*/ 11412598 w 11461244"/>
              <a:gd name="connsiteY388" fmla="*/ 1036512 h 6383892"/>
              <a:gd name="connsiteX389" fmla="*/ 11414822 w 11461244"/>
              <a:gd name="connsiteY389" fmla="*/ 1031384 h 6383892"/>
              <a:gd name="connsiteX390" fmla="*/ 11415582 w 11461244"/>
              <a:gd name="connsiteY390" fmla="*/ 1024946 h 6383892"/>
              <a:gd name="connsiteX391" fmla="*/ 11429586 w 11461244"/>
              <a:gd name="connsiteY391" fmla="*/ 973146 h 6383892"/>
              <a:gd name="connsiteX392" fmla="*/ 11430574 w 11461244"/>
              <a:gd name="connsiteY392" fmla="*/ 970868 h 6383892"/>
              <a:gd name="connsiteX393" fmla="*/ 11431079 w 11461244"/>
              <a:gd name="connsiteY393" fmla="*/ 967364 h 6383892"/>
              <a:gd name="connsiteX394" fmla="*/ 11435728 w 11461244"/>
              <a:gd name="connsiteY394" fmla="*/ 948059 h 6383892"/>
              <a:gd name="connsiteX395" fmla="*/ 11435975 w 11461244"/>
              <a:gd name="connsiteY395" fmla="*/ 947489 h 6383892"/>
              <a:gd name="connsiteX396" fmla="*/ 11435491 w 11461244"/>
              <a:gd name="connsiteY396" fmla="*/ 946264 h 6383892"/>
              <a:gd name="connsiteX397" fmla="*/ 11435986 w 11461244"/>
              <a:gd name="connsiteY397" fmla="*/ 945125 h 6383892"/>
              <a:gd name="connsiteX398" fmla="*/ 11436071 w 11461244"/>
              <a:gd name="connsiteY398" fmla="*/ 944146 h 6383892"/>
              <a:gd name="connsiteX399" fmla="*/ 11445531 w 11461244"/>
              <a:gd name="connsiteY399" fmla="*/ 905945 h 6383892"/>
              <a:gd name="connsiteX400" fmla="*/ 11445617 w 11461244"/>
              <a:gd name="connsiteY400" fmla="*/ 904967 h 6383892"/>
              <a:gd name="connsiteX401" fmla="*/ 11445949 w 11461244"/>
              <a:gd name="connsiteY401" fmla="*/ 903419 h 6383892"/>
              <a:gd name="connsiteX402" fmla="*/ 11455989 w 11461244"/>
              <a:gd name="connsiteY402" fmla="*/ 863099 h 6383892"/>
              <a:gd name="connsiteX403" fmla="*/ 11457064 w 11461244"/>
              <a:gd name="connsiteY403" fmla="*/ 859843 h 6383892"/>
              <a:gd name="connsiteX404" fmla="*/ 11457396 w 11461244"/>
              <a:gd name="connsiteY404" fmla="*/ 858294 h 6383892"/>
              <a:gd name="connsiteX405" fmla="*/ 11458299 w 11461244"/>
              <a:gd name="connsiteY405" fmla="*/ 856994 h 6383892"/>
              <a:gd name="connsiteX406" fmla="*/ 11461244 w 11461244"/>
              <a:gd name="connsiteY406" fmla="*/ 854887 h 6383892"/>
              <a:gd name="connsiteX407" fmla="*/ 11458501 w 11461244"/>
              <a:gd name="connsiteY407" fmla="*/ 847944 h 6383892"/>
              <a:gd name="connsiteX408" fmla="*/ 11455663 w 11461244"/>
              <a:gd name="connsiteY408" fmla="*/ 844344 h 6383892"/>
              <a:gd name="connsiteX409" fmla="*/ 11455093 w 11461244"/>
              <a:gd name="connsiteY409" fmla="*/ 844096 h 6383892"/>
              <a:gd name="connsiteX410" fmla="*/ 11452975 w 11461244"/>
              <a:gd name="connsiteY410" fmla="*/ 843517 h 6383892"/>
              <a:gd name="connsiteX411" fmla="*/ 11450203 w 11461244"/>
              <a:gd name="connsiteY411" fmla="*/ 843668 h 6383892"/>
              <a:gd name="connsiteX412" fmla="*/ 11446860 w 11461244"/>
              <a:gd name="connsiteY412" fmla="*/ 843572 h 6383892"/>
              <a:gd name="connsiteX413" fmla="*/ 11437563 w 11461244"/>
              <a:gd name="connsiteY413" fmla="*/ 843940 h 6383892"/>
              <a:gd name="connsiteX414" fmla="*/ 11428019 w 11461244"/>
              <a:gd name="connsiteY414" fmla="*/ 844877 h 6383892"/>
              <a:gd name="connsiteX415" fmla="*/ 11319881 w 11461244"/>
              <a:gd name="connsiteY415" fmla="*/ 848407 h 6383892"/>
              <a:gd name="connsiteX416" fmla="*/ 11271923 w 11461244"/>
              <a:gd name="connsiteY416" fmla="*/ 851299 h 6383892"/>
              <a:gd name="connsiteX417" fmla="*/ 11224610 w 11461244"/>
              <a:gd name="connsiteY417" fmla="*/ 855825 h 6383892"/>
              <a:gd name="connsiteX418" fmla="*/ 11176964 w 11461244"/>
              <a:gd name="connsiteY418" fmla="*/ 861898 h 6383892"/>
              <a:gd name="connsiteX419" fmla="*/ 11129565 w 11461244"/>
              <a:gd name="connsiteY419" fmla="*/ 867402 h 6383892"/>
              <a:gd name="connsiteX420" fmla="*/ 11081996 w 11461244"/>
              <a:gd name="connsiteY420" fmla="*/ 874863 h 6383892"/>
              <a:gd name="connsiteX421" fmla="*/ 11034748 w 11461244"/>
              <a:gd name="connsiteY421" fmla="*/ 883139 h 6383892"/>
              <a:gd name="connsiteX422" fmla="*/ 10987909 w 11461244"/>
              <a:gd name="connsiteY422" fmla="*/ 891254 h 6383892"/>
              <a:gd name="connsiteX423" fmla="*/ 10940984 w 11461244"/>
              <a:gd name="connsiteY423" fmla="*/ 900348 h 6383892"/>
              <a:gd name="connsiteX424" fmla="*/ 10892920 w 11461244"/>
              <a:gd name="connsiteY424" fmla="*/ 908948 h 6383892"/>
              <a:gd name="connsiteX425" fmla="*/ 10843792 w 11461244"/>
              <a:gd name="connsiteY425" fmla="*/ 918439 h 6383892"/>
              <a:gd name="connsiteX426" fmla="*/ 10795889 w 11461244"/>
              <a:gd name="connsiteY426" fmla="*/ 927447 h 6383892"/>
              <a:gd name="connsiteX427" fmla="*/ 10747330 w 11461244"/>
              <a:gd name="connsiteY427" fmla="*/ 937186 h 6383892"/>
              <a:gd name="connsiteX428" fmla="*/ 10698203 w 11461244"/>
              <a:gd name="connsiteY428" fmla="*/ 946678 h 6383892"/>
              <a:gd name="connsiteX429" fmla="*/ 10650622 w 11461244"/>
              <a:gd name="connsiteY429" fmla="*/ 956502 h 6383892"/>
              <a:gd name="connsiteX430" fmla="*/ 10601656 w 11461244"/>
              <a:gd name="connsiteY430" fmla="*/ 966403 h 6383892"/>
              <a:gd name="connsiteX431" fmla="*/ 10553581 w 11461244"/>
              <a:gd name="connsiteY431" fmla="*/ 977367 h 6383892"/>
              <a:gd name="connsiteX432" fmla="*/ 10530323 w 11461244"/>
              <a:gd name="connsiteY432" fmla="*/ 981833 h 6383892"/>
              <a:gd name="connsiteX433" fmla="*/ 10492534 w 11461244"/>
              <a:gd name="connsiteY433" fmla="*/ 990150 h 6383892"/>
              <a:gd name="connsiteX434" fmla="*/ 10444706 w 11461244"/>
              <a:gd name="connsiteY434" fmla="*/ 1000545 h 6383892"/>
              <a:gd name="connsiteX435" fmla="*/ 10391903 w 11461244"/>
              <a:gd name="connsiteY435" fmla="*/ 1011489 h 6383892"/>
              <a:gd name="connsiteX436" fmla="*/ 10340648 w 11461244"/>
              <a:gd name="connsiteY436" fmla="*/ 1022765 h 6383892"/>
              <a:gd name="connsiteX437" fmla="*/ 10295593 w 11461244"/>
              <a:gd name="connsiteY437" fmla="*/ 1033008 h 6383892"/>
              <a:gd name="connsiteX438" fmla="*/ 10260738 w 11461244"/>
              <a:gd name="connsiteY438" fmla="*/ 1041583 h 6383892"/>
              <a:gd name="connsiteX439" fmla="*/ 10242779 w 11461244"/>
              <a:gd name="connsiteY439" fmla="*/ 1046316 h 6383892"/>
              <a:gd name="connsiteX440" fmla="*/ 10245991 w 11461244"/>
              <a:gd name="connsiteY440" fmla="*/ 1038910 h 6383892"/>
              <a:gd name="connsiteX441" fmla="*/ 10251503 w 11461244"/>
              <a:gd name="connsiteY441" fmla="*/ 1027763 h 6383892"/>
              <a:gd name="connsiteX442" fmla="*/ 10259549 w 11461244"/>
              <a:gd name="connsiteY442" fmla="*/ 1014670 h 6383892"/>
              <a:gd name="connsiteX443" fmla="*/ 10268661 w 11461244"/>
              <a:gd name="connsiteY443" fmla="*/ 1000684 h 6383892"/>
              <a:gd name="connsiteX444" fmla="*/ 10287130 w 11461244"/>
              <a:gd name="connsiteY444" fmla="*/ 972143 h 6383892"/>
              <a:gd name="connsiteX445" fmla="*/ 10300336 w 11461244"/>
              <a:gd name="connsiteY445" fmla="*/ 954179 h 6383892"/>
              <a:gd name="connsiteX446" fmla="*/ 10366589 w 11461244"/>
              <a:gd name="connsiteY446" fmla="*/ 868521 h 6383892"/>
              <a:gd name="connsiteX447" fmla="*/ 10375604 w 11461244"/>
              <a:gd name="connsiteY447" fmla="*/ 857878 h 6383892"/>
              <a:gd name="connsiteX448" fmla="*/ 10384780 w 11461244"/>
              <a:gd name="connsiteY448" fmla="*/ 847643 h 6383892"/>
              <a:gd name="connsiteX449" fmla="*/ 10394118 w 11461244"/>
              <a:gd name="connsiteY449" fmla="*/ 837817 h 6383892"/>
              <a:gd name="connsiteX450" fmla="*/ 10403789 w 11461244"/>
              <a:gd name="connsiteY450" fmla="*/ 826443 h 6383892"/>
              <a:gd name="connsiteX451" fmla="*/ 10418618 w 11461244"/>
              <a:gd name="connsiteY451" fmla="*/ 810199 h 6383892"/>
              <a:gd name="connsiteX452" fmla="*/ 10432382 w 11461244"/>
              <a:gd name="connsiteY452" fmla="*/ 794848 h 6383892"/>
              <a:gd name="connsiteX453" fmla="*/ 10447287 w 11461244"/>
              <a:gd name="connsiteY453" fmla="*/ 779990 h 6383892"/>
              <a:gd name="connsiteX454" fmla="*/ 10463492 w 11461244"/>
              <a:gd name="connsiteY454" fmla="*/ 766034 h 6383892"/>
              <a:gd name="connsiteX455" fmla="*/ 10525141 w 11461244"/>
              <a:gd name="connsiteY455" fmla="*/ 708162 h 6383892"/>
              <a:gd name="connsiteX456" fmla="*/ 10536435 w 11461244"/>
              <a:gd name="connsiteY456" fmla="*/ 698507 h 6383892"/>
              <a:gd name="connsiteX457" fmla="*/ 10546912 w 11461244"/>
              <a:gd name="connsiteY457" fmla="*/ 689174 h 6383892"/>
              <a:gd name="connsiteX458" fmla="*/ 10558368 w 11461244"/>
              <a:gd name="connsiteY458" fmla="*/ 679928 h 6383892"/>
              <a:gd name="connsiteX459" fmla="*/ 10570070 w 11461244"/>
              <a:gd name="connsiteY459" fmla="*/ 670112 h 6383892"/>
              <a:gd name="connsiteX460" fmla="*/ 10586683 w 11461244"/>
              <a:gd name="connsiteY460" fmla="*/ 655996 h 6383892"/>
              <a:gd name="connsiteX461" fmla="*/ 10603705 w 11461244"/>
              <a:gd name="connsiteY461" fmla="*/ 641718 h 6383892"/>
              <a:gd name="connsiteX462" fmla="*/ 10620727 w 11461244"/>
              <a:gd name="connsiteY462" fmla="*/ 627440 h 6383892"/>
              <a:gd name="connsiteX463" fmla="*/ 10637341 w 11461244"/>
              <a:gd name="connsiteY463" fmla="*/ 613324 h 6383892"/>
              <a:gd name="connsiteX464" fmla="*/ 10654277 w 11461244"/>
              <a:gd name="connsiteY464" fmla="*/ 600024 h 6383892"/>
              <a:gd name="connsiteX465" fmla="*/ 10670891 w 11461244"/>
              <a:gd name="connsiteY465" fmla="*/ 585908 h 6383892"/>
              <a:gd name="connsiteX466" fmla="*/ 10688074 w 11461244"/>
              <a:gd name="connsiteY466" fmla="*/ 572038 h 6383892"/>
              <a:gd name="connsiteX467" fmla="*/ 10704602 w 11461244"/>
              <a:gd name="connsiteY467" fmla="*/ 558900 h 6383892"/>
              <a:gd name="connsiteX468" fmla="*/ 10718916 w 11461244"/>
              <a:gd name="connsiteY468" fmla="*/ 548525 h 6383892"/>
              <a:gd name="connsiteX469" fmla="*/ 10742310 w 11461244"/>
              <a:gd name="connsiteY469" fmla="*/ 531257 h 6383892"/>
              <a:gd name="connsiteX470" fmla="*/ 10771680 w 11461244"/>
              <a:gd name="connsiteY470" fmla="*/ 508796 h 6383892"/>
              <a:gd name="connsiteX471" fmla="*/ 10804155 w 11461244"/>
              <a:gd name="connsiteY471" fmla="*/ 484638 h 6383892"/>
              <a:gd name="connsiteX472" fmla="*/ 10836953 w 11461244"/>
              <a:gd name="connsiteY472" fmla="*/ 461296 h 6383892"/>
              <a:gd name="connsiteX473" fmla="*/ 10865335 w 11461244"/>
              <a:gd name="connsiteY473" fmla="*/ 441114 h 6383892"/>
              <a:gd name="connsiteX474" fmla="*/ 10886602 w 11461244"/>
              <a:gd name="connsiteY474" fmla="*/ 425631 h 6383892"/>
              <a:gd name="connsiteX475" fmla="*/ 10898617 w 11461244"/>
              <a:gd name="connsiteY475" fmla="*/ 418997 h 6383892"/>
              <a:gd name="connsiteX476" fmla="*/ 10895864 w 11461244"/>
              <a:gd name="connsiteY476" fmla="*/ 414418 h 6383892"/>
              <a:gd name="connsiteX477" fmla="*/ 10892456 w 11461244"/>
              <a:gd name="connsiteY477" fmla="*/ 410571 h 6383892"/>
              <a:gd name="connsiteX478" fmla="*/ 10889370 w 11461244"/>
              <a:gd name="connsiteY478" fmla="*/ 407541 h 6383892"/>
              <a:gd name="connsiteX479" fmla="*/ 10886124 w 11461244"/>
              <a:gd name="connsiteY479" fmla="*/ 404102 h 6383892"/>
              <a:gd name="connsiteX480" fmla="*/ 10877911 w 11461244"/>
              <a:gd name="connsiteY480" fmla="*/ 398848 h 6383892"/>
              <a:gd name="connsiteX481" fmla="*/ 10870020 w 11461244"/>
              <a:gd name="connsiteY481" fmla="*/ 394412 h 6383892"/>
              <a:gd name="connsiteX482" fmla="*/ 10718920 w 11461244"/>
              <a:gd name="connsiteY482" fmla="*/ 301131 h 6383892"/>
              <a:gd name="connsiteX483" fmla="*/ 10718189 w 11461244"/>
              <a:gd name="connsiteY483" fmla="*/ 300476 h 6383892"/>
              <a:gd name="connsiteX484" fmla="*/ 10717050 w 11461244"/>
              <a:gd name="connsiteY484" fmla="*/ 299982 h 6383892"/>
              <a:gd name="connsiteX485" fmla="*/ 10674266 w 11461244"/>
              <a:gd name="connsiteY485" fmla="*/ 275336 h 6383892"/>
              <a:gd name="connsiteX486" fmla="*/ 10673212 w 11461244"/>
              <a:gd name="connsiteY486" fmla="*/ 273863 h 6383892"/>
              <a:gd name="connsiteX487" fmla="*/ 10671342 w 11461244"/>
              <a:gd name="connsiteY487" fmla="*/ 272714 h 6383892"/>
              <a:gd name="connsiteX488" fmla="*/ 10657432 w 11461244"/>
              <a:gd name="connsiteY488" fmla="*/ 264989 h 6383892"/>
              <a:gd name="connsiteX489" fmla="*/ 10642704 w 11461244"/>
              <a:gd name="connsiteY489" fmla="*/ 257587 h 6383892"/>
              <a:gd name="connsiteX490" fmla="*/ 10628462 w 11461244"/>
              <a:gd name="connsiteY490" fmla="*/ 251409 h 6383892"/>
              <a:gd name="connsiteX491" fmla="*/ 10613488 w 11461244"/>
              <a:gd name="connsiteY491" fmla="*/ 244578 h 6383892"/>
              <a:gd name="connsiteX492" fmla="*/ 10523321 w 11461244"/>
              <a:gd name="connsiteY492" fmla="*/ 202767 h 6383892"/>
              <a:gd name="connsiteX493" fmla="*/ 10520719 w 11461244"/>
              <a:gd name="connsiteY493" fmla="*/ 200962 h 6383892"/>
              <a:gd name="connsiteX494" fmla="*/ 10516893 w 11461244"/>
              <a:gd name="connsiteY494" fmla="*/ 199640 h 6383892"/>
              <a:gd name="connsiteX495" fmla="*/ 10498823 w 11461244"/>
              <a:gd name="connsiteY495" fmla="*/ 192143 h 6383892"/>
              <a:gd name="connsiteX496" fmla="*/ 10497845 w 11461244"/>
              <a:gd name="connsiteY496" fmla="*/ 192057 h 6383892"/>
              <a:gd name="connsiteX497" fmla="*/ 10497114 w 11461244"/>
              <a:gd name="connsiteY497" fmla="*/ 191402 h 6383892"/>
              <a:gd name="connsiteX498" fmla="*/ 10477582 w 11461244"/>
              <a:gd name="connsiteY498" fmla="*/ 182593 h 6383892"/>
              <a:gd name="connsiteX499" fmla="*/ 10474164 w 11461244"/>
              <a:gd name="connsiteY499" fmla="*/ 181111 h 6383892"/>
              <a:gd name="connsiteX500" fmla="*/ 10470176 w 11461244"/>
              <a:gd name="connsiteY500" fmla="*/ 179381 h 6383892"/>
              <a:gd name="connsiteX501" fmla="*/ 10203779 w 11461244"/>
              <a:gd name="connsiteY501" fmla="*/ 85849 h 6383892"/>
              <a:gd name="connsiteX502" fmla="*/ 10187978 w 11461244"/>
              <a:gd name="connsiteY502" fmla="*/ 81704 h 6383892"/>
              <a:gd name="connsiteX503" fmla="*/ 10171360 w 11461244"/>
              <a:gd name="connsiteY503" fmla="*/ 77882 h 6383892"/>
              <a:gd name="connsiteX504" fmla="*/ 10154173 w 11461244"/>
              <a:gd name="connsiteY504" fmla="*/ 73812 h 6383892"/>
              <a:gd name="connsiteX505" fmla="*/ 10137641 w 11461244"/>
              <a:gd name="connsiteY505" fmla="*/ 69012 h 6383892"/>
              <a:gd name="connsiteX506" fmla="*/ 10129418 w 11461244"/>
              <a:gd name="connsiteY506" fmla="*/ 66123 h 6383892"/>
              <a:gd name="connsiteX507" fmla="*/ 10121431 w 11461244"/>
              <a:gd name="connsiteY507" fmla="*/ 65029 h 6383892"/>
              <a:gd name="connsiteX508" fmla="*/ 10114101 w 11461244"/>
              <a:gd name="connsiteY508" fmla="*/ 63203 h 6383892"/>
              <a:gd name="connsiteX509" fmla="*/ 10106199 w 11461244"/>
              <a:gd name="connsiteY509" fmla="*/ 61130 h 6383892"/>
              <a:gd name="connsiteX510" fmla="*/ 10097483 w 11461244"/>
              <a:gd name="connsiteY510" fmla="*/ 59380 h 6383892"/>
              <a:gd name="connsiteX511" fmla="*/ 10088765 w 11461244"/>
              <a:gd name="connsiteY511" fmla="*/ 57630 h 6383892"/>
              <a:gd name="connsiteX512" fmla="*/ 10008278 w 11461244"/>
              <a:gd name="connsiteY512" fmla="*/ 40323 h 6383892"/>
              <a:gd name="connsiteX513" fmla="*/ 9992230 w 11461244"/>
              <a:gd name="connsiteY513" fmla="*/ 36748 h 6383892"/>
              <a:gd name="connsiteX514" fmla="*/ 9975773 w 11461244"/>
              <a:gd name="connsiteY514" fmla="*/ 33334 h 6383892"/>
              <a:gd name="connsiteX515" fmla="*/ 9958501 w 11461244"/>
              <a:gd name="connsiteY515" fmla="*/ 30243 h 6383892"/>
              <a:gd name="connsiteX516" fmla="*/ 9941958 w 11461244"/>
              <a:gd name="connsiteY516" fmla="*/ 27807 h 6383892"/>
              <a:gd name="connsiteX517" fmla="*/ 9924600 w 11461244"/>
              <a:gd name="connsiteY517" fmla="*/ 25694 h 6383892"/>
              <a:gd name="connsiteX518" fmla="*/ 9907649 w 11461244"/>
              <a:gd name="connsiteY518" fmla="*/ 23419 h 6383892"/>
              <a:gd name="connsiteX519" fmla="*/ 9890946 w 11461244"/>
              <a:gd name="connsiteY519" fmla="*/ 20575 h 6383892"/>
              <a:gd name="connsiteX520" fmla="*/ 9873994 w 11461244"/>
              <a:gd name="connsiteY520" fmla="*/ 18300 h 6383892"/>
              <a:gd name="connsiteX521" fmla="*/ 9841319 w 11461244"/>
              <a:gd name="connsiteY521" fmla="*/ 13267 h 6383892"/>
              <a:gd name="connsiteX522" fmla="*/ 9832269 w 11461244"/>
              <a:gd name="connsiteY522" fmla="*/ 13065 h 6383892"/>
              <a:gd name="connsiteX523" fmla="*/ 9822896 w 11461244"/>
              <a:gd name="connsiteY523" fmla="*/ 12046 h 6383892"/>
              <a:gd name="connsiteX524" fmla="*/ 9815479 w 11461244"/>
              <a:gd name="connsiteY524" fmla="*/ 11199 h 6383892"/>
              <a:gd name="connsiteX525" fmla="*/ 9807654 w 11461244"/>
              <a:gd name="connsiteY525" fmla="*/ 10513 h 6383892"/>
              <a:gd name="connsiteX526" fmla="*/ 9543835 w 11461244"/>
              <a:gd name="connsiteY526" fmla="*/ 0 h 6383892"/>
              <a:gd name="connsiteX527" fmla="*/ 9509581 w 11461244"/>
              <a:gd name="connsiteY527" fmla="*/ 1728 h 6383892"/>
              <a:gd name="connsiteX528" fmla="*/ 9475488 w 11461244"/>
              <a:gd name="connsiteY528" fmla="*/ 3864 h 6383892"/>
              <a:gd name="connsiteX529" fmla="*/ 9441395 w 11461244"/>
              <a:gd name="connsiteY529" fmla="*/ 6001 h 6383892"/>
              <a:gd name="connsiteX530" fmla="*/ 9407055 w 11461244"/>
              <a:gd name="connsiteY530" fmla="*/ 8707 h 6383892"/>
              <a:gd name="connsiteX531" fmla="*/ 9373693 w 11461244"/>
              <a:gd name="connsiteY531" fmla="*/ 11499 h 6383892"/>
              <a:gd name="connsiteX532" fmla="*/ 9339590 w 11461244"/>
              <a:gd name="connsiteY532" fmla="*/ 16000 h 6383892"/>
              <a:gd name="connsiteX533" fmla="*/ 9306143 w 11461244"/>
              <a:gd name="connsiteY533" fmla="*/ 19770 h 6383892"/>
              <a:gd name="connsiteX534" fmla="*/ 9271545 w 11461244"/>
              <a:gd name="connsiteY534" fmla="*/ 25410 h 6383892"/>
              <a:gd name="connsiteX535" fmla="*/ 9121075 w 11461244"/>
              <a:gd name="connsiteY535" fmla="*/ 50856 h 6383892"/>
              <a:gd name="connsiteX536" fmla="*/ 9082308 w 11461244"/>
              <a:gd name="connsiteY536" fmla="*/ 59087 h 6383892"/>
              <a:gd name="connsiteX537" fmla="*/ 9042886 w 11461244"/>
              <a:gd name="connsiteY537" fmla="*/ 68050 h 6383892"/>
              <a:gd name="connsiteX538" fmla="*/ 9003216 w 11461244"/>
              <a:gd name="connsiteY538" fmla="*/ 77582 h 6383892"/>
              <a:gd name="connsiteX539" fmla="*/ 8963461 w 11461244"/>
              <a:gd name="connsiteY539" fmla="*/ 88093 h 6383892"/>
              <a:gd name="connsiteX540" fmla="*/ 8923867 w 11461244"/>
              <a:gd name="connsiteY540" fmla="*/ 99012 h 6383892"/>
              <a:gd name="connsiteX541" fmla="*/ 8885003 w 11461244"/>
              <a:gd name="connsiteY541" fmla="*/ 110586 h 6383892"/>
              <a:gd name="connsiteX542" fmla="*/ 8846054 w 11461244"/>
              <a:gd name="connsiteY542" fmla="*/ 123140 h 6383892"/>
              <a:gd name="connsiteX543" fmla="*/ 8808493 w 11461244"/>
              <a:gd name="connsiteY543" fmla="*/ 135616 h 6383892"/>
              <a:gd name="connsiteX544" fmla="*/ 8769221 w 11461244"/>
              <a:gd name="connsiteY544" fmla="*/ 147353 h 6383892"/>
              <a:gd name="connsiteX545" fmla="*/ 8748725 w 11461244"/>
              <a:gd name="connsiteY545" fmla="*/ 154032 h 6383892"/>
              <a:gd name="connsiteX546" fmla="*/ 8726350 w 11461244"/>
              <a:gd name="connsiteY546" fmla="*/ 161926 h 6383892"/>
              <a:gd name="connsiteX547" fmla="*/ 8704704 w 11461244"/>
              <a:gd name="connsiteY547" fmla="*/ 170477 h 6383892"/>
              <a:gd name="connsiteX548" fmla="*/ 8683876 w 11461244"/>
              <a:gd name="connsiteY548" fmla="*/ 178704 h 6383892"/>
              <a:gd name="connsiteX549" fmla="*/ 8672442 w 11461244"/>
              <a:gd name="connsiteY549" fmla="*/ 183221 h 6383892"/>
              <a:gd name="connsiteX550" fmla="*/ 8663285 w 11461244"/>
              <a:gd name="connsiteY550" fmla="*/ 188726 h 6383892"/>
              <a:gd name="connsiteX551" fmla="*/ 8654871 w 11461244"/>
              <a:gd name="connsiteY551" fmla="*/ 192523 h 6383892"/>
              <a:gd name="connsiteX552" fmla="*/ 8644167 w 11461244"/>
              <a:gd name="connsiteY552" fmla="*/ 197695 h 6383892"/>
              <a:gd name="connsiteX553" fmla="*/ 8623091 w 11461244"/>
              <a:gd name="connsiteY553" fmla="*/ 206492 h 6383892"/>
              <a:gd name="connsiteX554" fmla="*/ 8603402 w 11461244"/>
              <a:gd name="connsiteY554" fmla="*/ 215214 h 6383892"/>
              <a:gd name="connsiteX555" fmla="*/ 8584122 w 11461244"/>
              <a:gd name="connsiteY555" fmla="*/ 223773 h 6383892"/>
              <a:gd name="connsiteX556" fmla="*/ 8563455 w 11461244"/>
              <a:gd name="connsiteY556" fmla="*/ 232409 h 6383892"/>
              <a:gd name="connsiteX557" fmla="*/ 8567338 w 11461244"/>
              <a:gd name="connsiteY557" fmla="*/ 239846 h 6383892"/>
              <a:gd name="connsiteX558" fmla="*/ 8570649 w 11461244"/>
              <a:gd name="connsiteY558" fmla="*/ 247036 h 6383892"/>
              <a:gd name="connsiteX559" fmla="*/ 8573639 w 11461244"/>
              <a:gd name="connsiteY559" fmla="*/ 253409 h 6383892"/>
              <a:gd name="connsiteX560" fmla="*/ 8577123 w 11461244"/>
              <a:gd name="connsiteY560" fmla="*/ 258643 h 6383892"/>
              <a:gd name="connsiteX561" fmla="*/ 8584498 w 11461244"/>
              <a:gd name="connsiteY561" fmla="*/ 268949 h 6383892"/>
              <a:gd name="connsiteX562" fmla="*/ 8591874 w 11461244"/>
              <a:gd name="connsiteY562" fmla="*/ 279255 h 6383892"/>
              <a:gd name="connsiteX563" fmla="*/ 8595681 w 11461244"/>
              <a:gd name="connsiteY563" fmla="*/ 285305 h 6383892"/>
              <a:gd name="connsiteX564" fmla="*/ 8599078 w 11461244"/>
              <a:gd name="connsiteY564" fmla="*/ 291516 h 6383892"/>
              <a:gd name="connsiteX565" fmla="*/ 8602391 w 11461244"/>
              <a:gd name="connsiteY565" fmla="*/ 298706 h 6383892"/>
              <a:gd name="connsiteX566" fmla="*/ 8605874 w 11461244"/>
              <a:gd name="connsiteY566" fmla="*/ 303940 h 6383892"/>
              <a:gd name="connsiteX567" fmla="*/ 8610411 w 11461244"/>
              <a:gd name="connsiteY567" fmla="*/ 310647 h 6383892"/>
              <a:gd name="connsiteX568" fmla="*/ 8613250 w 11461244"/>
              <a:gd name="connsiteY568" fmla="*/ 314246 h 6383892"/>
              <a:gd name="connsiteX569" fmla="*/ 8616335 w 11461244"/>
              <a:gd name="connsiteY569" fmla="*/ 317277 h 6383892"/>
              <a:gd name="connsiteX570" fmla="*/ 8620067 w 11461244"/>
              <a:gd name="connsiteY570" fmla="*/ 321940 h 6383892"/>
              <a:gd name="connsiteX571" fmla="*/ 8623873 w 11461244"/>
              <a:gd name="connsiteY571" fmla="*/ 327991 h 6383892"/>
              <a:gd name="connsiteX572" fmla="*/ 8627593 w 11461244"/>
              <a:gd name="connsiteY572" fmla="*/ 335019 h 6383892"/>
              <a:gd name="connsiteX573" fmla="*/ 8630335 w 11461244"/>
              <a:gd name="connsiteY573" fmla="*/ 341962 h 6383892"/>
              <a:gd name="connsiteX574" fmla="*/ 8633572 w 11461244"/>
              <a:gd name="connsiteY574" fmla="*/ 347765 h 6383892"/>
              <a:gd name="connsiteX575" fmla="*/ 8637873 w 11461244"/>
              <a:gd name="connsiteY575" fmla="*/ 352676 h 6383892"/>
              <a:gd name="connsiteX576" fmla="*/ 8640464 w 11461244"/>
              <a:gd name="connsiteY576" fmla="*/ 356845 h 6383892"/>
              <a:gd name="connsiteX577" fmla="*/ 8644120 w 11461244"/>
              <a:gd name="connsiteY577" fmla="*/ 360122 h 6383892"/>
              <a:gd name="connsiteX578" fmla="*/ 8647850 w 11461244"/>
              <a:gd name="connsiteY578" fmla="*/ 364787 h 6383892"/>
              <a:gd name="connsiteX579" fmla="*/ 8652141 w 11461244"/>
              <a:gd name="connsiteY579" fmla="*/ 372062 h 6383892"/>
              <a:gd name="connsiteX580" fmla="*/ 8654722 w 11461244"/>
              <a:gd name="connsiteY580" fmla="*/ 378596 h 6383892"/>
              <a:gd name="connsiteX581" fmla="*/ 8657303 w 11461244"/>
              <a:gd name="connsiteY581" fmla="*/ 385131 h 6383892"/>
              <a:gd name="connsiteX582" fmla="*/ 8660453 w 11461244"/>
              <a:gd name="connsiteY582" fmla="*/ 391913 h 6383892"/>
              <a:gd name="connsiteX583" fmla="*/ 8664260 w 11461244"/>
              <a:gd name="connsiteY583" fmla="*/ 397962 h 6383892"/>
              <a:gd name="connsiteX584" fmla="*/ 8667421 w 11461244"/>
              <a:gd name="connsiteY584" fmla="*/ 402380 h 6383892"/>
              <a:gd name="connsiteX585" fmla="*/ 8670830 w 11461244"/>
              <a:gd name="connsiteY585" fmla="*/ 406227 h 6383892"/>
              <a:gd name="connsiteX586" fmla="*/ 8674560 w 11461244"/>
              <a:gd name="connsiteY586" fmla="*/ 410890 h 6383892"/>
              <a:gd name="connsiteX587" fmla="*/ 8681033 w 11461244"/>
              <a:gd name="connsiteY587" fmla="*/ 422497 h 6383892"/>
              <a:gd name="connsiteX588" fmla="*/ 8687098 w 11461244"/>
              <a:gd name="connsiteY588" fmla="*/ 434264 h 6383892"/>
              <a:gd name="connsiteX589" fmla="*/ 8690335 w 11461244"/>
              <a:gd name="connsiteY589" fmla="*/ 440068 h 6383892"/>
              <a:gd name="connsiteX590" fmla="*/ 8693410 w 11461244"/>
              <a:gd name="connsiteY590" fmla="*/ 445463 h 6383892"/>
              <a:gd name="connsiteX591" fmla="*/ 8697217 w 11461244"/>
              <a:gd name="connsiteY591" fmla="*/ 451513 h 6383892"/>
              <a:gd name="connsiteX592" fmla="*/ 8701108 w 11461244"/>
              <a:gd name="connsiteY592" fmla="*/ 456585 h 6383892"/>
              <a:gd name="connsiteX593" fmla="*/ 8706785 w 11461244"/>
              <a:gd name="connsiteY593" fmla="*/ 463786 h 6383892"/>
              <a:gd name="connsiteX594" fmla="*/ 8709130 w 11461244"/>
              <a:gd name="connsiteY594" fmla="*/ 468525 h 6383892"/>
              <a:gd name="connsiteX595" fmla="*/ 8711711 w 11461244"/>
              <a:gd name="connsiteY595" fmla="*/ 475059 h 6383892"/>
              <a:gd name="connsiteX596" fmla="*/ 8716238 w 11461244"/>
              <a:gd name="connsiteY596" fmla="*/ 484130 h 6383892"/>
              <a:gd name="connsiteX597" fmla="*/ 8725702 w 11461244"/>
              <a:gd name="connsiteY597" fmla="*/ 502110 h 6383892"/>
              <a:gd name="connsiteX598" fmla="*/ 8736626 w 11461244"/>
              <a:gd name="connsiteY598" fmla="*/ 521400 h 6383892"/>
              <a:gd name="connsiteX599" fmla="*/ 8742539 w 11461244"/>
              <a:gd name="connsiteY599" fmla="*/ 530395 h 6383892"/>
              <a:gd name="connsiteX600" fmla="*/ 8747314 w 11461244"/>
              <a:gd name="connsiteY600" fmla="*/ 538896 h 6383892"/>
              <a:gd name="connsiteX601" fmla="*/ 8751518 w 11461244"/>
              <a:gd name="connsiteY601" fmla="*/ 547150 h 6383892"/>
              <a:gd name="connsiteX602" fmla="*/ 8754099 w 11461244"/>
              <a:gd name="connsiteY602" fmla="*/ 553683 h 6383892"/>
              <a:gd name="connsiteX603" fmla="*/ 8760562 w 11461244"/>
              <a:gd name="connsiteY603" fmla="*/ 567655 h 6383892"/>
              <a:gd name="connsiteX604" fmla="*/ 8766134 w 11461244"/>
              <a:gd name="connsiteY604" fmla="*/ 580562 h 6383892"/>
              <a:gd name="connsiteX605" fmla="*/ 8772768 w 11461244"/>
              <a:gd name="connsiteY605" fmla="*/ 592578 h 6383892"/>
              <a:gd name="connsiteX606" fmla="*/ 8779735 w 11461244"/>
              <a:gd name="connsiteY606" fmla="*/ 603044 h 6383892"/>
              <a:gd name="connsiteX607" fmla="*/ 8785241 w 11461244"/>
              <a:gd name="connsiteY607" fmla="*/ 612201 h 6383892"/>
              <a:gd name="connsiteX608" fmla="*/ 8790585 w 11461244"/>
              <a:gd name="connsiteY608" fmla="*/ 620948 h 6383892"/>
              <a:gd name="connsiteX609" fmla="*/ 8795274 w 11461244"/>
              <a:gd name="connsiteY609" fmla="*/ 630427 h 6383892"/>
              <a:gd name="connsiteX610" fmla="*/ 8799230 w 11461244"/>
              <a:gd name="connsiteY610" fmla="*/ 639251 h 6383892"/>
              <a:gd name="connsiteX611" fmla="*/ 8803919 w 11461244"/>
              <a:gd name="connsiteY611" fmla="*/ 648730 h 6383892"/>
              <a:gd name="connsiteX612" fmla="*/ 8808930 w 11461244"/>
              <a:gd name="connsiteY612" fmla="*/ 659025 h 6383892"/>
              <a:gd name="connsiteX613" fmla="*/ 8814188 w 11461244"/>
              <a:gd name="connsiteY613" fmla="*/ 668751 h 6383892"/>
              <a:gd name="connsiteX614" fmla="*/ 8820833 w 11461244"/>
              <a:gd name="connsiteY614" fmla="*/ 678402 h 6383892"/>
              <a:gd name="connsiteX615" fmla="*/ 8824317 w 11461244"/>
              <a:gd name="connsiteY615" fmla="*/ 683635 h 6383892"/>
              <a:gd name="connsiteX616" fmla="*/ 8826823 w 11461244"/>
              <a:gd name="connsiteY616" fmla="*/ 688782 h 6383892"/>
              <a:gd name="connsiteX617" fmla="*/ 8830060 w 11461244"/>
              <a:gd name="connsiteY617" fmla="*/ 694586 h 6383892"/>
              <a:gd name="connsiteX618" fmla="*/ 8833048 w 11461244"/>
              <a:gd name="connsiteY618" fmla="*/ 700960 h 6383892"/>
              <a:gd name="connsiteX619" fmla="*/ 8840006 w 11461244"/>
              <a:gd name="connsiteY619" fmla="*/ 713791 h 6383892"/>
              <a:gd name="connsiteX620" fmla="*/ 8844534 w 11461244"/>
              <a:gd name="connsiteY620" fmla="*/ 722861 h 6383892"/>
              <a:gd name="connsiteX621" fmla="*/ 8848974 w 11461244"/>
              <a:gd name="connsiteY621" fmla="*/ 732910 h 6383892"/>
              <a:gd name="connsiteX622" fmla="*/ 8858770 w 11461244"/>
              <a:gd name="connsiteY622" fmla="*/ 749341 h 6383892"/>
              <a:gd name="connsiteX623" fmla="*/ 8865888 w 11461244"/>
              <a:gd name="connsiteY623" fmla="*/ 762582 h 6383892"/>
              <a:gd name="connsiteX624" fmla="*/ 8872599 w 11461244"/>
              <a:gd name="connsiteY624" fmla="*/ 775983 h 6383892"/>
              <a:gd name="connsiteX625" fmla="*/ 8878654 w 11461244"/>
              <a:gd name="connsiteY625" fmla="*/ 790116 h 6383892"/>
              <a:gd name="connsiteX626" fmla="*/ 8884623 w 11461244"/>
              <a:gd name="connsiteY626" fmla="*/ 805226 h 6383892"/>
              <a:gd name="connsiteX627" fmla="*/ 8890269 w 11461244"/>
              <a:gd name="connsiteY627" fmla="*/ 819520 h 6383892"/>
              <a:gd name="connsiteX628" fmla="*/ 8895915 w 11461244"/>
              <a:gd name="connsiteY628" fmla="*/ 833814 h 6383892"/>
              <a:gd name="connsiteX629" fmla="*/ 8901153 w 11461244"/>
              <a:gd name="connsiteY629" fmla="*/ 848269 h 6383892"/>
              <a:gd name="connsiteX630" fmla="*/ 8906799 w 11461244"/>
              <a:gd name="connsiteY630" fmla="*/ 862563 h 6383892"/>
              <a:gd name="connsiteX631" fmla="*/ 8917532 w 11461244"/>
              <a:gd name="connsiteY631" fmla="*/ 888539 h 6383892"/>
              <a:gd name="connsiteX632" fmla="*/ 8929082 w 11461244"/>
              <a:gd name="connsiteY632" fmla="*/ 914193 h 6383892"/>
              <a:gd name="connsiteX633" fmla="*/ 8940632 w 11461244"/>
              <a:gd name="connsiteY633" fmla="*/ 939845 h 6383892"/>
              <a:gd name="connsiteX634" fmla="*/ 8952590 w 11461244"/>
              <a:gd name="connsiteY634" fmla="*/ 965338 h 6383892"/>
              <a:gd name="connsiteX635" fmla="*/ 8964141 w 11461244"/>
              <a:gd name="connsiteY635" fmla="*/ 990991 h 6383892"/>
              <a:gd name="connsiteX636" fmla="*/ 8975689 w 11461244"/>
              <a:gd name="connsiteY636" fmla="*/ 1016645 h 6383892"/>
              <a:gd name="connsiteX637" fmla="*/ 8980444 w 11461244"/>
              <a:gd name="connsiteY637" fmla="*/ 1029874 h 6383892"/>
              <a:gd name="connsiteX638" fmla="*/ 8985607 w 11461244"/>
              <a:gd name="connsiteY638" fmla="*/ 1042943 h 6383892"/>
              <a:gd name="connsiteX639" fmla="*/ 8989952 w 11461244"/>
              <a:gd name="connsiteY639" fmla="*/ 1056334 h 6383892"/>
              <a:gd name="connsiteX640" fmla="*/ 8993889 w 11461244"/>
              <a:gd name="connsiteY640" fmla="*/ 1069887 h 6383892"/>
              <a:gd name="connsiteX641" fmla="*/ 8998954 w 11461244"/>
              <a:gd name="connsiteY641" fmla="*/ 1086298 h 6383892"/>
              <a:gd name="connsiteX642" fmla="*/ 9005161 w 11461244"/>
              <a:gd name="connsiteY642" fmla="*/ 1103204 h 6383892"/>
              <a:gd name="connsiteX643" fmla="*/ 9012744 w 11461244"/>
              <a:gd name="connsiteY643" fmla="*/ 1122399 h 6383892"/>
              <a:gd name="connsiteX644" fmla="*/ 9020164 w 11461244"/>
              <a:gd name="connsiteY644" fmla="*/ 1141184 h 6383892"/>
              <a:gd name="connsiteX645" fmla="*/ 9027176 w 11461244"/>
              <a:gd name="connsiteY645" fmla="*/ 1160132 h 6383892"/>
              <a:gd name="connsiteX646" fmla="*/ 9033619 w 11461244"/>
              <a:gd name="connsiteY646" fmla="*/ 1178833 h 6383892"/>
              <a:gd name="connsiteX647" fmla="*/ 9036598 w 11461244"/>
              <a:gd name="connsiteY647" fmla="*/ 1187571 h 6383892"/>
              <a:gd name="connsiteX648" fmla="*/ 9038761 w 11461244"/>
              <a:gd name="connsiteY648" fmla="*/ 1196631 h 6383892"/>
              <a:gd name="connsiteX649" fmla="*/ 9040278 w 11461244"/>
              <a:gd name="connsiteY649" fmla="*/ 1204058 h 6383892"/>
              <a:gd name="connsiteX650" fmla="*/ 9041957 w 11461244"/>
              <a:gd name="connsiteY650" fmla="*/ 1211893 h 6383892"/>
              <a:gd name="connsiteX651" fmla="*/ 9044271 w 11461244"/>
              <a:gd name="connsiteY651" fmla="*/ 1223726 h 6383892"/>
              <a:gd name="connsiteX652" fmla="*/ 9046348 w 11461244"/>
              <a:gd name="connsiteY652" fmla="*/ 1233764 h 6383892"/>
              <a:gd name="connsiteX653" fmla="*/ 9049564 w 11461244"/>
              <a:gd name="connsiteY653" fmla="*/ 1244296 h 6383892"/>
              <a:gd name="connsiteX654" fmla="*/ 9054726 w 11461244"/>
              <a:gd name="connsiteY654" fmla="*/ 1257366 h 6383892"/>
              <a:gd name="connsiteX655" fmla="*/ 9057791 w 11461244"/>
              <a:gd name="connsiteY655" fmla="*/ 1265125 h 6383892"/>
              <a:gd name="connsiteX656" fmla="*/ 9059803 w 11461244"/>
              <a:gd name="connsiteY656" fmla="*/ 1271412 h 6383892"/>
              <a:gd name="connsiteX657" fmla="*/ 9060771 w 11461244"/>
              <a:gd name="connsiteY657" fmla="*/ 1273863 h 6383892"/>
              <a:gd name="connsiteX658" fmla="*/ 9060760 w 11461244"/>
              <a:gd name="connsiteY658" fmla="*/ 1276227 h 6383892"/>
              <a:gd name="connsiteX659" fmla="*/ 9060835 w 11461244"/>
              <a:gd name="connsiteY659" fmla="*/ 1277614 h 6383892"/>
              <a:gd name="connsiteX660" fmla="*/ 9060095 w 11461244"/>
              <a:gd name="connsiteY660" fmla="*/ 1279323 h 6383892"/>
              <a:gd name="connsiteX661" fmla="*/ 9059192 w 11461244"/>
              <a:gd name="connsiteY661" fmla="*/ 1280623 h 6383892"/>
              <a:gd name="connsiteX662" fmla="*/ 9057882 w 11461244"/>
              <a:gd name="connsiteY662" fmla="*/ 1282086 h 6383892"/>
              <a:gd name="connsiteX663" fmla="*/ 9056409 w 11461244"/>
              <a:gd name="connsiteY663" fmla="*/ 1283140 h 6383892"/>
              <a:gd name="connsiteX664" fmla="*/ 9053958 w 11461244"/>
              <a:gd name="connsiteY664" fmla="*/ 1284108 h 6383892"/>
              <a:gd name="connsiteX665" fmla="*/ 9048080 w 11461244"/>
              <a:gd name="connsiteY665" fmla="*/ 1285958 h 6383892"/>
              <a:gd name="connsiteX666" fmla="*/ 9040084 w 11461244"/>
              <a:gd name="connsiteY666" fmla="*/ 1287227 h 6383892"/>
              <a:gd name="connsiteX667" fmla="*/ 9029229 w 11461244"/>
              <a:gd name="connsiteY667" fmla="*/ 1289627 h 6383892"/>
              <a:gd name="connsiteX668" fmla="*/ 9018287 w 11461244"/>
              <a:gd name="connsiteY668" fmla="*/ 1293004 h 6383892"/>
              <a:gd name="connsiteX669" fmla="*/ 9008078 w 11461244"/>
              <a:gd name="connsiteY669" fmla="*/ 1297037 h 6383892"/>
              <a:gd name="connsiteX670" fmla="*/ 8997051 w 11461244"/>
              <a:gd name="connsiteY670" fmla="*/ 1301393 h 6383892"/>
              <a:gd name="connsiteX671" fmla="*/ 8975728 w 11461244"/>
              <a:gd name="connsiteY671" fmla="*/ 1310761 h 6383892"/>
              <a:gd name="connsiteX672" fmla="*/ 8954492 w 11461244"/>
              <a:gd name="connsiteY672" fmla="*/ 1319149 h 6383892"/>
              <a:gd name="connsiteX673" fmla="*/ 8943465 w 11461244"/>
              <a:gd name="connsiteY673" fmla="*/ 1323505 h 6383892"/>
              <a:gd name="connsiteX674" fmla="*/ 8933426 w 11461244"/>
              <a:gd name="connsiteY674" fmla="*/ 1325582 h 6383892"/>
              <a:gd name="connsiteX675" fmla="*/ 8924280 w 11461244"/>
              <a:gd name="connsiteY675" fmla="*/ 1328722 h 6383892"/>
              <a:gd name="connsiteX676" fmla="*/ 8912524 w 11461244"/>
              <a:gd name="connsiteY676" fmla="*/ 1332422 h 6383892"/>
              <a:gd name="connsiteX677" fmla="*/ 8826351 w 11461244"/>
              <a:gd name="connsiteY677" fmla="*/ 1366462 h 6383892"/>
              <a:gd name="connsiteX678" fmla="*/ 8814917 w 11461244"/>
              <a:gd name="connsiteY678" fmla="*/ 1370979 h 6383892"/>
              <a:gd name="connsiteX679" fmla="*/ 8804631 w 11461244"/>
              <a:gd name="connsiteY679" fmla="*/ 1373626 h 6383892"/>
              <a:gd name="connsiteX680" fmla="*/ 8794754 w 11461244"/>
              <a:gd name="connsiteY680" fmla="*/ 1376110 h 6383892"/>
              <a:gd name="connsiteX681" fmla="*/ 8784544 w 11461244"/>
              <a:gd name="connsiteY681" fmla="*/ 1380143 h 6383892"/>
              <a:gd name="connsiteX682" fmla="*/ 8773518 w 11461244"/>
              <a:gd name="connsiteY682" fmla="*/ 1384499 h 6383892"/>
              <a:gd name="connsiteX683" fmla="*/ 8763307 w 11461244"/>
              <a:gd name="connsiteY683" fmla="*/ 1388532 h 6383892"/>
              <a:gd name="connsiteX684" fmla="*/ 8752281 w 11461244"/>
              <a:gd name="connsiteY684" fmla="*/ 1392888 h 6383892"/>
              <a:gd name="connsiteX685" fmla="*/ 8741254 w 11461244"/>
              <a:gd name="connsiteY685" fmla="*/ 1397243 h 6383892"/>
              <a:gd name="connsiteX686" fmla="*/ 8730636 w 11461244"/>
              <a:gd name="connsiteY686" fmla="*/ 1401438 h 6383892"/>
              <a:gd name="connsiteX687" fmla="*/ 8719609 w 11461244"/>
              <a:gd name="connsiteY687" fmla="*/ 1405793 h 6383892"/>
              <a:gd name="connsiteX688" fmla="*/ 8708991 w 11461244"/>
              <a:gd name="connsiteY688" fmla="*/ 1409988 h 6383892"/>
              <a:gd name="connsiteX689" fmla="*/ 8698373 w 11461244"/>
              <a:gd name="connsiteY689" fmla="*/ 1414182 h 6383892"/>
              <a:gd name="connsiteX690" fmla="*/ 8613114 w 11461244"/>
              <a:gd name="connsiteY690" fmla="*/ 1444557 h 6383892"/>
              <a:gd name="connsiteX691" fmla="*/ 8602335 w 11461244"/>
              <a:gd name="connsiteY691" fmla="*/ 1448342 h 6383892"/>
              <a:gd name="connsiteX692" fmla="*/ 8591716 w 11461244"/>
              <a:gd name="connsiteY692" fmla="*/ 1452537 h 6383892"/>
              <a:gd name="connsiteX693" fmla="*/ 8581098 w 11461244"/>
              <a:gd name="connsiteY693" fmla="*/ 1456731 h 6383892"/>
              <a:gd name="connsiteX694" fmla="*/ 8570071 w 11461244"/>
              <a:gd name="connsiteY694" fmla="*/ 1461087 h 6383892"/>
              <a:gd name="connsiteX695" fmla="*/ 8559045 w 11461244"/>
              <a:gd name="connsiteY695" fmla="*/ 1465443 h 6383892"/>
              <a:gd name="connsiteX696" fmla="*/ 8548179 w 11461244"/>
              <a:gd name="connsiteY696" fmla="*/ 1470207 h 6383892"/>
              <a:gd name="connsiteX697" fmla="*/ 8537561 w 11461244"/>
              <a:gd name="connsiteY697" fmla="*/ 1474401 h 6383892"/>
              <a:gd name="connsiteX698" fmla="*/ 8526942 w 11461244"/>
              <a:gd name="connsiteY698" fmla="*/ 1478596 h 6383892"/>
              <a:gd name="connsiteX699" fmla="*/ 8504320 w 11461244"/>
              <a:gd name="connsiteY699" fmla="*/ 1487060 h 6383892"/>
              <a:gd name="connsiteX700" fmla="*/ 8483986 w 11461244"/>
              <a:gd name="connsiteY700" fmla="*/ 1494147 h 6383892"/>
              <a:gd name="connsiteX701" fmla="*/ 8463490 w 11461244"/>
              <a:gd name="connsiteY701" fmla="*/ 1500827 h 6383892"/>
              <a:gd name="connsiteX702" fmla="*/ 8442253 w 11461244"/>
              <a:gd name="connsiteY702" fmla="*/ 1509216 h 6383892"/>
              <a:gd name="connsiteX703" fmla="*/ 8419469 w 11461244"/>
              <a:gd name="connsiteY703" fmla="*/ 1517272 h 6383892"/>
              <a:gd name="connsiteX704" fmla="*/ 8398232 w 11461244"/>
              <a:gd name="connsiteY704" fmla="*/ 1525661 h 6383892"/>
              <a:gd name="connsiteX705" fmla="*/ 8376835 w 11461244"/>
              <a:gd name="connsiteY705" fmla="*/ 1533641 h 6383892"/>
              <a:gd name="connsiteX706" fmla="*/ 8355683 w 11461244"/>
              <a:gd name="connsiteY706" fmla="*/ 1541051 h 6383892"/>
              <a:gd name="connsiteX707" fmla="*/ 8336942 w 11461244"/>
              <a:gd name="connsiteY707" fmla="*/ 1548454 h 6383892"/>
              <a:gd name="connsiteX708" fmla="*/ 8336153 w 11461244"/>
              <a:gd name="connsiteY708" fmla="*/ 1546500 h 6383892"/>
              <a:gd name="connsiteX709" fmla="*/ 2383905 w 11461244"/>
              <a:gd name="connsiteY709" fmla="*/ 3936835 h 6383892"/>
              <a:gd name="connsiteX710" fmla="*/ 2384924 w 11461244"/>
              <a:gd name="connsiteY710" fmla="*/ 3938947 h 6383892"/>
              <a:gd name="connsiteX711" fmla="*/ 2374078 w 11461244"/>
              <a:gd name="connsiteY711" fmla="*/ 3944177 h 6383892"/>
              <a:gd name="connsiteX712" fmla="*/ 2357162 w 11461244"/>
              <a:gd name="connsiteY712" fmla="*/ 3952747 h 6383892"/>
              <a:gd name="connsiteX713" fmla="*/ 2342535 w 11461244"/>
              <a:gd name="connsiteY713" fmla="*/ 3959941 h 6383892"/>
              <a:gd name="connsiteX714" fmla="*/ 2334044 w 11461244"/>
              <a:gd name="connsiteY714" fmla="*/ 3962351 h 6383892"/>
              <a:gd name="connsiteX715" fmla="*/ 2326532 w 11461244"/>
              <a:gd name="connsiteY715" fmla="*/ 3964846 h 6383892"/>
              <a:gd name="connsiteX716" fmla="*/ 2317311 w 11461244"/>
              <a:gd name="connsiteY716" fmla="*/ 3966601 h 6383892"/>
              <a:gd name="connsiteX717" fmla="*/ 2307272 w 11461244"/>
              <a:gd name="connsiteY717" fmla="*/ 3968677 h 6383892"/>
              <a:gd name="connsiteX718" fmla="*/ 2291365 w 11461244"/>
              <a:gd name="connsiteY718" fmla="*/ 3970240 h 6383892"/>
              <a:gd name="connsiteX719" fmla="*/ 2276275 w 11461244"/>
              <a:gd name="connsiteY719" fmla="*/ 3971479 h 6383892"/>
              <a:gd name="connsiteX720" fmla="*/ 2260937 w 11461244"/>
              <a:gd name="connsiteY720" fmla="*/ 3973289 h 6383892"/>
              <a:gd name="connsiteX721" fmla="*/ 2245762 w 11461244"/>
              <a:gd name="connsiteY721" fmla="*/ 3975507 h 6383892"/>
              <a:gd name="connsiteX722" fmla="*/ 2221943 w 11461244"/>
              <a:gd name="connsiteY722" fmla="*/ 3977361 h 6383892"/>
              <a:gd name="connsiteX723" fmla="*/ 2198212 w 11461244"/>
              <a:gd name="connsiteY723" fmla="*/ 3978237 h 6383892"/>
              <a:gd name="connsiteX724" fmla="*/ 2175135 w 11461244"/>
              <a:gd name="connsiteY724" fmla="*/ 3978383 h 6383892"/>
              <a:gd name="connsiteX725" fmla="*/ 2151242 w 11461244"/>
              <a:gd name="connsiteY725" fmla="*/ 3978850 h 6383892"/>
              <a:gd name="connsiteX726" fmla="*/ 2144148 w 11461244"/>
              <a:gd name="connsiteY726" fmla="*/ 3978821 h 6383892"/>
              <a:gd name="connsiteX727" fmla="*/ 2137302 w 11461244"/>
              <a:gd name="connsiteY727" fmla="*/ 3978220 h 6383892"/>
              <a:gd name="connsiteX728" fmla="*/ 2130701 w 11461244"/>
              <a:gd name="connsiteY728" fmla="*/ 3977050 h 6383892"/>
              <a:gd name="connsiteX729" fmla="*/ 2123693 w 11461244"/>
              <a:gd name="connsiteY729" fmla="*/ 3976041 h 6383892"/>
              <a:gd name="connsiteX730" fmla="*/ 2102508 w 11461244"/>
              <a:gd name="connsiteY730" fmla="*/ 3972607 h 6383892"/>
              <a:gd name="connsiteX731" fmla="*/ 2080344 w 11461244"/>
              <a:gd name="connsiteY731" fmla="*/ 3969087 h 6383892"/>
              <a:gd name="connsiteX732" fmla="*/ 2058428 w 11461244"/>
              <a:gd name="connsiteY732" fmla="*/ 3964997 h 6383892"/>
              <a:gd name="connsiteX733" fmla="*/ 2037004 w 11461244"/>
              <a:gd name="connsiteY733" fmla="*/ 3959768 h 6383892"/>
              <a:gd name="connsiteX734" fmla="*/ 1981776 w 11461244"/>
              <a:gd name="connsiteY734" fmla="*/ 3946646 h 6383892"/>
              <a:gd name="connsiteX735" fmla="*/ 1829642 w 11461244"/>
              <a:gd name="connsiteY735" fmla="*/ 3885408 h 6383892"/>
              <a:gd name="connsiteX736" fmla="*/ 1814830 w 11461244"/>
              <a:gd name="connsiteY736" fmla="*/ 3878983 h 6383892"/>
              <a:gd name="connsiteX737" fmla="*/ 1808239 w 11461244"/>
              <a:gd name="connsiteY737" fmla="*/ 3875449 h 6383892"/>
              <a:gd name="connsiteX738" fmla="*/ 1806122 w 11461244"/>
              <a:gd name="connsiteY738" fmla="*/ 3874869 h 6383892"/>
              <a:gd name="connsiteX739" fmla="*/ 1804005 w 11461244"/>
              <a:gd name="connsiteY739" fmla="*/ 3874289 h 6383892"/>
              <a:gd name="connsiteX740" fmla="*/ 1801232 w 11461244"/>
              <a:gd name="connsiteY740" fmla="*/ 3874440 h 6383892"/>
              <a:gd name="connsiteX741" fmla="*/ 1798211 w 11461244"/>
              <a:gd name="connsiteY741" fmla="*/ 3875161 h 6383892"/>
              <a:gd name="connsiteX742" fmla="*/ 1795373 w 11461244"/>
              <a:gd name="connsiteY742" fmla="*/ 3871561 h 6383892"/>
              <a:gd name="connsiteX743" fmla="*/ 1792288 w 11461244"/>
              <a:gd name="connsiteY743" fmla="*/ 3868531 h 6383892"/>
              <a:gd name="connsiteX744" fmla="*/ 1787902 w 11461244"/>
              <a:gd name="connsiteY744" fmla="*/ 3864598 h 6383892"/>
              <a:gd name="connsiteX745" fmla="*/ 1783591 w 11461244"/>
              <a:gd name="connsiteY745" fmla="*/ 3862052 h 6383892"/>
              <a:gd name="connsiteX746" fmla="*/ 1774561 w 11461244"/>
              <a:gd name="connsiteY746" fmla="*/ 3857120 h 6383892"/>
              <a:gd name="connsiteX747" fmla="*/ 1765284 w 11461244"/>
              <a:gd name="connsiteY747" fmla="*/ 3852759 h 6383892"/>
              <a:gd name="connsiteX748" fmla="*/ 1730960 w 11461244"/>
              <a:gd name="connsiteY748" fmla="*/ 3832797 h 6383892"/>
              <a:gd name="connsiteX749" fmla="*/ 1727950 w 11461244"/>
              <a:gd name="connsiteY749" fmla="*/ 3831153 h 6383892"/>
              <a:gd name="connsiteX750" fmla="*/ 1724209 w 11461244"/>
              <a:gd name="connsiteY750" fmla="*/ 3828854 h 6383892"/>
              <a:gd name="connsiteX751" fmla="*/ 1722500 w 11461244"/>
              <a:gd name="connsiteY751" fmla="*/ 3828113 h 6383892"/>
              <a:gd name="connsiteX752" fmla="*/ 1720629 w 11461244"/>
              <a:gd name="connsiteY752" fmla="*/ 3826963 h 6383892"/>
              <a:gd name="connsiteX753" fmla="*/ 1683951 w 11461244"/>
              <a:gd name="connsiteY753" fmla="*/ 3804626 h 6383892"/>
              <a:gd name="connsiteX754" fmla="*/ 1683220 w 11461244"/>
              <a:gd name="connsiteY754" fmla="*/ 3803971 h 6383892"/>
              <a:gd name="connsiteX755" fmla="*/ 1682242 w 11461244"/>
              <a:gd name="connsiteY755" fmla="*/ 3803885 h 6383892"/>
              <a:gd name="connsiteX756" fmla="*/ 1658087 w 11461244"/>
              <a:gd name="connsiteY756" fmla="*/ 3789348 h 6383892"/>
              <a:gd name="connsiteX757" fmla="*/ 1657356 w 11461244"/>
              <a:gd name="connsiteY757" fmla="*/ 3788693 h 6383892"/>
              <a:gd name="connsiteX758" fmla="*/ 1657033 w 11461244"/>
              <a:gd name="connsiteY758" fmla="*/ 3787876 h 6383892"/>
              <a:gd name="connsiteX759" fmla="*/ 1433797 w 11461244"/>
              <a:gd name="connsiteY759" fmla="*/ 3631500 h 6383892"/>
              <a:gd name="connsiteX760" fmla="*/ 1427131 w 11461244"/>
              <a:gd name="connsiteY760" fmla="*/ 3626578 h 6383892"/>
              <a:gd name="connsiteX761" fmla="*/ 1420466 w 11461244"/>
              <a:gd name="connsiteY761" fmla="*/ 3621657 h 6383892"/>
              <a:gd name="connsiteX762" fmla="*/ 1417543 w 11461244"/>
              <a:gd name="connsiteY762" fmla="*/ 3619036 h 6383892"/>
              <a:gd name="connsiteX763" fmla="*/ 1413801 w 11461244"/>
              <a:gd name="connsiteY763" fmla="*/ 3616736 h 6383892"/>
              <a:gd name="connsiteX764" fmla="*/ 1350150 w 11461244"/>
              <a:gd name="connsiteY764" fmla="*/ 3571533 h 6383892"/>
              <a:gd name="connsiteX765" fmla="*/ 1349580 w 11461244"/>
              <a:gd name="connsiteY765" fmla="*/ 3571286 h 6383892"/>
              <a:gd name="connsiteX766" fmla="*/ 1348441 w 11461244"/>
              <a:gd name="connsiteY766" fmla="*/ 3570792 h 6383892"/>
              <a:gd name="connsiteX767" fmla="*/ 1343807 w 11461244"/>
              <a:gd name="connsiteY767" fmla="*/ 3567429 h 6383892"/>
              <a:gd name="connsiteX768" fmla="*/ 1341776 w 11461244"/>
              <a:gd name="connsiteY768" fmla="*/ 3565871 h 6383892"/>
              <a:gd name="connsiteX769" fmla="*/ 1340475 w 11461244"/>
              <a:gd name="connsiteY769" fmla="*/ 3564968 h 6383892"/>
              <a:gd name="connsiteX770" fmla="*/ 1170045 w 11461244"/>
              <a:gd name="connsiteY770" fmla="*/ 3453829 h 6383892"/>
              <a:gd name="connsiteX771" fmla="*/ 1169476 w 11461244"/>
              <a:gd name="connsiteY771" fmla="*/ 3453582 h 6383892"/>
              <a:gd name="connsiteX772" fmla="*/ 1168336 w 11461244"/>
              <a:gd name="connsiteY772" fmla="*/ 3453088 h 6383892"/>
              <a:gd name="connsiteX773" fmla="*/ 1168175 w 11461244"/>
              <a:gd name="connsiteY773" fmla="*/ 3452679 h 6383892"/>
              <a:gd name="connsiteX774" fmla="*/ 1167122 w 11461244"/>
              <a:gd name="connsiteY774" fmla="*/ 3451207 h 6383892"/>
              <a:gd name="connsiteX775" fmla="*/ 1128325 w 11461244"/>
              <a:gd name="connsiteY775" fmla="*/ 3428291 h 6383892"/>
              <a:gd name="connsiteX776" fmla="*/ 1124745 w 11461244"/>
              <a:gd name="connsiteY776" fmla="*/ 3426400 h 6383892"/>
              <a:gd name="connsiteX777" fmla="*/ 1121327 w 11461244"/>
              <a:gd name="connsiteY777" fmla="*/ 3424917 h 6383892"/>
              <a:gd name="connsiteX778" fmla="*/ 1080252 w 11461244"/>
              <a:gd name="connsiteY778" fmla="*/ 3401013 h 6383892"/>
              <a:gd name="connsiteX779" fmla="*/ 1074479 w 11461244"/>
              <a:gd name="connsiteY779" fmla="*/ 3397155 h 6383892"/>
              <a:gd name="connsiteX780" fmla="*/ 1068868 w 11461244"/>
              <a:gd name="connsiteY780" fmla="*/ 3393706 h 6383892"/>
              <a:gd name="connsiteX781" fmla="*/ 1067729 w 11461244"/>
              <a:gd name="connsiteY781" fmla="*/ 3393212 h 6383892"/>
              <a:gd name="connsiteX782" fmla="*/ 1066998 w 11461244"/>
              <a:gd name="connsiteY782" fmla="*/ 3392557 h 6383892"/>
              <a:gd name="connsiteX783" fmla="*/ 842570 w 11461244"/>
              <a:gd name="connsiteY783" fmla="*/ 3285752 h 6383892"/>
              <a:gd name="connsiteX784" fmla="*/ 841183 w 11461244"/>
              <a:gd name="connsiteY784" fmla="*/ 3285827 h 6383892"/>
              <a:gd name="connsiteX785" fmla="*/ 840129 w 11461244"/>
              <a:gd name="connsiteY785" fmla="*/ 3284355 h 6383892"/>
              <a:gd name="connsiteX786" fmla="*/ 773311 w 11461244"/>
              <a:gd name="connsiteY786" fmla="*/ 3255039 h 6383892"/>
              <a:gd name="connsiteX787" fmla="*/ 770301 w 11461244"/>
              <a:gd name="connsiteY787" fmla="*/ 3253395 h 6383892"/>
              <a:gd name="connsiteX788" fmla="*/ 766313 w 11461244"/>
              <a:gd name="connsiteY788" fmla="*/ 3251666 h 6383892"/>
              <a:gd name="connsiteX789" fmla="*/ 762894 w 11461244"/>
              <a:gd name="connsiteY789" fmla="*/ 3250183 h 6383892"/>
              <a:gd name="connsiteX790" fmla="*/ 758906 w 11461244"/>
              <a:gd name="connsiteY790" fmla="*/ 3248453 h 6383892"/>
              <a:gd name="connsiteX791" fmla="*/ 755717 w 11461244"/>
              <a:gd name="connsiteY791" fmla="*/ 3247310 h 6383892"/>
              <a:gd name="connsiteX792" fmla="*/ 723643 w 11461244"/>
              <a:gd name="connsiteY792" fmla="*/ 3224009 h 6383892"/>
              <a:gd name="connsiteX793" fmla="*/ 718374 w 11461244"/>
              <a:gd name="connsiteY793" fmla="*/ 3221035 h 6383892"/>
              <a:gd name="connsiteX794" fmla="*/ 713983 w 11461244"/>
              <a:gd name="connsiteY794" fmla="*/ 3218062 h 6383892"/>
              <a:gd name="connsiteX795" fmla="*/ 643287 w 11461244"/>
              <a:gd name="connsiteY795" fmla="*/ 3172342 h 6383892"/>
              <a:gd name="connsiteX796" fmla="*/ 638018 w 11461244"/>
              <a:gd name="connsiteY796" fmla="*/ 3169369 h 6383892"/>
              <a:gd name="connsiteX797" fmla="*/ 634066 w 11461244"/>
              <a:gd name="connsiteY797" fmla="*/ 3166395 h 6383892"/>
              <a:gd name="connsiteX798" fmla="*/ 628357 w 11461244"/>
              <a:gd name="connsiteY798" fmla="*/ 3164165 h 6383892"/>
              <a:gd name="connsiteX799" fmla="*/ 623527 w 11461244"/>
              <a:gd name="connsiteY799" fmla="*/ 3161563 h 6383892"/>
              <a:gd name="connsiteX800" fmla="*/ 519460 w 11461244"/>
              <a:gd name="connsiteY800" fmla="*/ 3115472 h 6383892"/>
              <a:gd name="connsiteX801" fmla="*/ 508482 w 11461244"/>
              <a:gd name="connsiteY801" fmla="*/ 3111012 h 6383892"/>
              <a:gd name="connsiteX802" fmla="*/ 497944 w 11461244"/>
              <a:gd name="connsiteY802" fmla="*/ 3106923 h 6383892"/>
              <a:gd name="connsiteX803" fmla="*/ 487405 w 11461244"/>
              <a:gd name="connsiteY803" fmla="*/ 3102834 h 6383892"/>
              <a:gd name="connsiteX804" fmla="*/ 476867 w 11461244"/>
              <a:gd name="connsiteY804" fmla="*/ 3099117 h 6383892"/>
              <a:gd name="connsiteX805" fmla="*/ 331084 w 11461244"/>
              <a:gd name="connsiteY805" fmla="*/ 3063433 h 6383892"/>
              <a:gd name="connsiteX806" fmla="*/ 318350 w 11461244"/>
              <a:gd name="connsiteY806" fmla="*/ 3060460 h 6383892"/>
              <a:gd name="connsiteX807" fmla="*/ 305616 w 11461244"/>
              <a:gd name="connsiteY807" fmla="*/ 3058230 h 6383892"/>
              <a:gd name="connsiteX808" fmla="*/ 292882 w 11461244"/>
              <a:gd name="connsiteY808" fmla="*/ 3056000 h 6383892"/>
              <a:gd name="connsiteX809" fmla="*/ 279709 w 11461244"/>
              <a:gd name="connsiteY809" fmla="*/ 3054141 h 6383892"/>
              <a:gd name="connsiteX810" fmla="*/ 266975 w 11461244"/>
              <a:gd name="connsiteY810" fmla="*/ 3051539 h 6383892"/>
              <a:gd name="connsiteX811" fmla="*/ 254680 w 11461244"/>
              <a:gd name="connsiteY811" fmla="*/ 3050053 h 6383892"/>
              <a:gd name="connsiteX812" fmla="*/ 241507 w 11461244"/>
              <a:gd name="connsiteY812" fmla="*/ 3047450 h 6383892"/>
              <a:gd name="connsiteX813" fmla="*/ 229212 w 11461244"/>
              <a:gd name="connsiteY813" fmla="*/ 3045220 h 6383892"/>
              <a:gd name="connsiteX814" fmla="*/ 216039 w 11461244"/>
              <a:gd name="connsiteY814" fmla="*/ 3042619 h 6383892"/>
              <a:gd name="connsiteX815" fmla="*/ 203305 w 11461244"/>
              <a:gd name="connsiteY815" fmla="*/ 3041132 h 6383892"/>
              <a:gd name="connsiteX816" fmla="*/ 189693 w 11461244"/>
              <a:gd name="connsiteY816" fmla="*/ 3039645 h 6383892"/>
              <a:gd name="connsiteX817" fmla="*/ 175642 w 11461244"/>
              <a:gd name="connsiteY817" fmla="*/ 3038529 h 6383892"/>
              <a:gd name="connsiteX818" fmla="*/ 162029 w 11461244"/>
              <a:gd name="connsiteY818" fmla="*/ 3037415 h 6383892"/>
              <a:gd name="connsiteX819" fmla="*/ 147539 w 11461244"/>
              <a:gd name="connsiteY819" fmla="*/ 3036300 h 6383892"/>
              <a:gd name="connsiteX820" fmla="*/ 133488 w 11461244"/>
              <a:gd name="connsiteY820" fmla="*/ 3035185 h 6383892"/>
              <a:gd name="connsiteX821" fmla="*/ 119875 w 11461244"/>
              <a:gd name="connsiteY821" fmla="*/ 3033326 h 6383892"/>
              <a:gd name="connsiteX822" fmla="*/ 107580 w 11461244"/>
              <a:gd name="connsiteY822" fmla="*/ 3032211 h 6383892"/>
              <a:gd name="connsiteX823" fmla="*/ 93090 w 11461244"/>
              <a:gd name="connsiteY823" fmla="*/ 3031468 h 6383892"/>
              <a:gd name="connsiteX824" fmla="*/ 77721 w 11461244"/>
              <a:gd name="connsiteY824" fmla="*/ 3031468 h 6383892"/>
              <a:gd name="connsiteX825" fmla="*/ 61035 w 11461244"/>
              <a:gd name="connsiteY825" fmla="*/ 3031468 h 6383892"/>
              <a:gd name="connsiteX826" fmla="*/ 44350 w 11461244"/>
              <a:gd name="connsiteY826" fmla="*/ 3031468 h 6383892"/>
              <a:gd name="connsiteX827" fmla="*/ 28542 w 11461244"/>
              <a:gd name="connsiteY827" fmla="*/ 3032211 h 6383892"/>
              <a:gd name="connsiteX828" fmla="*/ 13612 w 11461244"/>
              <a:gd name="connsiteY828" fmla="*/ 3032583 h 6383892"/>
              <a:gd name="connsiteX829" fmla="*/ 0 w 11461244"/>
              <a:gd name="connsiteY829" fmla="*/ 3032583 h 6383892"/>
              <a:gd name="connsiteX830" fmla="*/ 0 w 11461244"/>
              <a:gd name="connsiteY830" fmla="*/ 3038158 h 6383892"/>
              <a:gd name="connsiteX831" fmla="*/ 439 w 11461244"/>
              <a:gd name="connsiteY831" fmla="*/ 3039645 h 6383892"/>
              <a:gd name="connsiteX832" fmla="*/ 1317 w 11461244"/>
              <a:gd name="connsiteY832" fmla="*/ 3039645 h 6383892"/>
              <a:gd name="connsiteX833" fmla="*/ 4830 w 11461244"/>
              <a:gd name="connsiteY833" fmla="*/ 3042619 h 6383892"/>
              <a:gd name="connsiteX834" fmla="*/ 5708 w 11461244"/>
              <a:gd name="connsiteY834" fmla="*/ 3043362 h 6383892"/>
              <a:gd name="connsiteX835" fmla="*/ 6148 w 11461244"/>
              <a:gd name="connsiteY835" fmla="*/ 3044105 h 6383892"/>
              <a:gd name="connsiteX836" fmla="*/ 7465 w 11461244"/>
              <a:gd name="connsiteY836" fmla="*/ 3045220 h 6383892"/>
              <a:gd name="connsiteX837" fmla="*/ 9221 w 11461244"/>
              <a:gd name="connsiteY837" fmla="*/ 3046336 h 6383892"/>
              <a:gd name="connsiteX838" fmla="*/ 38202 w 11461244"/>
              <a:gd name="connsiteY838" fmla="*/ 3070124 h 6383892"/>
              <a:gd name="connsiteX839" fmla="*/ 39958 w 11461244"/>
              <a:gd name="connsiteY839" fmla="*/ 3071983 h 6383892"/>
              <a:gd name="connsiteX840" fmla="*/ 42154 w 11461244"/>
              <a:gd name="connsiteY840" fmla="*/ 3073841 h 6383892"/>
              <a:gd name="connsiteX841" fmla="*/ 45228 w 11461244"/>
              <a:gd name="connsiteY841" fmla="*/ 3076072 h 6383892"/>
              <a:gd name="connsiteX842" fmla="*/ 45667 w 11461244"/>
              <a:gd name="connsiteY842" fmla="*/ 3076815 h 6383892"/>
              <a:gd name="connsiteX843" fmla="*/ 46545 w 11461244"/>
              <a:gd name="connsiteY843" fmla="*/ 3077187 h 6383892"/>
              <a:gd name="connsiteX844" fmla="*/ 57963 w 11461244"/>
              <a:gd name="connsiteY844" fmla="*/ 3087966 h 6383892"/>
              <a:gd name="connsiteX845" fmla="*/ 61035 w 11461244"/>
              <a:gd name="connsiteY845" fmla="*/ 3090196 h 6383892"/>
              <a:gd name="connsiteX846" fmla="*/ 61852 w 11461244"/>
              <a:gd name="connsiteY846" fmla="*/ 3091003 h 6383892"/>
              <a:gd name="connsiteX847" fmla="*/ 61843 w 11461244"/>
              <a:gd name="connsiteY847" fmla="*/ 3091341 h 6383892"/>
              <a:gd name="connsiteX848" fmla="*/ 62811 w 11461244"/>
              <a:gd name="connsiteY848" fmla="*/ 3093792 h 6383892"/>
              <a:gd name="connsiteX849" fmla="*/ 66864 w 11461244"/>
              <a:gd name="connsiteY849" fmla="*/ 3099272 h 6383892"/>
              <a:gd name="connsiteX850" fmla="*/ 72712 w 11461244"/>
              <a:gd name="connsiteY850" fmla="*/ 3104516 h 6383892"/>
              <a:gd name="connsiteX851" fmla="*/ 120189 w 11461244"/>
              <a:gd name="connsiteY851" fmla="*/ 3156581 h 6383892"/>
              <a:gd name="connsiteX852" fmla="*/ 123437 w 11461244"/>
              <a:gd name="connsiteY852" fmla="*/ 3160019 h 6383892"/>
              <a:gd name="connsiteX853" fmla="*/ 125307 w 11461244"/>
              <a:gd name="connsiteY853" fmla="*/ 3161169 h 6383892"/>
              <a:gd name="connsiteX854" fmla="*/ 127338 w 11461244"/>
              <a:gd name="connsiteY854" fmla="*/ 3162727 h 6383892"/>
              <a:gd name="connsiteX855" fmla="*/ 130586 w 11461244"/>
              <a:gd name="connsiteY855" fmla="*/ 3166166 h 6383892"/>
              <a:gd name="connsiteX856" fmla="*/ 134800 w 11461244"/>
              <a:gd name="connsiteY856" fmla="*/ 3172054 h 6383892"/>
              <a:gd name="connsiteX857" fmla="*/ 139015 w 11461244"/>
              <a:gd name="connsiteY857" fmla="*/ 3177943 h 6383892"/>
              <a:gd name="connsiteX858" fmla="*/ 185040 w 11461244"/>
              <a:gd name="connsiteY858" fmla="*/ 3226332 h 6383892"/>
              <a:gd name="connsiteX859" fmla="*/ 185933 w 11461244"/>
              <a:gd name="connsiteY859" fmla="*/ 3227396 h 6383892"/>
              <a:gd name="connsiteX860" fmla="*/ 186502 w 11461244"/>
              <a:gd name="connsiteY860" fmla="*/ 3227643 h 6383892"/>
              <a:gd name="connsiteX861" fmla="*/ 189824 w 11461244"/>
              <a:gd name="connsiteY861" fmla="*/ 3232468 h 6383892"/>
              <a:gd name="connsiteX862" fmla="*/ 190631 w 11461244"/>
              <a:gd name="connsiteY862" fmla="*/ 3234510 h 6383892"/>
              <a:gd name="connsiteX863" fmla="*/ 192824 w 11461244"/>
              <a:gd name="connsiteY863" fmla="*/ 3236477 h 6383892"/>
              <a:gd name="connsiteX864" fmla="*/ 196888 w 11461244"/>
              <a:gd name="connsiteY864" fmla="*/ 3239593 h 6383892"/>
              <a:gd name="connsiteX865" fmla="*/ 235033 w 11461244"/>
              <a:gd name="connsiteY865" fmla="*/ 3281179 h 6383892"/>
              <a:gd name="connsiteX866" fmla="*/ 245020 w 11461244"/>
              <a:gd name="connsiteY866" fmla="*/ 3290925 h 6383892"/>
              <a:gd name="connsiteX867" fmla="*/ 254352 w 11461244"/>
              <a:gd name="connsiteY867" fmla="*/ 3301403 h 6383892"/>
              <a:gd name="connsiteX868" fmla="*/ 264006 w 11461244"/>
              <a:gd name="connsiteY868" fmla="*/ 3312697 h 6383892"/>
              <a:gd name="connsiteX869" fmla="*/ 273748 w 11461244"/>
              <a:gd name="connsiteY869" fmla="*/ 3323013 h 6383892"/>
              <a:gd name="connsiteX870" fmla="*/ 331373 w 11461244"/>
              <a:gd name="connsiteY870" fmla="*/ 3385231 h 6383892"/>
              <a:gd name="connsiteX871" fmla="*/ 335749 w 11461244"/>
              <a:gd name="connsiteY871" fmla="*/ 3391529 h 6383892"/>
              <a:gd name="connsiteX872" fmla="*/ 341512 w 11461244"/>
              <a:gd name="connsiteY872" fmla="*/ 3397751 h 6383892"/>
              <a:gd name="connsiteX873" fmla="*/ 363755 w 11461244"/>
              <a:gd name="connsiteY873" fmla="*/ 3420596 h 6383892"/>
              <a:gd name="connsiteX874" fmla="*/ 365948 w 11461244"/>
              <a:gd name="connsiteY874" fmla="*/ 3422562 h 6383892"/>
              <a:gd name="connsiteX875" fmla="*/ 368464 w 11461244"/>
              <a:gd name="connsiteY875" fmla="*/ 3425346 h 6383892"/>
              <a:gd name="connsiteX876" fmla="*/ 370980 w 11461244"/>
              <a:gd name="connsiteY876" fmla="*/ 3428129 h 6383892"/>
              <a:gd name="connsiteX877" fmla="*/ 374141 w 11461244"/>
              <a:gd name="connsiteY877" fmla="*/ 3432546 h 6383892"/>
              <a:gd name="connsiteX878" fmla="*/ 447194 w 11461244"/>
              <a:gd name="connsiteY878" fmla="*/ 3509916 h 6383892"/>
              <a:gd name="connsiteX879" fmla="*/ 447678 w 11461244"/>
              <a:gd name="connsiteY879" fmla="*/ 3511141 h 6383892"/>
              <a:gd name="connsiteX880" fmla="*/ 448410 w 11461244"/>
              <a:gd name="connsiteY880" fmla="*/ 3511796 h 6383892"/>
              <a:gd name="connsiteX881" fmla="*/ 511382 w 11461244"/>
              <a:gd name="connsiteY881" fmla="*/ 3582035 h 6383892"/>
              <a:gd name="connsiteX882" fmla="*/ 537024 w 11461244"/>
              <a:gd name="connsiteY882" fmla="*/ 3619498 h 6383892"/>
              <a:gd name="connsiteX883" fmla="*/ 537463 w 11461244"/>
              <a:gd name="connsiteY883" fmla="*/ 3620242 h 6383892"/>
              <a:gd name="connsiteX884" fmla="*/ 537463 w 11461244"/>
              <a:gd name="connsiteY884" fmla="*/ 3620614 h 6383892"/>
              <a:gd name="connsiteX885" fmla="*/ 614001 w 11461244"/>
              <a:gd name="connsiteY885" fmla="*/ 3700122 h 6383892"/>
              <a:gd name="connsiteX886" fmla="*/ 615250 w 11461244"/>
              <a:gd name="connsiteY886" fmla="*/ 3700128 h 6383892"/>
              <a:gd name="connsiteX887" fmla="*/ 665466 w 11461244"/>
              <a:gd name="connsiteY887" fmla="*/ 3758901 h 6383892"/>
              <a:gd name="connsiteX888" fmla="*/ 667573 w 11461244"/>
              <a:gd name="connsiteY888" fmla="*/ 3761845 h 6383892"/>
              <a:gd name="connsiteX889" fmla="*/ 669594 w 11461244"/>
              <a:gd name="connsiteY889" fmla="*/ 3765768 h 6383892"/>
              <a:gd name="connsiteX890" fmla="*/ 673002 w 11461244"/>
              <a:gd name="connsiteY890" fmla="*/ 3769615 h 6383892"/>
              <a:gd name="connsiteX891" fmla="*/ 674949 w 11461244"/>
              <a:gd name="connsiteY891" fmla="*/ 3772151 h 6383892"/>
              <a:gd name="connsiteX892" fmla="*/ 676734 w 11461244"/>
              <a:gd name="connsiteY892" fmla="*/ 3774278 h 6383892"/>
              <a:gd name="connsiteX893" fmla="*/ 680066 w 11461244"/>
              <a:gd name="connsiteY893" fmla="*/ 3776739 h 6383892"/>
              <a:gd name="connsiteX894" fmla="*/ 684281 w 11461244"/>
              <a:gd name="connsiteY894" fmla="*/ 3782629 h 6383892"/>
              <a:gd name="connsiteX895" fmla="*/ 688818 w 11461244"/>
              <a:gd name="connsiteY895" fmla="*/ 3789335 h 6383892"/>
              <a:gd name="connsiteX896" fmla="*/ 693033 w 11461244"/>
              <a:gd name="connsiteY896" fmla="*/ 3795223 h 6383892"/>
              <a:gd name="connsiteX897" fmla="*/ 698064 w 11461244"/>
              <a:gd name="connsiteY897" fmla="*/ 3800790 h 6383892"/>
              <a:gd name="connsiteX898" fmla="*/ 703504 w 11461244"/>
              <a:gd name="connsiteY898" fmla="*/ 3806195 h 6383892"/>
              <a:gd name="connsiteX899" fmla="*/ 708698 w 11461244"/>
              <a:gd name="connsiteY899" fmla="*/ 3812170 h 6383892"/>
              <a:gd name="connsiteX900" fmla="*/ 713804 w 11461244"/>
              <a:gd name="connsiteY900" fmla="*/ 3819122 h 6383892"/>
              <a:gd name="connsiteX901" fmla="*/ 719482 w 11461244"/>
              <a:gd name="connsiteY901" fmla="*/ 3826323 h 6383892"/>
              <a:gd name="connsiteX902" fmla="*/ 724180 w 11461244"/>
              <a:gd name="connsiteY902" fmla="*/ 3833437 h 6383892"/>
              <a:gd name="connsiteX903" fmla="*/ 729696 w 11461244"/>
              <a:gd name="connsiteY903" fmla="*/ 3840229 h 6383892"/>
              <a:gd name="connsiteX904" fmla="*/ 734641 w 11461244"/>
              <a:gd name="connsiteY904" fmla="*/ 3846773 h 6383892"/>
              <a:gd name="connsiteX905" fmla="*/ 739350 w 11461244"/>
              <a:gd name="connsiteY905" fmla="*/ 3851523 h 6383892"/>
              <a:gd name="connsiteX906" fmla="*/ 762143 w 11461244"/>
              <a:gd name="connsiteY906" fmla="*/ 3879345 h 6383892"/>
              <a:gd name="connsiteX907" fmla="*/ 767497 w 11461244"/>
              <a:gd name="connsiteY907" fmla="*/ 3885728 h 6383892"/>
              <a:gd name="connsiteX908" fmla="*/ 770980 w 11461244"/>
              <a:gd name="connsiteY908" fmla="*/ 3890961 h 6383892"/>
              <a:gd name="connsiteX909" fmla="*/ 774788 w 11461244"/>
              <a:gd name="connsiteY909" fmla="*/ 3897011 h 6383892"/>
              <a:gd name="connsiteX910" fmla="*/ 780872 w 11461244"/>
              <a:gd name="connsiteY910" fmla="*/ 3904050 h 6383892"/>
              <a:gd name="connsiteX911" fmla="*/ 787688 w 11461244"/>
              <a:gd name="connsiteY911" fmla="*/ 3911744 h 6383892"/>
              <a:gd name="connsiteX912" fmla="*/ 790689 w 11461244"/>
              <a:gd name="connsiteY912" fmla="*/ 3915752 h 6383892"/>
              <a:gd name="connsiteX913" fmla="*/ 792464 w 11461244"/>
              <a:gd name="connsiteY913" fmla="*/ 3920245 h 6383892"/>
              <a:gd name="connsiteX914" fmla="*/ 797968 w 11461244"/>
              <a:gd name="connsiteY914" fmla="*/ 3929401 h 6383892"/>
              <a:gd name="connsiteX915" fmla="*/ 802022 w 11461244"/>
              <a:gd name="connsiteY915" fmla="*/ 3934882 h 6383892"/>
              <a:gd name="connsiteX916" fmla="*/ 805515 w 11461244"/>
              <a:gd name="connsiteY916" fmla="*/ 3937750 h 6383892"/>
              <a:gd name="connsiteX917" fmla="*/ 807139 w 11461244"/>
              <a:gd name="connsiteY917" fmla="*/ 3939470 h 6383892"/>
              <a:gd name="connsiteX918" fmla="*/ 809654 w 11461244"/>
              <a:gd name="connsiteY918" fmla="*/ 3942254 h 6383892"/>
              <a:gd name="connsiteX919" fmla="*/ 812171 w 11461244"/>
              <a:gd name="connsiteY919" fmla="*/ 3945037 h 6383892"/>
              <a:gd name="connsiteX920" fmla="*/ 815493 w 11461244"/>
              <a:gd name="connsiteY920" fmla="*/ 3949862 h 6383892"/>
              <a:gd name="connsiteX921" fmla="*/ 833244 w 11461244"/>
              <a:gd name="connsiteY921" fmla="*/ 3974482 h 6383892"/>
              <a:gd name="connsiteX922" fmla="*/ 837943 w 11461244"/>
              <a:gd name="connsiteY922" fmla="*/ 3981596 h 6383892"/>
              <a:gd name="connsiteX923" fmla="*/ 840932 w 11461244"/>
              <a:gd name="connsiteY923" fmla="*/ 3987969 h 6383892"/>
              <a:gd name="connsiteX924" fmla="*/ 844739 w 11461244"/>
              <a:gd name="connsiteY924" fmla="*/ 3994019 h 6383892"/>
              <a:gd name="connsiteX925" fmla="*/ 850254 w 11461244"/>
              <a:gd name="connsiteY925" fmla="*/ 4000811 h 6383892"/>
              <a:gd name="connsiteX926" fmla="*/ 855049 w 11461244"/>
              <a:gd name="connsiteY926" fmla="*/ 4004582 h 6383892"/>
              <a:gd name="connsiteX927" fmla="*/ 855619 w 11461244"/>
              <a:gd name="connsiteY927" fmla="*/ 4004830 h 6383892"/>
              <a:gd name="connsiteX928" fmla="*/ 857242 w 11461244"/>
              <a:gd name="connsiteY928" fmla="*/ 4006549 h 6383892"/>
              <a:gd name="connsiteX929" fmla="*/ 860231 w 11461244"/>
              <a:gd name="connsiteY929" fmla="*/ 4012922 h 6383892"/>
              <a:gd name="connsiteX930" fmla="*/ 868253 w 11461244"/>
              <a:gd name="connsiteY930" fmla="*/ 4024861 h 6383892"/>
              <a:gd name="connsiteX931" fmla="*/ 874661 w 11461244"/>
              <a:gd name="connsiteY931" fmla="*/ 4032716 h 6383892"/>
              <a:gd name="connsiteX932" fmla="*/ 877499 w 11461244"/>
              <a:gd name="connsiteY932" fmla="*/ 4036316 h 6383892"/>
              <a:gd name="connsiteX933" fmla="*/ 880338 w 11461244"/>
              <a:gd name="connsiteY933" fmla="*/ 4039916 h 6383892"/>
              <a:gd name="connsiteX934" fmla="*/ 883338 w 11461244"/>
              <a:gd name="connsiteY934" fmla="*/ 4043925 h 6383892"/>
              <a:gd name="connsiteX935" fmla="*/ 886004 w 11461244"/>
              <a:gd name="connsiteY935" fmla="*/ 4049481 h 6383892"/>
              <a:gd name="connsiteX936" fmla="*/ 888994 w 11461244"/>
              <a:gd name="connsiteY936" fmla="*/ 4055855 h 6383892"/>
              <a:gd name="connsiteX937" fmla="*/ 891832 w 11461244"/>
              <a:gd name="connsiteY937" fmla="*/ 4059455 h 6383892"/>
              <a:gd name="connsiteX938" fmla="*/ 893940 w 11461244"/>
              <a:gd name="connsiteY938" fmla="*/ 4062398 h 6383892"/>
              <a:gd name="connsiteX939" fmla="*/ 895241 w 11461244"/>
              <a:gd name="connsiteY939" fmla="*/ 4063301 h 6383892"/>
              <a:gd name="connsiteX940" fmla="*/ 898895 w 11461244"/>
              <a:gd name="connsiteY940" fmla="*/ 4066579 h 6383892"/>
              <a:gd name="connsiteX941" fmla="*/ 904819 w 11461244"/>
              <a:gd name="connsiteY941" fmla="*/ 4073209 h 6383892"/>
              <a:gd name="connsiteX942" fmla="*/ 921829 w 11461244"/>
              <a:gd name="connsiteY942" fmla="*/ 4099538 h 6383892"/>
              <a:gd name="connsiteX943" fmla="*/ 926044 w 11461244"/>
              <a:gd name="connsiteY943" fmla="*/ 4105427 h 6383892"/>
              <a:gd name="connsiteX944" fmla="*/ 930173 w 11461244"/>
              <a:gd name="connsiteY944" fmla="*/ 4112295 h 6383892"/>
              <a:gd name="connsiteX945" fmla="*/ 934786 w 11461244"/>
              <a:gd name="connsiteY945" fmla="*/ 4120387 h 6383892"/>
              <a:gd name="connsiteX946" fmla="*/ 938346 w 11461244"/>
              <a:gd name="connsiteY946" fmla="*/ 4127007 h 6383892"/>
              <a:gd name="connsiteX947" fmla="*/ 943452 w 11461244"/>
              <a:gd name="connsiteY947" fmla="*/ 4133959 h 6383892"/>
              <a:gd name="connsiteX948" fmla="*/ 947592 w 11461244"/>
              <a:gd name="connsiteY948" fmla="*/ 4138462 h 6383892"/>
              <a:gd name="connsiteX949" fmla="*/ 951322 w 11461244"/>
              <a:gd name="connsiteY949" fmla="*/ 4143126 h 6383892"/>
              <a:gd name="connsiteX950" fmla="*/ 955128 w 11461244"/>
              <a:gd name="connsiteY950" fmla="*/ 4149177 h 6383892"/>
              <a:gd name="connsiteX951" fmla="*/ 959903 w 11461244"/>
              <a:gd name="connsiteY951" fmla="*/ 4157677 h 6383892"/>
              <a:gd name="connsiteX952" fmla="*/ 962484 w 11461244"/>
              <a:gd name="connsiteY952" fmla="*/ 4164212 h 6383892"/>
              <a:gd name="connsiteX953" fmla="*/ 964022 w 11461244"/>
              <a:gd name="connsiteY953" fmla="*/ 4166908 h 6383892"/>
              <a:gd name="connsiteX954" fmla="*/ 966129 w 11461244"/>
              <a:gd name="connsiteY954" fmla="*/ 4169853 h 6383892"/>
              <a:gd name="connsiteX955" fmla="*/ 968806 w 11461244"/>
              <a:gd name="connsiteY955" fmla="*/ 4173045 h 6383892"/>
              <a:gd name="connsiteX956" fmla="*/ 972376 w 11461244"/>
              <a:gd name="connsiteY956" fmla="*/ 4177300 h 6383892"/>
              <a:gd name="connsiteX957" fmla="*/ 975945 w 11461244"/>
              <a:gd name="connsiteY957" fmla="*/ 4181556 h 6383892"/>
              <a:gd name="connsiteX958" fmla="*/ 979268 w 11461244"/>
              <a:gd name="connsiteY958" fmla="*/ 4186381 h 6383892"/>
              <a:gd name="connsiteX959" fmla="*/ 982096 w 11461244"/>
              <a:gd name="connsiteY959" fmla="*/ 4192346 h 6383892"/>
              <a:gd name="connsiteX960" fmla="*/ 984849 w 11461244"/>
              <a:gd name="connsiteY960" fmla="*/ 4196924 h 6383892"/>
              <a:gd name="connsiteX961" fmla="*/ 987677 w 11461244"/>
              <a:gd name="connsiteY961" fmla="*/ 4202888 h 6383892"/>
              <a:gd name="connsiteX962" fmla="*/ 990999 w 11461244"/>
              <a:gd name="connsiteY962" fmla="*/ 4207714 h 6383892"/>
              <a:gd name="connsiteX963" fmla="*/ 994483 w 11461244"/>
              <a:gd name="connsiteY963" fmla="*/ 4212947 h 6383892"/>
              <a:gd name="connsiteX964" fmla="*/ 998375 w 11461244"/>
              <a:gd name="connsiteY964" fmla="*/ 4218020 h 6383892"/>
              <a:gd name="connsiteX965" fmla="*/ 1004536 w 11461244"/>
              <a:gd name="connsiteY965" fmla="*/ 4226444 h 6383892"/>
              <a:gd name="connsiteX966" fmla="*/ 1010848 w 11461244"/>
              <a:gd name="connsiteY966" fmla="*/ 4237643 h 6383892"/>
              <a:gd name="connsiteX967" fmla="*/ 1016998 w 11461244"/>
              <a:gd name="connsiteY967" fmla="*/ 4248433 h 6383892"/>
              <a:gd name="connsiteX968" fmla="*/ 1023320 w 11461244"/>
              <a:gd name="connsiteY968" fmla="*/ 4257266 h 6383892"/>
              <a:gd name="connsiteX969" fmla="*/ 1029890 w 11461244"/>
              <a:gd name="connsiteY969" fmla="*/ 4265530 h 6383892"/>
              <a:gd name="connsiteX970" fmla="*/ 1034911 w 11461244"/>
              <a:gd name="connsiteY970" fmla="*/ 4273461 h 6383892"/>
              <a:gd name="connsiteX971" fmla="*/ 1038878 w 11461244"/>
              <a:gd name="connsiteY971" fmla="*/ 4279920 h 6383892"/>
              <a:gd name="connsiteX972" fmla="*/ 1042191 w 11461244"/>
              <a:gd name="connsiteY972" fmla="*/ 4287110 h 6383892"/>
              <a:gd name="connsiteX973" fmla="*/ 1045589 w 11461244"/>
              <a:gd name="connsiteY973" fmla="*/ 4293321 h 6383892"/>
              <a:gd name="connsiteX974" fmla="*/ 1048664 w 11461244"/>
              <a:gd name="connsiteY974" fmla="*/ 4298716 h 6383892"/>
              <a:gd name="connsiteX975" fmla="*/ 1052470 w 11461244"/>
              <a:gd name="connsiteY975" fmla="*/ 4304766 h 6383892"/>
              <a:gd name="connsiteX976" fmla="*/ 1057824 w 11461244"/>
              <a:gd name="connsiteY976" fmla="*/ 4311149 h 6383892"/>
              <a:gd name="connsiteX977" fmla="*/ 1062039 w 11461244"/>
              <a:gd name="connsiteY977" fmla="*/ 4317039 h 6383892"/>
              <a:gd name="connsiteX978" fmla="*/ 1066007 w 11461244"/>
              <a:gd name="connsiteY978" fmla="*/ 4323498 h 6383892"/>
              <a:gd name="connsiteX979" fmla="*/ 1069320 w 11461244"/>
              <a:gd name="connsiteY979" fmla="*/ 4330688 h 6383892"/>
              <a:gd name="connsiteX980" fmla="*/ 1073201 w 11461244"/>
              <a:gd name="connsiteY980" fmla="*/ 4338125 h 6383892"/>
              <a:gd name="connsiteX981" fmla="*/ 1076674 w 11461244"/>
              <a:gd name="connsiteY981" fmla="*/ 4345722 h 6383892"/>
              <a:gd name="connsiteX982" fmla="*/ 1080718 w 11461244"/>
              <a:gd name="connsiteY982" fmla="*/ 4353568 h 6383892"/>
              <a:gd name="connsiteX983" fmla="*/ 1084278 w 11461244"/>
              <a:gd name="connsiteY983" fmla="*/ 4360187 h 6383892"/>
              <a:gd name="connsiteX984" fmla="*/ 1089223 w 11461244"/>
              <a:gd name="connsiteY984" fmla="*/ 4366732 h 6383892"/>
              <a:gd name="connsiteX985" fmla="*/ 1094653 w 11461244"/>
              <a:gd name="connsiteY985" fmla="*/ 4374501 h 6383892"/>
              <a:gd name="connsiteX986" fmla="*/ 1098943 w 11461244"/>
              <a:gd name="connsiteY986" fmla="*/ 4381777 h 6383892"/>
              <a:gd name="connsiteX987" fmla="*/ 1102417 w 11461244"/>
              <a:gd name="connsiteY987" fmla="*/ 4389375 h 6383892"/>
              <a:gd name="connsiteX988" fmla="*/ 1105159 w 11461244"/>
              <a:gd name="connsiteY988" fmla="*/ 4396318 h 6383892"/>
              <a:gd name="connsiteX989" fmla="*/ 1111128 w 11461244"/>
              <a:gd name="connsiteY989" fmla="*/ 4411429 h 6383892"/>
              <a:gd name="connsiteX990" fmla="*/ 1120106 w 11461244"/>
              <a:gd name="connsiteY990" fmla="*/ 4428183 h 6383892"/>
              <a:gd name="connsiteX991" fmla="*/ 1124311 w 11461244"/>
              <a:gd name="connsiteY991" fmla="*/ 4436436 h 6383892"/>
              <a:gd name="connsiteX992" fmla="*/ 1129418 w 11461244"/>
              <a:gd name="connsiteY992" fmla="*/ 4443389 h 6383892"/>
              <a:gd name="connsiteX993" fmla="*/ 1133956 w 11461244"/>
              <a:gd name="connsiteY993" fmla="*/ 4450095 h 6383892"/>
              <a:gd name="connsiteX994" fmla="*/ 1137440 w 11461244"/>
              <a:gd name="connsiteY994" fmla="*/ 4455329 h 6383892"/>
              <a:gd name="connsiteX995" fmla="*/ 1143665 w 11461244"/>
              <a:gd name="connsiteY995" fmla="*/ 4467506 h 6383892"/>
              <a:gd name="connsiteX996" fmla="*/ 1148913 w 11461244"/>
              <a:gd name="connsiteY996" fmla="*/ 4479596 h 6383892"/>
              <a:gd name="connsiteX997" fmla="*/ 1154484 w 11461244"/>
              <a:gd name="connsiteY997" fmla="*/ 4492503 h 6383892"/>
              <a:gd name="connsiteX998" fmla="*/ 1159485 w 11461244"/>
              <a:gd name="connsiteY998" fmla="*/ 4505164 h 6383892"/>
              <a:gd name="connsiteX999" fmla="*/ 1164239 w 11461244"/>
              <a:gd name="connsiteY999" fmla="*/ 4518394 h 6383892"/>
              <a:gd name="connsiteX1000" fmla="*/ 1169810 w 11461244"/>
              <a:gd name="connsiteY1000" fmla="*/ 4531301 h 6383892"/>
              <a:gd name="connsiteX1001" fmla="*/ 1175467 w 11461244"/>
              <a:gd name="connsiteY1001" fmla="*/ 4543230 h 6383892"/>
              <a:gd name="connsiteX1002" fmla="*/ 1181531 w 11461244"/>
              <a:gd name="connsiteY1002" fmla="*/ 4554998 h 6383892"/>
              <a:gd name="connsiteX1003" fmla="*/ 1185650 w 11461244"/>
              <a:gd name="connsiteY1003" fmla="*/ 4564230 h 6383892"/>
              <a:gd name="connsiteX1004" fmla="*/ 1189124 w 11461244"/>
              <a:gd name="connsiteY1004" fmla="*/ 4571828 h 6383892"/>
              <a:gd name="connsiteX1005" fmla="*/ 1192189 w 11461244"/>
              <a:gd name="connsiteY1005" fmla="*/ 4579588 h 6383892"/>
              <a:gd name="connsiteX1006" fmla="*/ 1195899 w 11461244"/>
              <a:gd name="connsiteY1006" fmla="*/ 4588981 h 6383892"/>
              <a:gd name="connsiteX1007" fmla="*/ 1198158 w 11461244"/>
              <a:gd name="connsiteY1007" fmla="*/ 4594699 h 6383892"/>
              <a:gd name="connsiteX1008" fmla="*/ 1200749 w 11461244"/>
              <a:gd name="connsiteY1008" fmla="*/ 4598868 h 6383892"/>
              <a:gd name="connsiteX1009" fmla="*/ 1203265 w 11461244"/>
              <a:gd name="connsiteY1009" fmla="*/ 4601651 h 6383892"/>
              <a:gd name="connsiteX1010" fmla="*/ 1204803 w 11461244"/>
              <a:gd name="connsiteY1010" fmla="*/ 4604348 h 6383892"/>
              <a:gd name="connsiteX1011" fmla="*/ 1206673 w 11461244"/>
              <a:gd name="connsiteY1011" fmla="*/ 4605499 h 6383892"/>
              <a:gd name="connsiteX1012" fmla="*/ 1207888 w 11461244"/>
              <a:gd name="connsiteY1012" fmla="*/ 4607379 h 6383892"/>
              <a:gd name="connsiteX1013" fmla="*/ 1209995 w 11461244"/>
              <a:gd name="connsiteY1013" fmla="*/ 4610324 h 6383892"/>
              <a:gd name="connsiteX1014" fmla="*/ 1211608 w 11461244"/>
              <a:gd name="connsiteY1014" fmla="*/ 4614407 h 6383892"/>
              <a:gd name="connsiteX1015" fmla="*/ 1269684 w 11461244"/>
              <a:gd name="connsiteY1015" fmla="*/ 4761430 h 6383892"/>
              <a:gd name="connsiteX1016" fmla="*/ 1271449 w 11461244"/>
              <a:gd name="connsiteY1016" fmla="*/ 4768287 h 6383892"/>
              <a:gd name="connsiteX1017" fmla="*/ 1272150 w 11461244"/>
              <a:gd name="connsiteY1017" fmla="*/ 4776036 h 6383892"/>
              <a:gd name="connsiteX1018" fmla="*/ 1273011 w 11461244"/>
              <a:gd name="connsiteY1018" fmla="*/ 4784194 h 6383892"/>
              <a:gd name="connsiteX1019" fmla="*/ 1274282 w 11461244"/>
              <a:gd name="connsiteY1019" fmla="*/ 4792191 h 6383892"/>
              <a:gd name="connsiteX1020" fmla="*/ 1276121 w 11461244"/>
              <a:gd name="connsiteY1020" fmla="*/ 4800434 h 6383892"/>
              <a:gd name="connsiteX1021" fmla="*/ 1278778 w 11461244"/>
              <a:gd name="connsiteY1021" fmla="*/ 4808354 h 6383892"/>
              <a:gd name="connsiteX1022" fmla="*/ 1281273 w 11461244"/>
              <a:gd name="connsiteY1022" fmla="*/ 4815867 h 6383892"/>
              <a:gd name="connsiteX1023" fmla="*/ 1283038 w 11461244"/>
              <a:gd name="connsiteY1023" fmla="*/ 4822724 h 6383892"/>
              <a:gd name="connsiteX1024" fmla="*/ 1287697 w 11461244"/>
              <a:gd name="connsiteY1024" fmla="*/ 4839297 h 6383892"/>
              <a:gd name="connsiteX1025" fmla="*/ 1290408 w 11461244"/>
              <a:gd name="connsiteY1025" fmla="*/ 4853333 h 6383892"/>
              <a:gd name="connsiteX1026" fmla="*/ 1291764 w 11461244"/>
              <a:gd name="connsiteY1026" fmla="*/ 4860352 h 6383892"/>
              <a:gd name="connsiteX1027" fmla="*/ 1293937 w 11461244"/>
              <a:gd name="connsiteY1027" fmla="*/ 4867047 h 6383892"/>
              <a:gd name="connsiteX1028" fmla="*/ 1295938 w 11461244"/>
              <a:gd name="connsiteY1028" fmla="*/ 4875700 h 6383892"/>
              <a:gd name="connsiteX1029" fmla="*/ 1299401 w 11461244"/>
              <a:gd name="connsiteY1029" fmla="*/ 4885662 h 6383892"/>
              <a:gd name="connsiteX1030" fmla="*/ 1301166 w 11461244"/>
              <a:gd name="connsiteY1030" fmla="*/ 4892519 h 6383892"/>
              <a:gd name="connsiteX1031" fmla="*/ 1303339 w 11461244"/>
              <a:gd name="connsiteY1031" fmla="*/ 4899215 h 6383892"/>
              <a:gd name="connsiteX1032" fmla="*/ 1304285 w 11461244"/>
              <a:gd name="connsiteY1032" fmla="*/ 4906394 h 6383892"/>
              <a:gd name="connsiteX1033" fmla="*/ 1305642 w 11461244"/>
              <a:gd name="connsiteY1033" fmla="*/ 4913413 h 6383892"/>
              <a:gd name="connsiteX1034" fmla="*/ 1306751 w 11461244"/>
              <a:gd name="connsiteY1034" fmla="*/ 4921001 h 6383892"/>
              <a:gd name="connsiteX1035" fmla="*/ 1308021 w 11461244"/>
              <a:gd name="connsiteY1035" fmla="*/ 4928997 h 6383892"/>
              <a:gd name="connsiteX1036" fmla="*/ 1309861 w 11461244"/>
              <a:gd name="connsiteY1036" fmla="*/ 4937240 h 6383892"/>
              <a:gd name="connsiteX1037" fmla="*/ 1312024 w 11461244"/>
              <a:gd name="connsiteY1037" fmla="*/ 4946301 h 6383892"/>
              <a:gd name="connsiteX1038" fmla="*/ 1313863 w 11461244"/>
              <a:gd name="connsiteY1038" fmla="*/ 4954545 h 6383892"/>
              <a:gd name="connsiteX1039" fmla="*/ 1314489 w 11461244"/>
              <a:gd name="connsiteY1039" fmla="*/ 4960907 h 6383892"/>
              <a:gd name="connsiteX1040" fmla="*/ 1314952 w 11461244"/>
              <a:gd name="connsiteY1040" fmla="*/ 4966861 h 6383892"/>
              <a:gd name="connsiteX1041" fmla="*/ 1315491 w 11461244"/>
              <a:gd name="connsiteY1041" fmla="*/ 4974202 h 6383892"/>
              <a:gd name="connsiteX1042" fmla="*/ 1317579 w 11461244"/>
              <a:gd name="connsiteY1042" fmla="*/ 4981876 h 6383892"/>
              <a:gd name="connsiteX1043" fmla="*/ 1319504 w 11461244"/>
              <a:gd name="connsiteY1043" fmla="*/ 4989142 h 6383892"/>
              <a:gd name="connsiteX1044" fmla="*/ 1321676 w 11461244"/>
              <a:gd name="connsiteY1044" fmla="*/ 4995837 h 6383892"/>
              <a:gd name="connsiteX1045" fmla="*/ 1324086 w 11461244"/>
              <a:gd name="connsiteY1045" fmla="*/ 5004328 h 6383892"/>
              <a:gd name="connsiteX1046" fmla="*/ 1325614 w 11461244"/>
              <a:gd name="connsiteY1046" fmla="*/ 5009390 h 6383892"/>
              <a:gd name="connsiteX1047" fmla="*/ 1325679 w 11461244"/>
              <a:gd name="connsiteY1047" fmla="*/ 5013141 h 6383892"/>
              <a:gd name="connsiteX1048" fmla="*/ 1326400 w 11461244"/>
              <a:gd name="connsiteY1048" fmla="*/ 5016161 h 6383892"/>
              <a:gd name="connsiteX1049" fmla="*/ 1326142 w 11461244"/>
              <a:gd name="connsiteY1049" fmla="*/ 5019096 h 6383892"/>
              <a:gd name="connsiteX1050" fmla="*/ 1326047 w 11461244"/>
              <a:gd name="connsiteY1050" fmla="*/ 5022439 h 6383892"/>
              <a:gd name="connsiteX1051" fmla="*/ 1325790 w 11461244"/>
              <a:gd name="connsiteY1051" fmla="*/ 5025372 h 6383892"/>
              <a:gd name="connsiteX1052" fmla="*/ 1326995 w 11461244"/>
              <a:gd name="connsiteY1052" fmla="*/ 5029618 h 6383892"/>
              <a:gd name="connsiteX1053" fmla="*/ 1327543 w 11461244"/>
              <a:gd name="connsiteY1053" fmla="*/ 5034594 h 6383892"/>
              <a:gd name="connsiteX1054" fmla="*/ 1330523 w 11461244"/>
              <a:gd name="connsiteY1054" fmla="*/ 5043331 h 6383892"/>
              <a:gd name="connsiteX1055" fmla="*/ 1331234 w 11461244"/>
              <a:gd name="connsiteY1055" fmla="*/ 5048717 h 6383892"/>
              <a:gd name="connsiteX1056" fmla="*/ 1332429 w 11461244"/>
              <a:gd name="connsiteY1056" fmla="*/ 5055326 h 6383892"/>
              <a:gd name="connsiteX1057" fmla="*/ 1332559 w 11461244"/>
              <a:gd name="connsiteY1057" fmla="*/ 5062829 h 6383892"/>
              <a:gd name="connsiteX1058" fmla="*/ 1332615 w 11461244"/>
              <a:gd name="connsiteY1058" fmla="*/ 5068944 h 6383892"/>
              <a:gd name="connsiteX1059" fmla="*/ 1333088 w 11461244"/>
              <a:gd name="connsiteY1059" fmla="*/ 5072534 h 6383892"/>
              <a:gd name="connsiteX1060" fmla="*/ 1333648 w 11461244"/>
              <a:gd name="connsiteY1060" fmla="*/ 5075146 h 6383892"/>
              <a:gd name="connsiteX1061" fmla="*/ 1334207 w 11461244"/>
              <a:gd name="connsiteY1061" fmla="*/ 5077757 h 6383892"/>
              <a:gd name="connsiteX1062" fmla="*/ 1336305 w 11461244"/>
              <a:gd name="connsiteY1062" fmla="*/ 5083067 h 6383892"/>
              <a:gd name="connsiteX1063" fmla="*/ 1338468 w 11461244"/>
              <a:gd name="connsiteY1063" fmla="*/ 5092127 h 6383892"/>
              <a:gd name="connsiteX1064" fmla="*/ 1339737 w 11461244"/>
              <a:gd name="connsiteY1064" fmla="*/ 5100124 h 6383892"/>
              <a:gd name="connsiteX1065" fmla="*/ 1339062 w 11461244"/>
              <a:gd name="connsiteY1065" fmla="*/ 5105584 h 6383892"/>
              <a:gd name="connsiteX1066" fmla="*/ 1338643 w 11461244"/>
              <a:gd name="connsiteY1066" fmla="*/ 5108109 h 6383892"/>
              <a:gd name="connsiteX1067" fmla="*/ 1338386 w 11461244"/>
              <a:gd name="connsiteY1067" fmla="*/ 5111044 h 6383892"/>
              <a:gd name="connsiteX1068" fmla="*/ 1338451 w 11461244"/>
              <a:gd name="connsiteY1068" fmla="*/ 5114795 h 6383892"/>
              <a:gd name="connsiteX1069" fmla="*/ 1339656 w 11461244"/>
              <a:gd name="connsiteY1069" fmla="*/ 5119040 h 6383892"/>
              <a:gd name="connsiteX1070" fmla="*/ 1342474 w 11461244"/>
              <a:gd name="connsiteY1070" fmla="*/ 5127370 h 6383892"/>
              <a:gd name="connsiteX1071" fmla="*/ 1344636 w 11461244"/>
              <a:gd name="connsiteY1071" fmla="*/ 5136430 h 6383892"/>
              <a:gd name="connsiteX1072" fmla="*/ 1344768 w 11461244"/>
              <a:gd name="connsiteY1072" fmla="*/ 5143932 h 6383892"/>
              <a:gd name="connsiteX1073" fmla="*/ 1344500 w 11461244"/>
              <a:gd name="connsiteY1073" fmla="*/ 5149231 h 6383892"/>
              <a:gd name="connsiteX1074" fmla="*/ 1344933 w 11461244"/>
              <a:gd name="connsiteY1074" fmla="*/ 5162280 h 6383892"/>
              <a:gd name="connsiteX1075" fmla="*/ 1346581 w 11461244"/>
              <a:gd name="connsiteY1075" fmla="*/ 5177208 h 6383892"/>
              <a:gd name="connsiteX1076" fmla="*/ 1347659 w 11461244"/>
              <a:gd name="connsiteY1076" fmla="*/ 5191891 h 6383892"/>
              <a:gd name="connsiteX1077" fmla="*/ 1347856 w 11461244"/>
              <a:gd name="connsiteY1077" fmla="*/ 5203144 h 6383892"/>
              <a:gd name="connsiteX1078" fmla="*/ 1347826 w 11461244"/>
              <a:gd name="connsiteY1078" fmla="*/ 5210238 h 6383892"/>
              <a:gd name="connsiteX1079" fmla="*/ 1348450 w 11461244"/>
              <a:gd name="connsiteY1079" fmla="*/ 5216600 h 6383892"/>
              <a:gd name="connsiteX1080" fmla="*/ 1349076 w 11461244"/>
              <a:gd name="connsiteY1080" fmla="*/ 5222964 h 6383892"/>
              <a:gd name="connsiteX1081" fmla="*/ 1349614 w 11461244"/>
              <a:gd name="connsiteY1081" fmla="*/ 5230304 h 6383892"/>
              <a:gd name="connsiteX1082" fmla="*/ 1348639 w 11461244"/>
              <a:gd name="connsiteY1082" fmla="*/ 5419066 h 6383892"/>
              <a:gd name="connsiteX1083" fmla="*/ 1346666 w 11461244"/>
              <a:gd name="connsiteY1083" fmla="*/ 5441562 h 6383892"/>
              <a:gd name="connsiteX1084" fmla="*/ 1345102 w 11461244"/>
              <a:gd name="connsiteY1084" fmla="*/ 5463898 h 6383892"/>
              <a:gd name="connsiteX1085" fmla="*/ 1344109 w 11461244"/>
              <a:gd name="connsiteY1085" fmla="*/ 5486480 h 6383892"/>
              <a:gd name="connsiteX1086" fmla="*/ 1341566 w 11461244"/>
              <a:gd name="connsiteY1086" fmla="*/ 5508730 h 6383892"/>
              <a:gd name="connsiteX1087" fmla="*/ 1338005 w 11461244"/>
              <a:gd name="connsiteY1087" fmla="*/ 5540352 h 6383892"/>
              <a:gd name="connsiteX1088" fmla="*/ 1338167 w 11461244"/>
              <a:gd name="connsiteY1088" fmla="*/ 5540760 h 6383892"/>
              <a:gd name="connsiteX1089" fmla="*/ 1338081 w 11461244"/>
              <a:gd name="connsiteY1089" fmla="*/ 5541739 h 6383892"/>
              <a:gd name="connsiteX1090" fmla="*/ 1320536 w 11461244"/>
              <a:gd name="connsiteY1090" fmla="*/ 5658673 h 6383892"/>
              <a:gd name="connsiteX1091" fmla="*/ 1319623 w 11461244"/>
              <a:gd name="connsiteY1091" fmla="*/ 5662338 h 6383892"/>
              <a:gd name="connsiteX1092" fmla="*/ 1319613 w 11461244"/>
              <a:gd name="connsiteY1092" fmla="*/ 5664703 h 6383892"/>
              <a:gd name="connsiteX1093" fmla="*/ 1318957 w 11461244"/>
              <a:gd name="connsiteY1093" fmla="*/ 5665434 h 6383892"/>
              <a:gd name="connsiteX1094" fmla="*/ 1319033 w 11461244"/>
              <a:gd name="connsiteY1094" fmla="*/ 5666820 h 6383892"/>
              <a:gd name="connsiteX1095" fmla="*/ 1318540 w 11461244"/>
              <a:gd name="connsiteY1095" fmla="*/ 5667960 h 6383892"/>
              <a:gd name="connsiteX1096" fmla="*/ 1318453 w 11461244"/>
              <a:gd name="connsiteY1096" fmla="*/ 5668939 h 6383892"/>
              <a:gd name="connsiteX1097" fmla="*/ 1267098 w 11461244"/>
              <a:gd name="connsiteY1097" fmla="*/ 5892708 h 6383892"/>
              <a:gd name="connsiteX1098" fmla="*/ 1267088 w 11461244"/>
              <a:gd name="connsiteY1098" fmla="*/ 5895073 h 6383892"/>
              <a:gd name="connsiteX1099" fmla="*/ 1265767 w 11461244"/>
              <a:gd name="connsiteY1099" fmla="*/ 5898900 h 6383892"/>
              <a:gd name="connsiteX1100" fmla="*/ 1249937 w 11461244"/>
              <a:gd name="connsiteY1100" fmla="*/ 5958029 h 6383892"/>
              <a:gd name="connsiteX1101" fmla="*/ 1248854 w 11461244"/>
              <a:gd name="connsiteY1101" fmla="*/ 5963651 h 6383892"/>
              <a:gd name="connsiteX1102" fmla="*/ 1247361 w 11461244"/>
              <a:gd name="connsiteY1102" fmla="*/ 5969434 h 6383892"/>
              <a:gd name="connsiteX1103" fmla="*/ 1245717 w 11461244"/>
              <a:gd name="connsiteY1103" fmla="*/ 5972444 h 6383892"/>
              <a:gd name="connsiteX1104" fmla="*/ 1245299 w 11461244"/>
              <a:gd name="connsiteY1104" fmla="*/ 5974970 h 6383892"/>
              <a:gd name="connsiteX1105" fmla="*/ 1245052 w 11461244"/>
              <a:gd name="connsiteY1105" fmla="*/ 5975540 h 6383892"/>
              <a:gd name="connsiteX1106" fmla="*/ 1244558 w 11461244"/>
              <a:gd name="connsiteY1106" fmla="*/ 5976679 h 6383892"/>
              <a:gd name="connsiteX1107" fmla="*/ 1244310 w 11461244"/>
              <a:gd name="connsiteY1107" fmla="*/ 5977249 h 6383892"/>
              <a:gd name="connsiteX1108" fmla="*/ 1243816 w 11461244"/>
              <a:gd name="connsiteY1108" fmla="*/ 5978388 h 6383892"/>
              <a:gd name="connsiteX1109" fmla="*/ 1243730 w 11461244"/>
              <a:gd name="connsiteY1109" fmla="*/ 5979366 h 6383892"/>
              <a:gd name="connsiteX1110" fmla="*/ 1243483 w 11461244"/>
              <a:gd name="connsiteY1110" fmla="*/ 5979936 h 6383892"/>
              <a:gd name="connsiteX1111" fmla="*/ 1132602 w 11461244"/>
              <a:gd name="connsiteY1111" fmla="*/ 6280098 h 6383892"/>
              <a:gd name="connsiteX1112" fmla="*/ 1132355 w 11461244"/>
              <a:gd name="connsiteY1112" fmla="*/ 6280667 h 6383892"/>
              <a:gd name="connsiteX1113" fmla="*/ 1131451 w 11461244"/>
              <a:gd name="connsiteY1113" fmla="*/ 6281968 h 6383892"/>
              <a:gd name="connsiteX1114" fmla="*/ 1131204 w 11461244"/>
              <a:gd name="connsiteY1114" fmla="*/ 6282538 h 6383892"/>
              <a:gd name="connsiteX1115" fmla="*/ 1130710 w 11461244"/>
              <a:gd name="connsiteY1115" fmla="*/ 6283677 h 6383892"/>
              <a:gd name="connsiteX1116" fmla="*/ 1129056 w 11461244"/>
              <a:gd name="connsiteY1116" fmla="*/ 6289051 h 6383892"/>
              <a:gd name="connsiteX1117" fmla="*/ 1126424 w 11461244"/>
              <a:gd name="connsiteY1117" fmla="*/ 6294340 h 6383892"/>
              <a:gd name="connsiteX1118" fmla="*/ 1125103 w 11461244"/>
              <a:gd name="connsiteY1118" fmla="*/ 6298167 h 6383892"/>
              <a:gd name="connsiteX1119" fmla="*/ 1123213 w 11461244"/>
              <a:gd name="connsiteY1119" fmla="*/ 6301747 h 6383892"/>
              <a:gd name="connsiteX1120" fmla="*/ 1117273 w 11461244"/>
              <a:gd name="connsiteY1120" fmla="*/ 6317785 h 6383892"/>
              <a:gd name="connsiteX1121" fmla="*/ 1116617 w 11461244"/>
              <a:gd name="connsiteY1121" fmla="*/ 6318516 h 6383892"/>
              <a:gd name="connsiteX1122" fmla="*/ 1116532 w 11461244"/>
              <a:gd name="connsiteY1122" fmla="*/ 6319494 h 6383892"/>
              <a:gd name="connsiteX1123" fmla="*/ 1114641 w 11461244"/>
              <a:gd name="connsiteY1123" fmla="*/ 6323074 h 6383892"/>
              <a:gd name="connsiteX1124" fmla="*/ 1113405 w 11461244"/>
              <a:gd name="connsiteY1124" fmla="*/ 6325922 h 6383892"/>
              <a:gd name="connsiteX1125" fmla="*/ 1112578 w 11461244"/>
              <a:gd name="connsiteY1125" fmla="*/ 6328610 h 6383892"/>
              <a:gd name="connsiteX1126" fmla="*/ 1095948 w 11461244"/>
              <a:gd name="connsiteY1126" fmla="*/ 6365394 h 6383892"/>
              <a:gd name="connsiteX1127" fmla="*/ 1094799 w 11461244"/>
              <a:gd name="connsiteY1127" fmla="*/ 6367265 h 6383892"/>
              <a:gd name="connsiteX1128" fmla="*/ 1094058 w 11461244"/>
              <a:gd name="connsiteY1128" fmla="*/ 6368974 h 6383892"/>
              <a:gd name="connsiteX1129" fmla="*/ 1093972 w 11461244"/>
              <a:gd name="connsiteY1129" fmla="*/ 6369952 h 6383892"/>
              <a:gd name="connsiteX1130" fmla="*/ 1093478 w 11461244"/>
              <a:gd name="connsiteY1130" fmla="*/ 6371091 h 6383892"/>
              <a:gd name="connsiteX1131" fmla="*/ 1091501 w 11461244"/>
              <a:gd name="connsiteY1131" fmla="*/ 6375649 h 6383892"/>
              <a:gd name="connsiteX1132" fmla="*/ 1090684 w 11461244"/>
              <a:gd name="connsiteY1132" fmla="*/ 6375971 h 6383892"/>
              <a:gd name="connsiteX1133" fmla="*/ 1090922 w 11461244"/>
              <a:gd name="connsiteY1133" fmla="*/ 6377767 h 6383892"/>
              <a:gd name="connsiteX1134" fmla="*/ 1093341 w 11461244"/>
              <a:gd name="connsiteY1134" fmla="*/ 6383892 h 6383892"/>
              <a:gd name="connsiteX1135" fmla="*/ 1106001 w 11461244"/>
              <a:gd name="connsiteY1135" fmla="*/ 6378891 h 6383892"/>
              <a:gd name="connsiteX1136" fmla="*/ 1120049 w 11461244"/>
              <a:gd name="connsiteY1136" fmla="*/ 6373815 h 6383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</a:cxnLst>
            <a:rect l="l" t="t" r="r" b="b"/>
            <a:pathLst>
              <a:path w="11461244" h="6383892">
                <a:moveTo>
                  <a:pt x="1135073" y="6368823"/>
                </a:moveTo>
                <a:lnTo>
                  <a:pt x="1150592" y="6362693"/>
                </a:lnTo>
                <a:lnTo>
                  <a:pt x="1166111" y="6356563"/>
                </a:lnTo>
                <a:lnTo>
                  <a:pt x="1180405" y="6350917"/>
                </a:lnTo>
                <a:lnTo>
                  <a:pt x="1193559" y="6344777"/>
                </a:lnTo>
                <a:lnTo>
                  <a:pt x="1204510" y="6339035"/>
                </a:lnTo>
                <a:lnTo>
                  <a:pt x="1216365" y="6331991"/>
                </a:lnTo>
                <a:lnTo>
                  <a:pt x="1228949" y="6325604"/>
                </a:lnTo>
                <a:lnTo>
                  <a:pt x="1241942" y="6319056"/>
                </a:lnTo>
                <a:lnTo>
                  <a:pt x="1254119" y="6312829"/>
                </a:lnTo>
                <a:lnTo>
                  <a:pt x="1266703" y="6306441"/>
                </a:lnTo>
                <a:lnTo>
                  <a:pt x="1278718" y="6299807"/>
                </a:lnTo>
                <a:lnTo>
                  <a:pt x="1289916" y="6293495"/>
                </a:lnTo>
                <a:lnTo>
                  <a:pt x="1301039" y="6285797"/>
                </a:lnTo>
                <a:lnTo>
                  <a:pt x="1311506" y="6278829"/>
                </a:lnTo>
                <a:lnTo>
                  <a:pt x="1322628" y="6271131"/>
                </a:lnTo>
                <a:lnTo>
                  <a:pt x="1333418" y="6264980"/>
                </a:lnTo>
                <a:lnTo>
                  <a:pt x="1344133" y="6257443"/>
                </a:lnTo>
                <a:lnTo>
                  <a:pt x="1355578" y="6250562"/>
                </a:lnTo>
                <a:lnTo>
                  <a:pt x="1366453" y="6243433"/>
                </a:lnTo>
                <a:lnTo>
                  <a:pt x="1377329" y="6236304"/>
                </a:lnTo>
                <a:lnTo>
                  <a:pt x="1387882" y="6228359"/>
                </a:lnTo>
                <a:lnTo>
                  <a:pt x="1507983" y="6135594"/>
                </a:lnTo>
                <a:lnTo>
                  <a:pt x="1516171" y="6127638"/>
                </a:lnTo>
                <a:lnTo>
                  <a:pt x="1524198" y="6119273"/>
                </a:lnTo>
                <a:lnTo>
                  <a:pt x="1532224" y="6110909"/>
                </a:lnTo>
                <a:lnTo>
                  <a:pt x="1540499" y="6101976"/>
                </a:lnTo>
                <a:lnTo>
                  <a:pt x="1617284" y="6013101"/>
                </a:lnTo>
                <a:lnTo>
                  <a:pt x="1620647" y="6008468"/>
                </a:lnTo>
                <a:lnTo>
                  <a:pt x="1624989" y="6003920"/>
                </a:lnTo>
                <a:lnTo>
                  <a:pt x="1627374" y="5999201"/>
                </a:lnTo>
                <a:lnTo>
                  <a:pt x="1630984" y="5993998"/>
                </a:lnTo>
                <a:lnTo>
                  <a:pt x="1676893" y="5917792"/>
                </a:lnTo>
                <a:lnTo>
                  <a:pt x="1679687" y="5912912"/>
                </a:lnTo>
                <a:lnTo>
                  <a:pt x="1683297" y="5907709"/>
                </a:lnTo>
                <a:lnTo>
                  <a:pt x="1753752" y="5774124"/>
                </a:lnTo>
                <a:lnTo>
                  <a:pt x="1754245" y="5772984"/>
                </a:lnTo>
                <a:lnTo>
                  <a:pt x="1754331" y="5772006"/>
                </a:lnTo>
                <a:lnTo>
                  <a:pt x="1820512" y="5608476"/>
                </a:lnTo>
                <a:lnTo>
                  <a:pt x="1822736" y="5603349"/>
                </a:lnTo>
                <a:lnTo>
                  <a:pt x="1824229" y="5597566"/>
                </a:lnTo>
                <a:lnTo>
                  <a:pt x="1843420" y="5533803"/>
                </a:lnTo>
                <a:lnTo>
                  <a:pt x="1846052" y="5528514"/>
                </a:lnTo>
                <a:lnTo>
                  <a:pt x="1847791" y="5522161"/>
                </a:lnTo>
                <a:lnTo>
                  <a:pt x="1867563" y="5456281"/>
                </a:lnTo>
                <a:lnTo>
                  <a:pt x="1871118" y="5444961"/>
                </a:lnTo>
                <a:lnTo>
                  <a:pt x="1874996" y="5434460"/>
                </a:lnTo>
                <a:lnTo>
                  <a:pt x="1881536" y="5411575"/>
                </a:lnTo>
                <a:lnTo>
                  <a:pt x="1882772" y="5408727"/>
                </a:lnTo>
                <a:lnTo>
                  <a:pt x="1883599" y="5406039"/>
                </a:lnTo>
                <a:lnTo>
                  <a:pt x="1884340" y="5404330"/>
                </a:lnTo>
                <a:lnTo>
                  <a:pt x="1884350" y="5401965"/>
                </a:lnTo>
                <a:lnTo>
                  <a:pt x="1885005" y="5401234"/>
                </a:lnTo>
                <a:lnTo>
                  <a:pt x="1885091" y="5400256"/>
                </a:lnTo>
                <a:lnTo>
                  <a:pt x="1926073" y="5256595"/>
                </a:lnTo>
                <a:lnTo>
                  <a:pt x="1926576" y="5253091"/>
                </a:lnTo>
                <a:lnTo>
                  <a:pt x="1927651" y="5249835"/>
                </a:lnTo>
                <a:lnTo>
                  <a:pt x="1927994" y="5245922"/>
                </a:lnTo>
                <a:lnTo>
                  <a:pt x="1928734" y="5244212"/>
                </a:lnTo>
                <a:lnTo>
                  <a:pt x="1929067" y="5242665"/>
                </a:lnTo>
                <a:lnTo>
                  <a:pt x="1930389" y="5238838"/>
                </a:lnTo>
                <a:lnTo>
                  <a:pt x="1966126" y="5101026"/>
                </a:lnTo>
                <a:lnTo>
                  <a:pt x="1968027" y="5095082"/>
                </a:lnTo>
                <a:lnTo>
                  <a:pt x="1969358" y="5088890"/>
                </a:lnTo>
                <a:lnTo>
                  <a:pt x="1976231" y="5064458"/>
                </a:lnTo>
                <a:lnTo>
                  <a:pt x="1983029" y="5038639"/>
                </a:lnTo>
                <a:lnTo>
                  <a:pt x="1986508" y="5025934"/>
                </a:lnTo>
                <a:lnTo>
                  <a:pt x="1989988" y="5013228"/>
                </a:lnTo>
                <a:lnTo>
                  <a:pt x="1993629" y="5000932"/>
                </a:lnTo>
                <a:lnTo>
                  <a:pt x="1998247" y="4988720"/>
                </a:lnTo>
                <a:lnTo>
                  <a:pt x="2029278" y="4902339"/>
                </a:lnTo>
                <a:lnTo>
                  <a:pt x="2030932" y="4896965"/>
                </a:lnTo>
                <a:lnTo>
                  <a:pt x="2033564" y="4891676"/>
                </a:lnTo>
                <a:lnTo>
                  <a:pt x="2034058" y="4890537"/>
                </a:lnTo>
                <a:lnTo>
                  <a:pt x="2034305" y="4889967"/>
                </a:lnTo>
                <a:lnTo>
                  <a:pt x="2039590" y="4874660"/>
                </a:lnTo>
                <a:lnTo>
                  <a:pt x="2040578" y="4872382"/>
                </a:lnTo>
                <a:lnTo>
                  <a:pt x="2041404" y="4869694"/>
                </a:lnTo>
                <a:lnTo>
                  <a:pt x="2069859" y="4794718"/>
                </a:lnTo>
                <a:lnTo>
                  <a:pt x="2073243" y="4785355"/>
                </a:lnTo>
                <a:lnTo>
                  <a:pt x="2077614" y="4773714"/>
                </a:lnTo>
                <a:lnTo>
                  <a:pt x="2082309" y="4762889"/>
                </a:lnTo>
                <a:lnTo>
                  <a:pt x="2086670" y="4753612"/>
                </a:lnTo>
                <a:lnTo>
                  <a:pt x="2091526" y="4743197"/>
                </a:lnTo>
                <a:lnTo>
                  <a:pt x="2096220" y="4732372"/>
                </a:lnTo>
                <a:lnTo>
                  <a:pt x="2105770" y="4711131"/>
                </a:lnTo>
                <a:lnTo>
                  <a:pt x="2110787" y="4701123"/>
                </a:lnTo>
                <a:lnTo>
                  <a:pt x="2115234" y="4690868"/>
                </a:lnTo>
                <a:lnTo>
                  <a:pt x="2120821" y="4681108"/>
                </a:lnTo>
                <a:lnTo>
                  <a:pt x="2126322" y="4672325"/>
                </a:lnTo>
                <a:lnTo>
                  <a:pt x="2194997" y="4554550"/>
                </a:lnTo>
                <a:lnTo>
                  <a:pt x="2198199" y="4549508"/>
                </a:lnTo>
                <a:lnTo>
                  <a:pt x="2201562" y="4544875"/>
                </a:lnTo>
                <a:lnTo>
                  <a:pt x="2217228" y="4523579"/>
                </a:lnTo>
                <a:lnTo>
                  <a:pt x="2232808" y="4503261"/>
                </a:lnTo>
                <a:lnTo>
                  <a:pt x="2240845" y="4492533"/>
                </a:lnTo>
                <a:lnTo>
                  <a:pt x="2248635" y="4482373"/>
                </a:lnTo>
                <a:lnTo>
                  <a:pt x="2257726" y="4473117"/>
                </a:lnTo>
                <a:lnTo>
                  <a:pt x="2266333" y="4462635"/>
                </a:lnTo>
                <a:lnTo>
                  <a:pt x="2293035" y="4434618"/>
                </a:lnTo>
                <a:lnTo>
                  <a:pt x="2312613" y="4413665"/>
                </a:lnTo>
                <a:lnTo>
                  <a:pt x="2327689" y="4396852"/>
                </a:lnTo>
                <a:lnTo>
                  <a:pt x="2340960" y="4382639"/>
                </a:lnTo>
                <a:lnTo>
                  <a:pt x="2354306" y="4369813"/>
                </a:lnTo>
                <a:lnTo>
                  <a:pt x="2370759" y="4355289"/>
                </a:lnTo>
                <a:lnTo>
                  <a:pt x="2391875" y="4337033"/>
                </a:lnTo>
                <a:lnTo>
                  <a:pt x="2421492" y="4314003"/>
                </a:lnTo>
                <a:lnTo>
                  <a:pt x="2440630" y="4300305"/>
                </a:lnTo>
                <a:lnTo>
                  <a:pt x="2465487" y="4284348"/>
                </a:lnTo>
                <a:lnTo>
                  <a:pt x="2494267" y="4266371"/>
                </a:lnTo>
                <a:lnTo>
                  <a:pt x="2525250" y="4247995"/>
                </a:lnTo>
                <a:lnTo>
                  <a:pt x="2556233" y="4229618"/>
                </a:lnTo>
                <a:lnTo>
                  <a:pt x="2585163" y="4214413"/>
                </a:lnTo>
                <a:lnTo>
                  <a:pt x="2585730" y="4214124"/>
                </a:lnTo>
                <a:lnTo>
                  <a:pt x="2583790" y="4209215"/>
                </a:lnTo>
                <a:lnTo>
                  <a:pt x="3265165" y="3930984"/>
                </a:lnTo>
                <a:cubicBezTo>
                  <a:pt x="4769273" y="3304715"/>
                  <a:pt x="6253195" y="2623027"/>
                  <a:pt x="7783555" y="2048858"/>
                </a:cubicBezTo>
                <a:lnTo>
                  <a:pt x="8391230" y="1828427"/>
                </a:lnTo>
                <a:lnTo>
                  <a:pt x="8393033" y="1832991"/>
                </a:lnTo>
                <a:lnTo>
                  <a:pt x="8430816" y="1817308"/>
                </a:lnTo>
                <a:lnTo>
                  <a:pt x="8478190" y="1798594"/>
                </a:lnTo>
                <a:lnTo>
                  <a:pt x="8521395" y="1782472"/>
                </a:lnTo>
                <a:lnTo>
                  <a:pt x="8539772" y="1775213"/>
                </a:lnTo>
                <a:lnTo>
                  <a:pt x="8556270" y="1769168"/>
                </a:lnTo>
                <a:lnTo>
                  <a:pt x="8569414" y="1765392"/>
                </a:lnTo>
                <a:lnTo>
                  <a:pt x="8578721" y="1762659"/>
                </a:lnTo>
                <a:lnTo>
                  <a:pt x="8589007" y="1760013"/>
                </a:lnTo>
                <a:lnTo>
                  <a:pt x="8600355" y="1756474"/>
                </a:lnTo>
                <a:lnTo>
                  <a:pt x="8611382" y="1752119"/>
                </a:lnTo>
                <a:lnTo>
                  <a:pt x="8622817" y="1747602"/>
                </a:lnTo>
                <a:lnTo>
                  <a:pt x="8645279" y="1738729"/>
                </a:lnTo>
                <a:lnTo>
                  <a:pt x="8666183" y="1731887"/>
                </a:lnTo>
                <a:lnTo>
                  <a:pt x="8717697" y="1717677"/>
                </a:lnTo>
                <a:lnTo>
                  <a:pt x="8761127" y="1705715"/>
                </a:lnTo>
                <a:lnTo>
                  <a:pt x="8798356" y="1694786"/>
                </a:lnTo>
                <a:lnTo>
                  <a:pt x="8833135" y="1684823"/>
                </a:lnTo>
                <a:lnTo>
                  <a:pt x="8868645" y="1675518"/>
                </a:lnTo>
                <a:lnTo>
                  <a:pt x="8907251" y="1666878"/>
                </a:lnTo>
                <a:lnTo>
                  <a:pt x="8950748" y="1658667"/>
                </a:lnTo>
                <a:lnTo>
                  <a:pt x="9004357" y="1649764"/>
                </a:lnTo>
                <a:lnTo>
                  <a:pt x="9025004" y="1645858"/>
                </a:lnTo>
                <a:lnTo>
                  <a:pt x="9046628" y="1642037"/>
                </a:lnTo>
                <a:lnTo>
                  <a:pt x="9067845" y="1638377"/>
                </a:lnTo>
                <a:lnTo>
                  <a:pt x="9087921" y="1634224"/>
                </a:lnTo>
                <a:lnTo>
                  <a:pt x="9099186" y="1631663"/>
                </a:lnTo>
                <a:lnTo>
                  <a:pt x="9108815" y="1629748"/>
                </a:lnTo>
                <a:lnTo>
                  <a:pt x="9119262" y="1627510"/>
                </a:lnTo>
                <a:lnTo>
                  <a:pt x="9130117" y="1625110"/>
                </a:lnTo>
                <a:lnTo>
                  <a:pt x="9169529" y="1618512"/>
                </a:lnTo>
                <a:lnTo>
                  <a:pt x="9171445" y="1628142"/>
                </a:lnTo>
                <a:lnTo>
                  <a:pt x="9174501" y="1638266"/>
                </a:lnTo>
                <a:lnTo>
                  <a:pt x="9178285" y="1649046"/>
                </a:lnTo>
                <a:lnTo>
                  <a:pt x="9182233" y="1660234"/>
                </a:lnTo>
                <a:lnTo>
                  <a:pt x="9185611" y="1671175"/>
                </a:lnTo>
                <a:lnTo>
                  <a:pt x="9189235" y="1681545"/>
                </a:lnTo>
                <a:lnTo>
                  <a:pt x="9191720" y="1691423"/>
                </a:lnTo>
                <a:lnTo>
                  <a:pt x="9193313" y="1700236"/>
                </a:lnTo>
                <a:lnTo>
                  <a:pt x="9194574" y="1710597"/>
                </a:lnTo>
                <a:lnTo>
                  <a:pt x="9196736" y="1719657"/>
                </a:lnTo>
                <a:lnTo>
                  <a:pt x="9199554" y="1727987"/>
                </a:lnTo>
                <a:lnTo>
                  <a:pt x="9203824" y="1739992"/>
                </a:lnTo>
                <a:lnTo>
                  <a:pt x="9206395" y="1748891"/>
                </a:lnTo>
                <a:lnTo>
                  <a:pt x="9210665" y="1760896"/>
                </a:lnTo>
                <a:lnTo>
                  <a:pt x="9212656" y="1771912"/>
                </a:lnTo>
                <a:lnTo>
                  <a:pt x="9214410" y="1781134"/>
                </a:lnTo>
                <a:lnTo>
                  <a:pt x="9215035" y="1787496"/>
                </a:lnTo>
                <a:lnTo>
                  <a:pt x="9215746" y="1792881"/>
                </a:lnTo>
                <a:lnTo>
                  <a:pt x="9217112" y="1797534"/>
                </a:lnTo>
                <a:lnTo>
                  <a:pt x="9217747" y="1801532"/>
                </a:lnTo>
                <a:lnTo>
                  <a:pt x="9220974" y="1809700"/>
                </a:lnTo>
                <a:lnTo>
                  <a:pt x="9223213" y="1820147"/>
                </a:lnTo>
                <a:lnTo>
                  <a:pt x="9224321" y="1827736"/>
                </a:lnTo>
                <a:lnTo>
                  <a:pt x="9224365" y="1836216"/>
                </a:lnTo>
                <a:lnTo>
                  <a:pt x="9224592" y="1840375"/>
                </a:lnTo>
                <a:lnTo>
                  <a:pt x="9224980" y="1844943"/>
                </a:lnTo>
                <a:lnTo>
                  <a:pt x="9226261" y="1850575"/>
                </a:lnTo>
                <a:lnTo>
                  <a:pt x="9228025" y="1857432"/>
                </a:lnTo>
                <a:lnTo>
                  <a:pt x="9230284" y="1863150"/>
                </a:lnTo>
                <a:lnTo>
                  <a:pt x="9231897" y="1867234"/>
                </a:lnTo>
                <a:lnTo>
                  <a:pt x="9232941" y="1871071"/>
                </a:lnTo>
                <a:lnTo>
                  <a:pt x="9234135" y="1877680"/>
                </a:lnTo>
                <a:lnTo>
                  <a:pt x="9239680" y="1915620"/>
                </a:lnTo>
                <a:lnTo>
                  <a:pt x="9241918" y="1926068"/>
                </a:lnTo>
                <a:lnTo>
                  <a:pt x="9243027" y="1933655"/>
                </a:lnTo>
                <a:lnTo>
                  <a:pt x="9243072" y="1942135"/>
                </a:lnTo>
                <a:lnTo>
                  <a:pt x="9244170" y="1952089"/>
                </a:lnTo>
                <a:lnTo>
                  <a:pt x="9245440" y="1960084"/>
                </a:lnTo>
                <a:lnTo>
                  <a:pt x="9245592" y="1962858"/>
                </a:lnTo>
                <a:lnTo>
                  <a:pt x="9245582" y="1965223"/>
                </a:lnTo>
                <a:lnTo>
                  <a:pt x="9245153" y="1970113"/>
                </a:lnTo>
                <a:lnTo>
                  <a:pt x="9245778" y="1976476"/>
                </a:lnTo>
                <a:lnTo>
                  <a:pt x="9246659" y="1979905"/>
                </a:lnTo>
                <a:lnTo>
                  <a:pt x="9247134" y="1983494"/>
                </a:lnTo>
                <a:lnTo>
                  <a:pt x="9248984" y="1989372"/>
                </a:lnTo>
                <a:lnTo>
                  <a:pt x="9251061" y="1999412"/>
                </a:lnTo>
                <a:lnTo>
                  <a:pt x="9250783" y="2007075"/>
                </a:lnTo>
                <a:lnTo>
                  <a:pt x="9251075" y="2014986"/>
                </a:lnTo>
                <a:lnTo>
                  <a:pt x="9252819" y="2026572"/>
                </a:lnTo>
                <a:lnTo>
                  <a:pt x="9254584" y="2033428"/>
                </a:lnTo>
                <a:lnTo>
                  <a:pt x="9254574" y="2035793"/>
                </a:lnTo>
                <a:lnTo>
                  <a:pt x="9254155" y="2038319"/>
                </a:lnTo>
                <a:lnTo>
                  <a:pt x="9254048" y="2044027"/>
                </a:lnTo>
                <a:lnTo>
                  <a:pt x="9254986" y="2053571"/>
                </a:lnTo>
                <a:lnTo>
                  <a:pt x="9256741" y="2062792"/>
                </a:lnTo>
                <a:lnTo>
                  <a:pt x="9258010" y="2070789"/>
                </a:lnTo>
                <a:lnTo>
                  <a:pt x="9257431" y="2072906"/>
                </a:lnTo>
                <a:lnTo>
                  <a:pt x="9257012" y="2075433"/>
                </a:lnTo>
                <a:lnTo>
                  <a:pt x="9257153" y="2080570"/>
                </a:lnTo>
                <a:lnTo>
                  <a:pt x="9259230" y="2090608"/>
                </a:lnTo>
                <a:lnTo>
                  <a:pt x="9260737" y="2100400"/>
                </a:lnTo>
                <a:lnTo>
                  <a:pt x="9261523" y="2107171"/>
                </a:lnTo>
                <a:lnTo>
                  <a:pt x="9260943" y="2109289"/>
                </a:lnTo>
                <a:lnTo>
                  <a:pt x="9260116" y="2111976"/>
                </a:lnTo>
                <a:lnTo>
                  <a:pt x="9260258" y="2117113"/>
                </a:lnTo>
                <a:lnTo>
                  <a:pt x="9262335" y="2127152"/>
                </a:lnTo>
                <a:lnTo>
                  <a:pt x="9264658" y="2136621"/>
                </a:lnTo>
                <a:lnTo>
                  <a:pt x="9265122" y="2142575"/>
                </a:lnTo>
                <a:lnTo>
                  <a:pt x="9264703" y="2145101"/>
                </a:lnTo>
                <a:lnTo>
                  <a:pt x="9264446" y="2148035"/>
                </a:lnTo>
                <a:lnTo>
                  <a:pt x="9264093" y="2154313"/>
                </a:lnTo>
                <a:lnTo>
                  <a:pt x="9265847" y="2163534"/>
                </a:lnTo>
                <a:lnTo>
                  <a:pt x="9268170" y="2173003"/>
                </a:lnTo>
                <a:lnTo>
                  <a:pt x="9268226" y="2179118"/>
                </a:lnTo>
                <a:lnTo>
                  <a:pt x="9267969" y="2182053"/>
                </a:lnTo>
                <a:lnTo>
                  <a:pt x="9267550" y="2184579"/>
                </a:lnTo>
                <a:lnTo>
                  <a:pt x="9268014" y="2190533"/>
                </a:lnTo>
                <a:lnTo>
                  <a:pt x="9270337" y="2200002"/>
                </a:lnTo>
                <a:lnTo>
                  <a:pt x="9272414" y="2210041"/>
                </a:lnTo>
                <a:lnTo>
                  <a:pt x="9272480" y="2213791"/>
                </a:lnTo>
                <a:lnTo>
                  <a:pt x="9272233" y="2214361"/>
                </a:lnTo>
                <a:lnTo>
                  <a:pt x="9271481" y="2218435"/>
                </a:lnTo>
                <a:lnTo>
                  <a:pt x="9271859" y="2225367"/>
                </a:lnTo>
                <a:lnTo>
                  <a:pt x="9273300" y="2231407"/>
                </a:lnTo>
                <a:lnTo>
                  <a:pt x="9274581" y="2237040"/>
                </a:lnTo>
                <a:lnTo>
                  <a:pt x="9275121" y="2244380"/>
                </a:lnTo>
                <a:lnTo>
                  <a:pt x="9274938" y="2248701"/>
                </a:lnTo>
                <a:lnTo>
                  <a:pt x="9274112" y="2251389"/>
                </a:lnTo>
                <a:lnTo>
                  <a:pt x="9273769" y="2255301"/>
                </a:lnTo>
                <a:lnTo>
                  <a:pt x="9274641" y="2261094"/>
                </a:lnTo>
                <a:lnTo>
                  <a:pt x="9275674" y="2267295"/>
                </a:lnTo>
                <a:lnTo>
                  <a:pt x="9277288" y="2271380"/>
                </a:lnTo>
                <a:lnTo>
                  <a:pt x="9278578" y="2274646"/>
                </a:lnTo>
                <a:lnTo>
                  <a:pt x="9278225" y="2280924"/>
                </a:lnTo>
                <a:lnTo>
                  <a:pt x="9280391" y="2307923"/>
                </a:lnTo>
                <a:lnTo>
                  <a:pt x="9281758" y="2312576"/>
                </a:lnTo>
                <a:lnTo>
                  <a:pt x="9281415" y="2316489"/>
                </a:lnTo>
                <a:lnTo>
                  <a:pt x="9285501" y="2371057"/>
                </a:lnTo>
                <a:lnTo>
                  <a:pt x="9285310" y="2377743"/>
                </a:lnTo>
                <a:lnTo>
                  <a:pt x="9284644" y="2380838"/>
                </a:lnTo>
                <a:lnTo>
                  <a:pt x="9284226" y="2383364"/>
                </a:lnTo>
                <a:lnTo>
                  <a:pt x="9284206" y="2388093"/>
                </a:lnTo>
                <a:lnTo>
                  <a:pt x="9286166" y="2406204"/>
                </a:lnTo>
                <a:lnTo>
                  <a:pt x="9285167" y="2410848"/>
                </a:lnTo>
                <a:lnTo>
                  <a:pt x="9284749" y="2413373"/>
                </a:lnTo>
                <a:lnTo>
                  <a:pt x="9285061" y="2416555"/>
                </a:lnTo>
                <a:lnTo>
                  <a:pt x="9285278" y="2423079"/>
                </a:lnTo>
                <a:lnTo>
                  <a:pt x="9285353" y="2424466"/>
                </a:lnTo>
                <a:lnTo>
                  <a:pt x="9285837" y="2425690"/>
                </a:lnTo>
                <a:lnTo>
                  <a:pt x="9286159" y="2426507"/>
                </a:lnTo>
                <a:lnTo>
                  <a:pt x="9286236" y="2427894"/>
                </a:lnTo>
                <a:lnTo>
                  <a:pt x="9286264" y="2459043"/>
                </a:lnTo>
                <a:lnTo>
                  <a:pt x="9286082" y="2463363"/>
                </a:lnTo>
                <a:lnTo>
                  <a:pt x="9285579" y="2466867"/>
                </a:lnTo>
                <a:lnTo>
                  <a:pt x="9285246" y="2468414"/>
                </a:lnTo>
                <a:lnTo>
                  <a:pt x="9285569" y="2469232"/>
                </a:lnTo>
                <a:lnTo>
                  <a:pt x="9286210" y="2547350"/>
                </a:lnTo>
                <a:lnTo>
                  <a:pt x="9285716" y="2548489"/>
                </a:lnTo>
                <a:lnTo>
                  <a:pt x="9285792" y="2549876"/>
                </a:lnTo>
                <a:lnTo>
                  <a:pt x="9286354" y="2608669"/>
                </a:lnTo>
                <a:lnTo>
                  <a:pt x="9285840" y="2614538"/>
                </a:lnTo>
                <a:lnTo>
                  <a:pt x="9285411" y="2619428"/>
                </a:lnTo>
                <a:lnTo>
                  <a:pt x="9284735" y="2624889"/>
                </a:lnTo>
                <a:lnTo>
                  <a:pt x="9284866" y="2632390"/>
                </a:lnTo>
                <a:lnTo>
                  <a:pt x="9285879" y="2643321"/>
                </a:lnTo>
                <a:lnTo>
                  <a:pt x="9285259" y="2654897"/>
                </a:lnTo>
                <a:lnTo>
                  <a:pt x="9284885" y="2665904"/>
                </a:lnTo>
                <a:lnTo>
                  <a:pt x="9284673" y="2677318"/>
                </a:lnTo>
                <a:lnTo>
                  <a:pt x="9285620" y="2684498"/>
                </a:lnTo>
                <a:lnTo>
                  <a:pt x="9286321" y="2692248"/>
                </a:lnTo>
                <a:lnTo>
                  <a:pt x="9286224" y="2695590"/>
                </a:lnTo>
                <a:lnTo>
                  <a:pt x="9285484" y="2697300"/>
                </a:lnTo>
                <a:lnTo>
                  <a:pt x="9284324" y="2701535"/>
                </a:lnTo>
                <a:lnTo>
                  <a:pt x="9286295" y="2717280"/>
                </a:lnTo>
                <a:lnTo>
                  <a:pt x="9285457" y="2722332"/>
                </a:lnTo>
                <a:lnTo>
                  <a:pt x="9285201" y="2725266"/>
                </a:lnTo>
                <a:lnTo>
                  <a:pt x="9284857" y="2729179"/>
                </a:lnTo>
                <a:lnTo>
                  <a:pt x="9284666" y="2735864"/>
                </a:lnTo>
                <a:lnTo>
                  <a:pt x="9285214" y="2740841"/>
                </a:lnTo>
                <a:lnTo>
                  <a:pt x="9284872" y="2744753"/>
                </a:lnTo>
                <a:lnTo>
                  <a:pt x="9285330" y="2771011"/>
                </a:lnTo>
                <a:lnTo>
                  <a:pt x="9284150" y="2779976"/>
                </a:lnTo>
                <a:lnTo>
                  <a:pt x="9284129" y="2784705"/>
                </a:lnTo>
                <a:lnTo>
                  <a:pt x="9284774" y="2786338"/>
                </a:lnTo>
                <a:lnTo>
                  <a:pt x="9285989" y="2788219"/>
                </a:lnTo>
                <a:lnTo>
                  <a:pt x="9289322" y="2790680"/>
                </a:lnTo>
                <a:lnTo>
                  <a:pt x="9293138" y="2794366"/>
                </a:lnTo>
                <a:lnTo>
                  <a:pt x="9312973" y="2808720"/>
                </a:lnTo>
                <a:lnTo>
                  <a:pt x="9315896" y="2811342"/>
                </a:lnTo>
                <a:lnTo>
                  <a:pt x="9317606" y="2812084"/>
                </a:lnTo>
                <a:lnTo>
                  <a:pt x="9319315" y="2812824"/>
                </a:lnTo>
                <a:lnTo>
                  <a:pt x="9323464" y="2814963"/>
                </a:lnTo>
                <a:lnTo>
                  <a:pt x="9333804" y="2818431"/>
                </a:lnTo>
                <a:lnTo>
                  <a:pt x="9334944" y="2818926"/>
                </a:lnTo>
                <a:lnTo>
                  <a:pt x="9335514" y="2819173"/>
                </a:lnTo>
                <a:lnTo>
                  <a:pt x="9421763" y="2842701"/>
                </a:lnTo>
                <a:lnTo>
                  <a:pt x="9440015" y="2845879"/>
                </a:lnTo>
                <a:lnTo>
                  <a:pt x="9457536" y="2848400"/>
                </a:lnTo>
                <a:lnTo>
                  <a:pt x="9474410" y="2849288"/>
                </a:lnTo>
                <a:lnTo>
                  <a:pt x="9491779" y="2849037"/>
                </a:lnTo>
                <a:lnTo>
                  <a:pt x="9509073" y="2847399"/>
                </a:lnTo>
                <a:lnTo>
                  <a:pt x="9525549" y="2846084"/>
                </a:lnTo>
                <a:lnTo>
                  <a:pt x="9543499" y="2843714"/>
                </a:lnTo>
                <a:lnTo>
                  <a:pt x="9560223" y="2841830"/>
                </a:lnTo>
                <a:lnTo>
                  <a:pt x="9577033" y="2838967"/>
                </a:lnTo>
                <a:lnTo>
                  <a:pt x="9590661" y="2836416"/>
                </a:lnTo>
                <a:lnTo>
                  <a:pt x="9602494" y="2834102"/>
                </a:lnTo>
                <a:lnTo>
                  <a:pt x="9613596" y="2831134"/>
                </a:lnTo>
                <a:lnTo>
                  <a:pt x="9624613" y="2829142"/>
                </a:lnTo>
                <a:lnTo>
                  <a:pt x="9636123" y="2826011"/>
                </a:lnTo>
                <a:lnTo>
                  <a:pt x="9649590" y="2823053"/>
                </a:lnTo>
                <a:lnTo>
                  <a:pt x="9665099" y="2819286"/>
                </a:lnTo>
                <a:lnTo>
                  <a:pt x="9691871" y="2812960"/>
                </a:lnTo>
                <a:lnTo>
                  <a:pt x="9719708" y="2805741"/>
                </a:lnTo>
                <a:lnTo>
                  <a:pt x="9746651" y="2797460"/>
                </a:lnTo>
                <a:lnTo>
                  <a:pt x="9775230" y="2788531"/>
                </a:lnTo>
                <a:lnTo>
                  <a:pt x="9803161" y="2777970"/>
                </a:lnTo>
                <a:lnTo>
                  <a:pt x="9830523" y="2767161"/>
                </a:lnTo>
                <a:lnTo>
                  <a:pt x="9858134" y="2755782"/>
                </a:lnTo>
                <a:lnTo>
                  <a:pt x="9885829" y="2743426"/>
                </a:lnTo>
                <a:lnTo>
                  <a:pt x="9939832" y="2718789"/>
                </a:lnTo>
                <a:lnTo>
                  <a:pt x="9954535" y="2712981"/>
                </a:lnTo>
                <a:lnTo>
                  <a:pt x="9967851" y="2707249"/>
                </a:lnTo>
                <a:lnTo>
                  <a:pt x="9980189" y="2701432"/>
                </a:lnTo>
                <a:lnTo>
                  <a:pt x="9993182" y="2694883"/>
                </a:lnTo>
                <a:lnTo>
                  <a:pt x="10242285" y="2562962"/>
                </a:lnTo>
                <a:lnTo>
                  <a:pt x="10270161" y="2546286"/>
                </a:lnTo>
                <a:lnTo>
                  <a:pt x="10297876" y="2529200"/>
                </a:lnTo>
                <a:lnTo>
                  <a:pt x="10325108" y="2510889"/>
                </a:lnTo>
                <a:lnTo>
                  <a:pt x="10352341" y="2492578"/>
                </a:lnTo>
                <a:lnTo>
                  <a:pt x="10378679" y="2473203"/>
                </a:lnTo>
                <a:lnTo>
                  <a:pt x="10405589" y="2454075"/>
                </a:lnTo>
                <a:lnTo>
                  <a:pt x="10431928" y="2434701"/>
                </a:lnTo>
                <a:lnTo>
                  <a:pt x="10457944" y="2414509"/>
                </a:lnTo>
                <a:lnTo>
                  <a:pt x="10477825" y="2399103"/>
                </a:lnTo>
                <a:lnTo>
                  <a:pt x="10497298" y="2383857"/>
                </a:lnTo>
                <a:lnTo>
                  <a:pt x="10516856" y="2367633"/>
                </a:lnTo>
                <a:lnTo>
                  <a:pt x="10536574" y="2351817"/>
                </a:lnTo>
                <a:lnTo>
                  <a:pt x="10556133" y="2335593"/>
                </a:lnTo>
                <a:lnTo>
                  <a:pt x="10575122" y="2319123"/>
                </a:lnTo>
                <a:lnTo>
                  <a:pt x="10594109" y="2302652"/>
                </a:lnTo>
                <a:lnTo>
                  <a:pt x="10613098" y="2286181"/>
                </a:lnTo>
                <a:lnTo>
                  <a:pt x="10640683" y="2261593"/>
                </a:lnTo>
                <a:lnTo>
                  <a:pt x="10667451" y="2237328"/>
                </a:lnTo>
                <a:lnTo>
                  <a:pt x="10694057" y="2212653"/>
                </a:lnTo>
                <a:lnTo>
                  <a:pt x="10720911" y="2187410"/>
                </a:lnTo>
                <a:lnTo>
                  <a:pt x="10747195" y="2161920"/>
                </a:lnTo>
                <a:lnTo>
                  <a:pt x="10772910" y="2136183"/>
                </a:lnTo>
                <a:lnTo>
                  <a:pt x="10798302" y="2109628"/>
                </a:lnTo>
                <a:lnTo>
                  <a:pt x="10822963" y="2082418"/>
                </a:lnTo>
                <a:lnTo>
                  <a:pt x="10841476" y="2062357"/>
                </a:lnTo>
                <a:lnTo>
                  <a:pt x="10856885" y="2043996"/>
                </a:lnTo>
                <a:lnTo>
                  <a:pt x="10872122" y="2027590"/>
                </a:lnTo>
                <a:lnTo>
                  <a:pt x="10885974" y="2011260"/>
                </a:lnTo>
                <a:lnTo>
                  <a:pt x="10899985" y="1995339"/>
                </a:lnTo>
                <a:lnTo>
                  <a:pt x="10914491" y="1978277"/>
                </a:lnTo>
                <a:lnTo>
                  <a:pt x="10929416" y="1958690"/>
                </a:lnTo>
                <a:lnTo>
                  <a:pt x="10946715" y="1936749"/>
                </a:lnTo>
                <a:lnTo>
                  <a:pt x="10960899" y="1918871"/>
                </a:lnTo>
                <a:lnTo>
                  <a:pt x="10975652" y="1901241"/>
                </a:lnTo>
                <a:lnTo>
                  <a:pt x="10989265" y="1883116"/>
                </a:lnTo>
                <a:lnTo>
                  <a:pt x="11002965" y="1864013"/>
                </a:lnTo>
                <a:lnTo>
                  <a:pt x="11096990" y="1729142"/>
                </a:lnTo>
                <a:lnTo>
                  <a:pt x="11099784" y="1724262"/>
                </a:lnTo>
                <a:lnTo>
                  <a:pt x="11102577" y="1719382"/>
                </a:lnTo>
                <a:lnTo>
                  <a:pt x="11105780" y="1714340"/>
                </a:lnTo>
                <a:lnTo>
                  <a:pt x="11109390" y="1709137"/>
                </a:lnTo>
                <a:lnTo>
                  <a:pt x="11182470" y="1590565"/>
                </a:lnTo>
                <a:lnTo>
                  <a:pt x="11183620" y="1588695"/>
                </a:lnTo>
                <a:lnTo>
                  <a:pt x="11184362" y="1586986"/>
                </a:lnTo>
                <a:lnTo>
                  <a:pt x="11318274" y="1316441"/>
                </a:lnTo>
                <a:lnTo>
                  <a:pt x="11319509" y="1313592"/>
                </a:lnTo>
                <a:lnTo>
                  <a:pt x="11320336" y="1310905"/>
                </a:lnTo>
                <a:lnTo>
                  <a:pt x="11345623" y="1251816"/>
                </a:lnTo>
                <a:lnTo>
                  <a:pt x="11346612" y="1249537"/>
                </a:lnTo>
                <a:lnTo>
                  <a:pt x="11348416" y="1246935"/>
                </a:lnTo>
                <a:lnTo>
                  <a:pt x="11360211" y="1215837"/>
                </a:lnTo>
                <a:lnTo>
                  <a:pt x="11361199" y="1213559"/>
                </a:lnTo>
                <a:lnTo>
                  <a:pt x="11362026" y="1210872"/>
                </a:lnTo>
                <a:lnTo>
                  <a:pt x="11412598" y="1036512"/>
                </a:lnTo>
                <a:lnTo>
                  <a:pt x="11414822" y="1031384"/>
                </a:lnTo>
                <a:lnTo>
                  <a:pt x="11415582" y="1024946"/>
                </a:lnTo>
                <a:lnTo>
                  <a:pt x="11429586" y="973146"/>
                </a:lnTo>
                <a:lnTo>
                  <a:pt x="11430574" y="970868"/>
                </a:lnTo>
                <a:lnTo>
                  <a:pt x="11431079" y="967364"/>
                </a:lnTo>
                <a:lnTo>
                  <a:pt x="11435728" y="948059"/>
                </a:lnTo>
                <a:lnTo>
                  <a:pt x="11435975" y="947489"/>
                </a:lnTo>
                <a:lnTo>
                  <a:pt x="11435491" y="946264"/>
                </a:lnTo>
                <a:lnTo>
                  <a:pt x="11435986" y="945125"/>
                </a:lnTo>
                <a:lnTo>
                  <a:pt x="11436071" y="944146"/>
                </a:lnTo>
                <a:lnTo>
                  <a:pt x="11445531" y="905945"/>
                </a:lnTo>
                <a:lnTo>
                  <a:pt x="11445617" y="904967"/>
                </a:lnTo>
                <a:lnTo>
                  <a:pt x="11445949" y="903419"/>
                </a:lnTo>
                <a:lnTo>
                  <a:pt x="11455989" y="863099"/>
                </a:lnTo>
                <a:lnTo>
                  <a:pt x="11457064" y="859843"/>
                </a:lnTo>
                <a:lnTo>
                  <a:pt x="11457396" y="858294"/>
                </a:lnTo>
                <a:lnTo>
                  <a:pt x="11458299" y="856994"/>
                </a:lnTo>
                <a:lnTo>
                  <a:pt x="11461244" y="854887"/>
                </a:lnTo>
                <a:lnTo>
                  <a:pt x="11458501" y="847944"/>
                </a:lnTo>
                <a:lnTo>
                  <a:pt x="11455663" y="844344"/>
                </a:lnTo>
                <a:lnTo>
                  <a:pt x="11455093" y="844096"/>
                </a:lnTo>
                <a:lnTo>
                  <a:pt x="11452975" y="843517"/>
                </a:lnTo>
                <a:lnTo>
                  <a:pt x="11450203" y="843668"/>
                </a:lnTo>
                <a:lnTo>
                  <a:pt x="11446860" y="843572"/>
                </a:lnTo>
                <a:lnTo>
                  <a:pt x="11437563" y="843940"/>
                </a:lnTo>
                <a:lnTo>
                  <a:pt x="11428019" y="844877"/>
                </a:lnTo>
                <a:lnTo>
                  <a:pt x="11319881" y="848407"/>
                </a:lnTo>
                <a:lnTo>
                  <a:pt x="11271923" y="851299"/>
                </a:lnTo>
                <a:lnTo>
                  <a:pt x="11224610" y="855825"/>
                </a:lnTo>
                <a:lnTo>
                  <a:pt x="11176964" y="861898"/>
                </a:lnTo>
                <a:lnTo>
                  <a:pt x="11129565" y="867402"/>
                </a:lnTo>
                <a:lnTo>
                  <a:pt x="11081996" y="874863"/>
                </a:lnTo>
                <a:lnTo>
                  <a:pt x="11034748" y="883139"/>
                </a:lnTo>
                <a:lnTo>
                  <a:pt x="10987909" y="891254"/>
                </a:lnTo>
                <a:lnTo>
                  <a:pt x="10940984" y="900348"/>
                </a:lnTo>
                <a:lnTo>
                  <a:pt x="10892920" y="908948"/>
                </a:lnTo>
                <a:lnTo>
                  <a:pt x="10843792" y="918439"/>
                </a:lnTo>
                <a:lnTo>
                  <a:pt x="10795889" y="927447"/>
                </a:lnTo>
                <a:lnTo>
                  <a:pt x="10747330" y="937186"/>
                </a:lnTo>
                <a:lnTo>
                  <a:pt x="10698203" y="946678"/>
                </a:lnTo>
                <a:lnTo>
                  <a:pt x="10650622" y="956502"/>
                </a:lnTo>
                <a:lnTo>
                  <a:pt x="10601656" y="966403"/>
                </a:lnTo>
                <a:lnTo>
                  <a:pt x="10553581" y="977367"/>
                </a:lnTo>
                <a:lnTo>
                  <a:pt x="10530323" y="981833"/>
                </a:lnTo>
                <a:lnTo>
                  <a:pt x="10492534" y="990150"/>
                </a:lnTo>
                <a:lnTo>
                  <a:pt x="10444706" y="1000545"/>
                </a:lnTo>
                <a:lnTo>
                  <a:pt x="10391903" y="1011489"/>
                </a:lnTo>
                <a:lnTo>
                  <a:pt x="10340648" y="1022765"/>
                </a:lnTo>
                <a:lnTo>
                  <a:pt x="10295593" y="1033008"/>
                </a:lnTo>
                <a:lnTo>
                  <a:pt x="10260738" y="1041583"/>
                </a:lnTo>
                <a:lnTo>
                  <a:pt x="10242779" y="1046316"/>
                </a:lnTo>
                <a:lnTo>
                  <a:pt x="10245991" y="1038910"/>
                </a:lnTo>
                <a:lnTo>
                  <a:pt x="10251503" y="1027763"/>
                </a:lnTo>
                <a:lnTo>
                  <a:pt x="10259549" y="1014670"/>
                </a:lnTo>
                <a:lnTo>
                  <a:pt x="10268661" y="1000684"/>
                </a:lnTo>
                <a:lnTo>
                  <a:pt x="10287130" y="972143"/>
                </a:lnTo>
                <a:lnTo>
                  <a:pt x="10300336" y="954179"/>
                </a:lnTo>
                <a:lnTo>
                  <a:pt x="10366589" y="868521"/>
                </a:lnTo>
                <a:lnTo>
                  <a:pt x="10375604" y="857878"/>
                </a:lnTo>
                <a:lnTo>
                  <a:pt x="10384780" y="847643"/>
                </a:lnTo>
                <a:lnTo>
                  <a:pt x="10394118" y="837817"/>
                </a:lnTo>
                <a:lnTo>
                  <a:pt x="10403789" y="826443"/>
                </a:lnTo>
                <a:lnTo>
                  <a:pt x="10418618" y="810199"/>
                </a:lnTo>
                <a:lnTo>
                  <a:pt x="10432382" y="794848"/>
                </a:lnTo>
                <a:lnTo>
                  <a:pt x="10447287" y="779990"/>
                </a:lnTo>
                <a:lnTo>
                  <a:pt x="10463492" y="766034"/>
                </a:lnTo>
                <a:lnTo>
                  <a:pt x="10525141" y="708162"/>
                </a:lnTo>
                <a:lnTo>
                  <a:pt x="10536435" y="698507"/>
                </a:lnTo>
                <a:lnTo>
                  <a:pt x="10546912" y="689174"/>
                </a:lnTo>
                <a:lnTo>
                  <a:pt x="10558368" y="679928"/>
                </a:lnTo>
                <a:lnTo>
                  <a:pt x="10570070" y="670112"/>
                </a:lnTo>
                <a:lnTo>
                  <a:pt x="10586683" y="655996"/>
                </a:lnTo>
                <a:lnTo>
                  <a:pt x="10603705" y="641718"/>
                </a:lnTo>
                <a:lnTo>
                  <a:pt x="10620727" y="627440"/>
                </a:lnTo>
                <a:lnTo>
                  <a:pt x="10637341" y="613324"/>
                </a:lnTo>
                <a:lnTo>
                  <a:pt x="10654277" y="600024"/>
                </a:lnTo>
                <a:lnTo>
                  <a:pt x="10670891" y="585908"/>
                </a:lnTo>
                <a:lnTo>
                  <a:pt x="10688074" y="572038"/>
                </a:lnTo>
                <a:lnTo>
                  <a:pt x="10704602" y="558900"/>
                </a:lnTo>
                <a:lnTo>
                  <a:pt x="10718916" y="548525"/>
                </a:lnTo>
                <a:lnTo>
                  <a:pt x="10742310" y="531257"/>
                </a:lnTo>
                <a:lnTo>
                  <a:pt x="10771680" y="508796"/>
                </a:lnTo>
                <a:lnTo>
                  <a:pt x="10804155" y="484638"/>
                </a:lnTo>
                <a:lnTo>
                  <a:pt x="10836953" y="461296"/>
                </a:lnTo>
                <a:lnTo>
                  <a:pt x="10865335" y="441114"/>
                </a:lnTo>
                <a:lnTo>
                  <a:pt x="10886602" y="425631"/>
                </a:lnTo>
                <a:lnTo>
                  <a:pt x="10898617" y="418997"/>
                </a:lnTo>
                <a:lnTo>
                  <a:pt x="10895864" y="414418"/>
                </a:lnTo>
                <a:lnTo>
                  <a:pt x="10892456" y="410571"/>
                </a:lnTo>
                <a:lnTo>
                  <a:pt x="10889370" y="407541"/>
                </a:lnTo>
                <a:lnTo>
                  <a:pt x="10886124" y="404102"/>
                </a:lnTo>
                <a:lnTo>
                  <a:pt x="10877911" y="398848"/>
                </a:lnTo>
                <a:lnTo>
                  <a:pt x="10870020" y="394412"/>
                </a:lnTo>
                <a:lnTo>
                  <a:pt x="10718920" y="301131"/>
                </a:lnTo>
                <a:lnTo>
                  <a:pt x="10718189" y="300476"/>
                </a:lnTo>
                <a:lnTo>
                  <a:pt x="10717050" y="299982"/>
                </a:lnTo>
                <a:lnTo>
                  <a:pt x="10674266" y="275336"/>
                </a:lnTo>
                <a:lnTo>
                  <a:pt x="10673212" y="273863"/>
                </a:lnTo>
                <a:lnTo>
                  <a:pt x="10671342" y="272714"/>
                </a:lnTo>
                <a:lnTo>
                  <a:pt x="10657432" y="264989"/>
                </a:lnTo>
                <a:lnTo>
                  <a:pt x="10642704" y="257587"/>
                </a:lnTo>
                <a:lnTo>
                  <a:pt x="10628462" y="251409"/>
                </a:lnTo>
                <a:lnTo>
                  <a:pt x="10613488" y="244578"/>
                </a:lnTo>
                <a:lnTo>
                  <a:pt x="10523321" y="202767"/>
                </a:lnTo>
                <a:lnTo>
                  <a:pt x="10520719" y="200962"/>
                </a:lnTo>
                <a:lnTo>
                  <a:pt x="10516893" y="199640"/>
                </a:lnTo>
                <a:lnTo>
                  <a:pt x="10498823" y="192143"/>
                </a:lnTo>
                <a:lnTo>
                  <a:pt x="10497845" y="192057"/>
                </a:lnTo>
                <a:lnTo>
                  <a:pt x="10497114" y="191402"/>
                </a:lnTo>
                <a:lnTo>
                  <a:pt x="10477582" y="182593"/>
                </a:lnTo>
                <a:lnTo>
                  <a:pt x="10474164" y="181111"/>
                </a:lnTo>
                <a:lnTo>
                  <a:pt x="10470176" y="179381"/>
                </a:lnTo>
                <a:lnTo>
                  <a:pt x="10203779" y="85849"/>
                </a:lnTo>
                <a:lnTo>
                  <a:pt x="10187978" y="81704"/>
                </a:lnTo>
                <a:lnTo>
                  <a:pt x="10171360" y="77882"/>
                </a:lnTo>
                <a:lnTo>
                  <a:pt x="10154173" y="73812"/>
                </a:lnTo>
                <a:lnTo>
                  <a:pt x="10137641" y="69012"/>
                </a:lnTo>
                <a:lnTo>
                  <a:pt x="10129418" y="66123"/>
                </a:lnTo>
                <a:lnTo>
                  <a:pt x="10121431" y="65029"/>
                </a:lnTo>
                <a:lnTo>
                  <a:pt x="10114101" y="63203"/>
                </a:lnTo>
                <a:lnTo>
                  <a:pt x="10106199" y="61130"/>
                </a:lnTo>
                <a:lnTo>
                  <a:pt x="10097483" y="59380"/>
                </a:lnTo>
                <a:lnTo>
                  <a:pt x="10088765" y="57630"/>
                </a:lnTo>
                <a:lnTo>
                  <a:pt x="10008278" y="40323"/>
                </a:lnTo>
                <a:lnTo>
                  <a:pt x="9992230" y="36748"/>
                </a:lnTo>
                <a:lnTo>
                  <a:pt x="9975773" y="33334"/>
                </a:lnTo>
                <a:lnTo>
                  <a:pt x="9958501" y="30243"/>
                </a:lnTo>
                <a:lnTo>
                  <a:pt x="9941958" y="27807"/>
                </a:lnTo>
                <a:lnTo>
                  <a:pt x="9924600" y="25694"/>
                </a:lnTo>
                <a:lnTo>
                  <a:pt x="9907649" y="23419"/>
                </a:lnTo>
                <a:lnTo>
                  <a:pt x="9890946" y="20575"/>
                </a:lnTo>
                <a:lnTo>
                  <a:pt x="9873994" y="18300"/>
                </a:lnTo>
                <a:lnTo>
                  <a:pt x="9841319" y="13267"/>
                </a:lnTo>
                <a:lnTo>
                  <a:pt x="9832269" y="13065"/>
                </a:lnTo>
                <a:lnTo>
                  <a:pt x="9822896" y="12046"/>
                </a:lnTo>
                <a:lnTo>
                  <a:pt x="9815479" y="11199"/>
                </a:lnTo>
                <a:lnTo>
                  <a:pt x="9807654" y="10513"/>
                </a:lnTo>
                <a:lnTo>
                  <a:pt x="9543835" y="0"/>
                </a:lnTo>
                <a:lnTo>
                  <a:pt x="9509581" y="1728"/>
                </a:lnTo>
                <a:lnTo>
                  <a:pt x="9475488" y="3864"/>
                </a:lnTo>
                <a:lnTo>
                  <a:pt x="9441395" y="6001"/>
                </a:lnTo>
                <a:lnTo>
                  <a:pt x="9407055" y="8707"/>
                </a:lnTo>
                <a:lnTo>
                  <a:pt x="9373693" y="11499"/>
                </a:lnTo>
                <a:lnTo>
                  <a:pt x="9339590" y="16000"/>
                </a:lnTo>
                <a:lnTo>
                  <a:pt x="9306143" y="19770"/>
                </a:lnTo>
                <a:lnTo>
                  <a:pt x="9271545" y="25410"/>
                </a:lnTo>
                <a:lnTo>
                  <a:pt x="9121075" y="50856"/>
                </a:lnTo>
                <a:lnTo>
                  <a:pt x="9082308" y="59087"/>
                </a:lnTo>
                <a:lnTo>
                  <a:pt x="9042886" y="68050"/>
                </a:lnTo>
                <a:lnTo>
                  <a:pt x="9003216" y="77582"/>
                </a:lnTo>
                <a:lnTo>
                  <a:pt x="8963461" y="88093"/>
                </a:lnTo>
                <a:lnTo>
                  <a:pt x="8923867" y="99012"/>
                </a:lnTo>
                <a:lnTo>
                  <a:pt x="8885003" y="110586"/>
                </a:lnTo>
                <a:lnTo>
                  <a:pt x="8846054" y="123140"/>
                </a:lnTo>
                <a:lnTo>
                  <a:pt x="8808493" y="135616"/>
                </a:lnTo>
                <a:lnTo>
                  <a:pt x="8769221" y="147353"/>
                </a:lnTo>
                <a:lnTo>
                  <a:pt x="8748725" y="154032"/>
                </a:lnTo>
                <a:lnTo>
                  <a:pt x="8726350" y="161926"/>
                </a:lnTo>
                <a:lnTo>
                  <a:pt x="8704704" y="170477"/>
                </a:lnTo>
                <a:lnTo>
                  <a:pt x="8683876" y="178704"/>
                </a:lnTo>
                <a:lnTo>
                  <a:pt x="8672442" y="183221"/>
                </a:lnTo>
                <a:lnTo>
                  <a:pt x="8663285" y="188726"/>
                </a:lnTo>
                <a:lnTo>
                  <a:pt x="8654871" y="192523"/>
                </a:lnTo>
                <a:lnTo>
                  <a:pt x="8644167" y="197695"/>
                </a:lnTo>
                <a:lnTo>
                  <a:pt x="8623091" y="206492"/>
                </a:lnTo>
                <a:lnTo>
                  <a:pt x="8603402" y="215214"/>
                </a:lnTo>
                <a:lnTo>
                  <a:pt x="8584122" y="223773"/>
                </a:lnTo>
                <a:lnTo>
                  <a:pt x="8563455" y="232409"/>
                </a:lnTo>
                <a:lnTo>
                  <a:pt x="8567338" y="239846"/>
                </a:lnTo>
                <a:lnTo>
                  <a:pt x="8570649" y="247036"/>
                </a:lnTo>
                <a:lnTo>
                  <a:pt x="8573639" y="253409"/>
                </a:lnTo>
                <a:lnTo>
                  <a:pt x="8577123" y="258643"/>
                </a:lnTo>
                <a:lnTo>
                  <a:pt x="8584498" y="268949"/>
                </a:lnTo>
                <a:lnTo>
                  <a:pt x="8591874" y="279255"/>
                </a:lnTo>
                <a:lnTo>
                  <a:pt x="8595681" y="285305"/>
                </a:lnTo>
                <a:lnTo>
                  <a:pt x="8599078" y="291516"/>
                </a:lnTo>
                <a:lnTo>
                  <a:pt x="8602391" y="298706"/>
                </a:lnTo>
                <a:lnTo>
                  <a:pt x="8605874" y="303940"/>
                </a:lnTo>
                <a:lnTo>
                  <a:pt x="8610411" y="310647"/>
                </a:lnTo>
                <a:lnTo>
                  <a:pt x="8613250" y="314246"/>
                </a:lnTo>
                <a:lnTo>
                  <a:pt x="8616335" y="317277"/>
                </a:lnTo>
                <a:lnTo>
                  <a:pt x="8620067" y="321940"/>
                </a:lnTo>
                <a:lnTo>
                  <a:pt x="8623873" y="327991"/>
                </a:lnTo>
                <a:lnTo>
                  <a:pt x="8627593" y="335019"/>
                </a:lnTo>
                <a:lnTo>
                  <a:pt x="8630335" y="341962"/>
                </a:lnTo>
                <a:lnTo>
                  <a:pt x="8633572" y="347765"/>
                </a:lnTo>
                <a:lnTo>
                  <a:pt x="8637873" y="352676"/>
                </a:lnTo>
                <a:lnTo>
                  <a:pt x="8640464" y="356845"/>
                </a:lnTo>
                <a:lnTo>
                  <a:pt x="8644120" y="360122"/>
                </a:lnTo>
                <a:lnTo>
                  <a:pt x="8647850" y="364787"/>
                </a:lnTo>
                <a:lnTo>
                  <a:pt x="8652141" y="372062"/>
                </a:lnTo>
                <a:lnTo>
                  <a:pt x="8654722" y="378596"/>
                </a:lnTo>
                <a:lnTo>
                  <a:pt x="8657303" y="385131"/>
                </a:lnTo>
                <a:lnTo>
                  <a:pt x="8660453" y="391913"/>
                </a:lnTo>
                <a:lnTo>
                  <a:pt x="8664260" y="397962"/>
                </a:lnTo>
                <a:lnTo>
                  <a:pt x="8667421" y="402380"/>
                </a:lnTo>
                <a:lnTo>
                  <a:pt x="8670830" y="406227"/>
                </a:lnTo>
                <a:lnTo>
                  <a:pt x="8674560" y="410890"/>
                </a:lnTo>
                <a:lnTo>
                  <a:pt x="8681033" y="422497"/>
                </a:lnTo>
                <a:lnTo>
                  <a:pt x="8687098" y="434264"/>
                </a:lnTo>
                <a:lnTo>
                  <a:pt x="8690335" y="440068"/>
                </a:lnTo>
                <a:lnTo>
                  <a:pt x="8693410" y="445463"/>
                </a:lnTo>
                <a:lnTo>
                  <a:pt x="8697217" y="451513"/>
                </a:lnTo>
                <a:lnTo>
                  <a:pt x="8701108" y="456585"/>
                </a:lnTo>
                <a:lnTo>
                  <a:pt x="8706785" y="463786"/>
                </a:lnTo>
                <a:lnTo>
                  <a:pt x="8709130" y="468525"/>
                </a:lnTo>
                <a:lnTo>
                  <a:pt x="8711711" y="475059"/>
                </a:lnTo>
                <a:lnTo>
                  <a:pt x="8716238" y="484130"/>
                </a:lnTo>
                <a:lnTo>
                  <a:pt x="8725702" y="502110"/>
                </a:lnTo>
                <a:lnTo>
                  <a:pt x="8736626" y="521400"/>
                </a:lnTo>
                <a:lnTo>
                  <a:pt x="8742539" y="530395"/>
                </a:lnTo>
                <a:lnTo>
                  <a:pt x="8747314" y="538896"/>
                </a:lnTo>
                <a:lnTo>
                  <a:pt x="8751518" y="547150"/>
                </a:lnTo>
                <a:lnTo>
                  <a:pt x="8754099" y="553683"/>
                </a:lnTo>
                <a:lnTo>
                  <a:pt x="8760562" y="567655"/>
                </a:lnTo>
                <a:lnTo>
                  <a:pt x="8766134" y="580562"/>
                </a:lnTo>
                <a:lnTo>
                  <a:pt x="8772768" y="592578"/>
                </a:lnTo>
                <a:lnTo>
                  <a:pt x="8779735" y="603044"/>
                </a:lnTo>
                <a:lnTo>
                  <a:pt x="8785241" y="612201"/>
                </a:lnTo>
                <a:lnTo>
                  <a:pt x="8790585" y="620948"/>
                </a:lnTo>
                <a:lnTo>
                  <a:pt x="8795274" y="630427"/>
                </a:lnTo>
                <a:lnTo>
                  <a:pt x="8799230" y="639251"/>
                </a:lnTo>
                <a:lnTo>
                  <a:pt x="8803919" y="648730"/>
                </a:lnTo>
                <a:lnTo>
                  <a:pt x="8808930" y="659025"/>
                </a:lnTo>
                <a:lnTo>
                  <a:pt x="8814188" y="668751"/>
                </a:lnTo>
                <a:lnTo>
                  <a:pt x="8820833" y="678402"/>
                </a:lnTo>
                <a:lnTo>
                  <a:pt x="8824317" y="683635"/>
                </a:lnTo>
                <a:lnTo>
                  <a:pt x="8826823" y="688782"/>
                </a:lnTo>
                <a:lnTo>
                  <a:pt x="8830060" y="694586"/>
                </a:lnTo>
                <a:lnTo>
                  <a:pt x="8833048" y="700960"/>
                </a:lnTo>
                <a:lnTo>
                  <a:pt x="8840006" y="713791"/>
                </a:lnTo>
                <a:lnTo>
                  <a:pt x="8844534" y="722861"/>
                </a:lnTo>
                <a:lnTo>
                  <a:pt x="8848974" y="732910"/>
                </a:lnTo>
                <a:lnTo>
                  <a:pt x="8858770" y="749341"/>
                </a:lnTo>
                <a:lnTo>
                  <a:pt x="8865888" y="762582"/>
                </a:lnTo>
                <a:lnTo>
                  <a:pt x="8872599" y="775983"/>
                </a:lnTo>
                <a:lnTo>
                  <a:pt x="8878654" y="790116"/>
                </a:lnTo>
                <a:lnTo>
                  <a:pt x="8884623" y="805226"/>
                </a:lnTo>
                <a:lnTo>
                  <a:pt x="8890269" y="819520"/>
                </a:lnTo>
                <a:lnTo>
                  <a:pt x="8895915" y="833814"/>
                </a:lnTo>
                <a:lnTo>
                  <a:pt x="8901153" y="848269"/>
                </a:lnTo>
                <a:lnTo>
                  <a:pt x="8906799" y="862563"/>
                </a:lnTo>
                <a:lnTo>
                  <a:pt x="8917532" y="888539"/>
                </a:lnTo>
                <a:lnTo>
                  <a:pt x="8929082" y="914193"/>
                </a:lnTo>
                <a:lnTo>
                  <a:pt x="8940632" y="939845"/>
                </a:lnTo>
                <a:lnTo>
                  <a:pt x="8952590" y="965338"/>
                </a:lnTo>
                <a:lnTo>
                  <a:pt x="8964141" y="990991"/>
                </a:lnTo>
                <a:lnTo>
                  <a:pt x="8975689" y="1016645"/>
                </a:lnTo>
                <a:lnTo>
                  <a:pt x="8980444" y="1029874"/>
                </a:lnTo>
                <a:lnTo>
                  <a:pt x="8985607" y="1042943"/>
                </a:lnTo>
                <a:lnTo>
                  <a:pt x="8989952" y="1056334"/>
                </a:lnTo>
                <a:lnTo>
                  <a:pt x="8993889" y="1069887"/>
                </a:lnTo>
                <a:lnTo>
                  <a:pt x="8998954" y="1086298"/>
                </a:lnTo>
                <a:lnTo>
                  <a:pt x="9005161" y="1103204"/>
                </a:lnTo>
                <a:lnTo>
                  <a:pt x="9012744" y="1122399"/>
                </a:lnTo>
                <a:lnTo>
                  <a:pt x="9020164" y="1141184"/>
                </a:lnTo>
                <a:lnTo>
                  <a:pt x="9027176" y="1160132"/>
                </a:lnTo>
                <a:lnTo>
                  <a:pt x="9033619" y="1178833"/>
                </a:lnTo>
                <a:lnTo>
                  <a:pt x="9036598" y="1187571"/>
                </a:lnTo>
                <a:lnTo>
                  <a:pt x="9038761" y="1196631"/>
                </a:lnTo>
                <a:lnTo>
                  <a:pt x="9040278" y="1204058"/>
                </a:lnTo>
                <a:lnTo>
                  <a:pt x="9041957" y="1211893"/>
                </a:lnTo>
                <a:lnTo>
                  <a:pt x="9044271" y="1223726"/>
                </a:lnTo>
                <a:lnTo>
                  <a:pt x="9046348" y="1233764"/>
                </a:lnTo>
                <a:lnTo>
                  <a:pt x="9049564" y="1244296"/>
                </a:lnTo>
                <a:lnTo>
                  <a:pt x="9054726" y="1257366"/>
                </a:lnTo>
                <a:lnTo>
                  <a:pt x="9057791" y="1265125"/>
                </a:lnTo>
                <a:lnTo>
                  <a:pt x="9059803" y="1271412"/>
                </a:lnTo>
                <a:lnTo>
                  <a:pt x="9060771" y="1273863"/>
                </a:lnTo>
                <a:lnTo>
                  <a:pt x="9060760" y="1276227"/>
                </a:lnTo>
                <a:lnTo>
                  <a:pt x="9060835" y="1277614"/>
                </a:lnTo>
                <a:lnTo>
                  <a:pt x="9060095" y="1279323"/>
                </a:lnTo>
                <a:lnTo>
                  <a:pt x="9059192" y="1280623"/>
                </a:lnTo>
                <a:lnTo>
                  <a:pt x="9057882" y="1282086"/>
                </a:lnTo>
                <a:lnTo>
                  <a:pt x="9056409" y="1283140"/>
                </a:lnTo>
                <a:lnTo>
                  <a:pt x="9053958" y="1284108"/>
                </a:lnTo>
                <a:lnTo>
                  <a:pt x="9048080" y="1285958"/>
                </a:lnTo>
                <a:lnTo>
                  <a:pt x="9040084" y="1287227"/>
                </a:lnTo>
                <a:lnTo>
                  <a:pt x="9029229" y="1289627"/>
                </a:lnTo>
                <a:lnTo>
                  <a:pt x="9018287" y="1293004"/>
                </a:lnTo>
                <a:lnTo>
                  <a:pt x="9008078" y="1297037"/>
                </a:lnTo>
                <a:lnTo>
                  <a:pt x="8997051" y="1301393"/>
                </a:lnTo>
                <a:lnTo>
                  <a:pt x="8975728" y="1310761"/>
                </a:lnTo>
                <a:lnTo>
                  <a:pt x="8954492" y="1319149"/>
                </a:lnTo>
                <a:lnTo>
                  <a:pt x="8943465" y="1323505"/>
                </a:lnTo>
                <a:lnTo>
                  <a:pt x="8933426" y="1325582"/>
                </a:lnTo>
                <a:lnTo>
                  <a:pt x="8924280" y="1328722"/>
                </a:lnTo>
                <a:lnTo>
                  <a:pt x="8912524" y="1332422"/>
                </a:lnTo>
                <a:lnTo>
                  <a:pt x="8826351" y="1366462"/>
                </a:lnTo>
                <a:lnTo>
                  <a:pt x="8814917" y="1370979"/>
                </a:lnTo>
                <a:lnTo>
                  <a:pt x="8804631" y="1373626"/>
                </a:lnTo>
                <a:lnTo>
                  <a:pt x="8794754" y="1376110"/>
                </a:lnTo>
                <a:lnTo>
                  <a:pt x="8784544" y="1380143"/>
                </a:lnTo>
                <a:lnTo>
                  <a:pt x="8773518" y="1384499"/>
                </a:lnTo>
                <a:lnTo>
                  <a:pt x="8763307" y="1388532"/>
                </a:lnTo>
                <a:lnTo>
                  <a:pt x="8752281" y="1392888"/>
                </a:lnTo>
                <a:lnTo>
                  <a:pt x="8741254" y="1397243"/>
                </a:lnTo>
                <a:lnTo>
                  <a:pt x="8730636" y="1401438"/>
                </a:lnTo>
                <a:lnTo>
                  <a:pt x="8719609" y="1405793"/>
                </a:lnTo>
                <a:lnTo>
                  <a:pt x="8708991" y="1409988"/>
                </a:lnTo>
                <a:lnTo>
                  <a:pt x="8698373" y="1414182"/>
                </a:lnTo>
                <a:lnTo>
                  <a:pt x="8613114" y="1444557"/>
                </a:lnTo>
                <a:lnTo>
                  <a:pt x="8602335" y="1448342"/>
                </a:lnTo>
                <a:lnTo>
                  <a:pt x="8591716" y="1452537"/>
                </a:lnTo>
                <a:lnTo>
                  <a:pt x="8581098" y="1456731"/>
                </a:lnTo>
                <a:lnTo>
                  <a:pt x="8570071" y="1461087"/>
                </a:lnTo>
                <a:lnTo>
                  <a:pt x="8559045" y="1465443"/>
                </a:lnTo>
                <a:lnTo>
                  <a:pt x="8548179" y="1470207"/>
                </a:lnTo>
                <a:lnTo>
                  <a:pt x="8537561" y="1474401"/>
                </a:lnTo>
                <a:lnTo>
                  <a:pt x="8526942" y="1478596"/>
                </a:lnTo>
                <a:lnTo>
                  <a:pt x="8504320" y="1487060"/>
                </a:lnTo>
                <a:lnTo>
                  <a:pt x="8483986" y="1494147"/>
                </a:lnTo>
                <a:lnTo>
                  <a:pt x="8463490" y="1500827"/>
                </a:lnTo>
                <a:lnTo>
                  <a:pt x="8442253" y="1509216"/>
                </a:lnTo>
                <a:lnTo>
                  <a:pt x="8419469" y="1517272"/>
                </a:lnTo>
                <a:lnTo>
                  <a:pt x="8398232" y="1525661"/>
                </a:lnTo>
                <a:lnTo>
                  <a:pt x="8376835" y="1533641"/>
                </a:lnTo>
                <a:lnTo>
                  <a:pt x="8355683" y="1541051"/>
                </a:lnTo>
                <a:lnTo>
                  <a:pt x="8336942" y="1548454"/>
                </a:lnTo>
                <a:lnTo>
                  <a:pt x="8336153" y="1546500"/>
                </a:lnTo>
                <a:lnTo>
                  <a:pt x="2383905" y="3936835"/>
                </a:lnTo>
                <a:lnTo>
                  <a:pt x="2384924" y="3938947"/>
                </a:lnTo>
                <a:lnTo>
                  <a:pt x="2374078" y="3944177"/>
                </a:lnTo>
                <a:lnTo>
                  <a:pt x="2357162" y="3952747"/>
                </a:lnTo>
                <a:lnTo>
                  <a:pt x="2342535" y="3959941"/>
                </a:lnTo>
                <a:lnTo>
                  <a:pt x="2334044" y="3962351"/>
                </a:lnTo>
                <a:lnTo>
                  <a:pt x="2326532" y="3964846"/>
                </a:lnTo>
                <a:lnTo>
                  <a:pt x="2317311" y="3966601"/>
                </a:lnTo>
                <a:lnTo>
                  <a:pt x="2307272" y="3968677"/>
                </a:lnTo>
                <a:lnTo>
                  <a:pt x="2291365" y="3970240"/>
                </a:lnTo>
                <a:lnTo>
                  <a:pt x="2276275" y="3971479"/>
                </a:lnTo>
                <a:lnTo>
                  <a:pt x="2260937" y="3973289"/>
                </a:lnTo>
                <a:lnTo>
                  <a:pt x="2245762" y="3975507"/>
                </a:lnTo>
                <a:lnTo>
                  <a:pt x="2221943" y="3977361"/>
                </a:lnTo>
                <a:lnTo>
                  <a:pt x="2198212" y="3978237"/>
                </a:lnTo>
                <a:lnTo>
                  <a:pt x="2175135" y="3978383"/>
                </a:lnTo>
                <a:lnTo>
                  <a:pt x="2151242" y="3978850"/>
                </a:lnTo>
                <a:lnTo>
                  <a:pt x="2144148" y="3978821"/>
                </a:lnTo>
                <a:lnTo>
                  <a:pt x="2137302" y="3978220"/>
                </a:lnTo>
                <a:lnTo>
                  <a:pt x="2130701" y="3977050"/>
                </a:lnTo>
                <a:lnTo>
                  <a:pt x="2123693" y="3976041"/>
                </a:lnTo>
                <a:lnTo>
                  <a:pt x="2102508" y="3972607"/>
                </a:lnTo>
                <a:lnTo>
                  <a:pt x="2080344" y="3969087"/>
                </a:lnTo>
                <a:lnTo>
                  <a:pt x="2058428" y="3964997"/>
                </a:lnTo>
                <a:lnTo>
                  <a:pt x="2037004" y="3959768"/>
                </a:lnTo>
                <a:lnTo>
                  <a:pt x="1981776" y="3946646"/>
                </a:lnTo>
                <a:lnTo>
                  <a:pt x="1829642" y="3885408"/>
                </a:lnTo>
                <a:lnTo>
                  <a:pt x="1814830" y="3878983"/>
                </a:lnTo>
                <a:lnTo>
                  <a:pt x="1808239" y="3875449"/>
                </a:lnTo>
                <a:lnTo>
                  <a:pt x="1806122" y="3874869"/>
                </a:lnTo>
                <a:lnTo>
                  <a:pt x="1804005" y="3874289"/>
                </a:lnTo>
                <a:lnTo>
                  <a:pt x="1801232" y="3874440"/>
                </a:lnTo>
                <a:lnTo>
                  <a:pt x="1798211" y="3875161"/>
                </a:lnTo>
                <a:lnTo>
                  <a:pt x="1795373" y="3871561"/>
                </a:lnTo>
                <a:lnTo>
                  <a:pt x="1792288" y="3868531"/>
                </a:lnTo>
                <a:lnTo>
                  <a:pt x="1787902" y="3864598"/>
                </a:lnTo>
                <a:lnTo>
                  <a:pt x="1783591" y="3862052"/>
                </a:lnTo>
                <a:lnTo>
                  <a:pt x="1774561" y="3857120"/>
                </a:lnTo>
                <a:lnTo>
                  <a:pt x="1765284" y="3852759"/>
                </a:lnTo>
                <a:lnTo>
                  <a:pt x="1730960" y="3832797"/>
                </a:lnTo>
                <a:lnTo>
                  <a:pt x="1727950" y="3831153"/>
                </a:lnTo>
                <a:lnTo>
                  <a:pt x="1724209" y="3828854"/>
                </a:lnTo>
                <a:lnTo>
                  <a:pt x="1722500" y="3828113"/>
                </a:lnTo>
                <a:lnTo>
                  <a:pt x="1720629" y="3826963"/>
                </a:lnTo>
                <a:lnTo>
                  <a:pt x="1683951" y="3804626"/>
                </a:lnTo>
                <a:lnTo>
                  <a:pt x="1683220" y="3803971"/>
                </a:lnTo>
                <a:lnTo>
                  <a:pt x="1682242" y="3803885"/>
                </a:lnTo>
                <a:lnTo>
                  <a:pt x="1658087" y="3789348"/>
                </a:lnTo>
                <a:lnTo>
                  <a:pt x="1657356" y="3788693"/>
                </a:lnTo>
                <a:lnTo>
                  <a:pt x="1657033" y="3787876"/>
                </a:lnTo>
                <a:lnTo>
                  <a:pt x="1433797" y="3631500"/>
                </a:lnTo>
                <a:lnTo>
                  <a:pt x="1427131" y="3626578"/>
                </a:lnTo>
                <a:lnTo>
                  <a:pt x="1420466" y="3621657"/>
                </a:lnTo>
                <a:lnTo>
                  <a:pt x="1417543" y="3619036"/>
                </a:lnTo>
                <a:lnTo>
                  <a:pt x="1413801" y="3616736"/>
                </a:lnTo>
                <a:lnTo>
                  <a:pt x="1350150" y="3571533"/>
                </a:lnTo>
                <a:lnTo>
                  <a:pt x="1349580" y="3571286"/>
                </a:lnTo>
                <a:lnTo>
                  <a:pt x="1348441" y="3570792"/>
                </a:lnTo>
                <a:lnTo>
                  <a:pt x="1343807" y="3567429"/>
                </a:lnTo>
                <a:lnTo>
                  <a:pt x="1341776" y="3565871"/>
                </a:lnTo>
                <a:lnTo>
                  <a:pt x="1340475" y="3564968"/>
                </a:lnTo>
                <a:lnTo>
                  <a:pt x="1170045" y="3453829"/>
                </a:lnTo>
                <a:lnTo>
                  <a:pt x="1169476" y="3453582"/>
                </a:lnTo>
                <a:lnTo>
                  <a:pt x="1168336" y="3453088"/>
                </a:lnTo>
                <a:lnTo>
                  <a:pt x="1168175" y="3452679"/>
                </a:lnTo>
                <a:lnTo>
                  <a:pt x="1167122" y="3451207"/>
                </a:lnTo>
                <a:lnTo>
                  <a:pt x="1128325" y="3428291"/>
                </a:lnTo>
                <a:lnTo>
                  <a:pt x="1124745" y="3426400"/>
                </a:lnTo>
                <a:lnTo>
                  <a:pt x="1121327" y="3424917"/>
                </a:lnTo>
                <a:lnTo>
                  <a:pt x="1080252" y="3401013"/>
                </a:lnTo>
                <a:lnTo>
                  <a:pt x="1074479" y="3397155"/>
                </a:lnTo>
                <a:lnTo>
                  <a:pt x="1068868" y="3393706"/>
                </a:lnTo>
                <a:lnTo>
                  <a:pt x="1067729" y="3393212"/>
                </a:lnTo>
                <a:lnTo>
                  <a:pt x="1066998" y="3392557"/>
                </a:lnTo>
                <a:lnTo>
                  <a:pt x="842570" y="3285752"/>
                </a:lnTo>
                <a:lnTo>
                  <a:pt x="841183" y="3285827"/>
                </a:lnTo>
                <a:lnTo>
                  <a:pt x="840129" y="3284355"/>
                </a:lnTo>
                <a:lnTo>
                  <a:pt x="773311" y="3255039"/>
                </a:lnTo>
                <a:lnTo>
                  <a:pt x="770301" y="3253395"/>
                </a:lnTo>
                <a:lnTo>
                  <a:pt x="766313" y="3251666"/>
                </a:lnTo>
                <a:lnTo>
                  <a:pt x="762894" y="3250183"/>
                </a:lnTo>
                <a:lnTo>
                  <a:pt x="758906" y="3248453"/>
                </a:lnTo>
                <a:lnTo>
                  <a:pt x="755717" y="3247310"/>
                </a:lnTo>
                <a:lnTo>
                  <a:pt x="723643" y="3224009"/>
                </a:lnTo>
                <a:lnTo>
                  <a:pt x="718374" y="3221035"/>
                </a:lnTo>
                <a:lnTo>
                  <a:pt x="713983" y="3218062"/>
                </a:lnTo>
                <a:lnTo>
                  <a:pt x="643287" y="3172342"/>
                </a:lnTo>
                <a:lnTo>
                  <a:pt x="638018" y="3169369"/>
                </a:lnTo>
                <a:lnTo>
                  <a:pt x="634066" y="3166395"/>
                </a:lnTo>
                <a:lnTo>
                  <a:pt x="628357" y="3164165"/>
                </a:lnTo>
                <a:lnTo>
                  <a:pt x="623527" y="3161563"/>
                </a:lnTo>
                <a:lnTo>
                  <a:pt x="519460" y="3115472"/>
                </a:lnTo>
                <a:lnTo>
                  <a:pt x="508482" y="3111012"/>
                </a:lnTo>
                <a:lnTo>
                  <a:pt x="497944" y="3106923"/>
                </a:lnTo>
                <a:lnTo>
                  <a:pt x="487405" y="3102834"/>
                </a:lnTo>
                <a:lnTo>
                  <a:pt x="476867" y="3099117"/>
                </a:lnTo>
                <a:lnTo>
                  <a:pt x="331084" y="3063433"/>
                </a:lnTo>
                <a:lnTo>
                  <a:pt x="318350" y="3060460"/>
                </a:lnTo>
                <a:lnTo>
                  <a:pt x="305616" y="3058230"/>
                </a:lnTo>
                <a:lnTo>
                  <a:pt x="292882" y="3056000"/>
                </a:lnTo>
                <a:lnTo>
                  <a:pt x="279709" y="3054141"/>
                </a:lnTo>
                <a:lnTo>
                  <a:pt x="266975" y="3051539"/>
                </a:lnTo>
                <a:lnTo>
                  <a:pt x="254680" y="3050053"/>
                </a:lnTo>
                <a:lnTo>
                  <a:pt x="241507" y="3047450"/>
                </a:lnTo>
                <a:lnTo>
                  <a:pt x="229212" y="3045220"/>
                </a:lnTo>
                <a:lnTo>
                  <a:pt x="216039" y="3042619"/>
                </a:lnTo>
                <a:lnTo>
                  <a:pt x="203305" y="3041132"/>
                </a:lnTo>
                <a:lnTo>
                  <a:pt x="189693" y="3039645"/>
                </a:lnTo>
                <a:lnTo>
                  <a:pt x="175642" y="3038529"/>
                </a:lnTo>
                <a:lnTo>
                  <a:pt x="162029" y="3037415"/>
                </a:lnTo>
                <a:lnTo>
                  <a:pt x="147539" y="3036300"/>
                </a:lnTo>
                <a:lnTo>
                  <a:pt x="133488" y="3035185"/>
                </a:lnTo>
                <a:lnTo>
                  <a:pt x="119875" y="3033326"/>
                </a:lnTo>
                <a:lnTo>
                  <a:pt x="107580" y="3032211"/>
                </a:lnTo>
                <a:lnTo>
                  <a:pt x="93090" y="3031468"/>
                </a:lnTo>
                <a:lnTo>
                  <a:pt x="77721" y="3031468"/>
                </a:lnTo>
                <a:lnTo>
                  <a:pt x="61035" y="3031468"/>
                </a:lnTo>
                <a:lnTo>
                  <a:pt x="44350" y="3031468"/>
                </a:lnTo>
                <a:lnTo>
                  <a:pt x="28542" y="3032211"/>
                </a:lnTo>
                <a:lnTo>
                  <a:pt x="13612" y="3032583"/>
                </a:lnTo>
                <a:lnTo>
                  <a:pt x="0" y="3032583"/>
                </a:lnTo>
                <a:lnTo>
                  <a:pt x="0" y="3038158"/>
                </a:lnTo>
                <a:cubicBezTo>
                  <a:pt x="146" y="3038654"/>
                  <a:pt x="293" y="3039149"/>
                  <a:pt x="439" y="3039645"/>
                </a:cubicBezTo>
                <a:lnTo>
                  <a:pt x="1317" y="3039645"/>
                </a:lnTo>
                <a:lnTo>
                  <a:pt x="4830" y="3042619"/>
                </a:lnTo>
                <a:lnTo>
                  <a:pt x="5708" y="3043362"/>
                </a:lnTo>
                <a:lnTo>
                  <a:pt x="6148" y="3044105"/>
                </a:lnTo>
                <a:lnTo>
                  <a:pt x="7465" y="3045220"/>
                </a:lnTo>
                <a:lnTo>
                  <a:pt x="9221" y="3046336"/>
                </a:lnTo>
                <a:lnTo>
                  <a:pt x="38202" y="3070124"/>
                </a:lnTo>
                <a:lnTo>
                  <a:pt x="39958" y="3071983"/>
                </a:lnTo>
                <a:lnTo>
                  <a:pt x="42154" y="3073841"/>
                </a:lnTo>
                <a:lnTo>
                  <a:pt x="45228" y="3076072"/>
                </a:lnTo>
                <a:lnTo>
                  <a:pt x="45667" y="3076815"/>
                </a:lnTo>
                <a:lnTo>
                  <a:pt x="46545" y="3077187"/>
                </a:lnTo>
                <a:lnTo>
                  <a:pt x="57963" y="3087966"/>
                </a:lnTo>
                <a:lnTo>
                  <a:pt x="61035" y="3090196"/>
                </a:lnTo>
                <a:lnTo>
                  <a:pt x="61852" y="3091003"/>
                </a:lnTo>
                <a:lnTo>
                  <a:pt x="61843" y="3091341"/>
                </a:lnTo>
                <a:lnTo>
                  <a:pt x="62811" y="3093792"/>
                </a:lnTo>
                <a:lnTo>
                  <a:pt x="66864" y="3099272"/>
                </a:lnTo>
                <a:lnTo>
                  <a:pt x="72712" y="3104516"/>
                </a:lnTo>
                <a:lnTo>
                  <a:pt x="120189" y="3156581"/>
                </a:lnTo>
                <a:lnTo>
                  <a:pt x="123437" y="3160019"/>
                </a:lnTo>
                <a:lnTo>
                  <a:pt x="125307" y="3161169"/>
                </a:lnTo>
                <a:lnTo>
                  <a:pt x="127338" y="3162727"/>
                </a:lnTo>
                <a:lnTo>
                  <a:pt x="130586" y="3166166"/>
                </a:lnTo>
                <a:lnTo>
                  <a:pt x="134800" y="3172054"/>
                </a:lnTo>
                <a:lnTo>
                  <a:pt x="139015" y="3177943"/>
                </a:lnTo>
                <a:lnTo>
                  <a:pt x="185040" y="3226332"/>
                </a:lnTo>
                <a:lnTo>
                  <a:pt x="185933" y="3227396"/>
                </a:lnTo>
                <a:lnTo>
                  <a:pt x="186502" y="3227643"/>
                </a:lnTo>
                <a:lnTo>
                  <a:pt x="189824" y="3232468"/>
                </a:lnTo>
                <a:lnTo>
                  <a:pt x="190631" y="3234510"/>
                </a:lnTo>
                <a:lnTo>
                  <a:pt x="192824" y="3236477"/>
                </a:lnTo>
                <a:lnTo>
                  <a:pt x="196888" y="3239593"/>
                </a:lnTo>
                <a:lnTo>
                  <a:pt x="235033" y="3281179"/>
                </a:lnTo>
                <a:lnTo>
                  <a:pt x="245020" y="3290925"/>
                </a:lnTo>
                <a:lnTo>
                  <a:pt x="254352" y="3301403"/>
                </a:lnTo>
                <a:lnTo>
                  <a:pt x="264006" y="3312697"/>
                </a:lnTo>
                <a:lnTo>
                  <a:pt x="273748" y="3323013"/>
                </a:lnTo>
                <a:lnTo>
                  <a:pt x="331373" y="3385231"/>
                </a:lnTo>
                <a:lnTo>
                  <a:pt x="335749" y="3391529"/>
                </a:lnTo>
                <a:lnTo>
                  <a:pt x="341512" y="3397751"/>
                </a:lnTo>
                <a:lnTo>
                  <a:pt x="363755" y="3420596"/>
                </a:lnTo>
                <a:lnTo>
                  <a:pt x="365948" y="3422562"/>
                </a:lnTo>
                <a:lnTo>
                  <a:pt x="368464" y="3425346"/>
                </a:lnTo>
                <a:lnTo>
                  <a:pt x="370980" y="3428129"/>
                </a:lnTo>
                <a:lnTo>
                  <a:pt x="374141" y="3432546"/>
                </a:lnTo>
                <a:lnTo>
                  <a:pt x="447194" y="3509916"/>
                </a:lnTo>
                <a:lnTo>
                  <a:pt x="447678" y="3511141"/>
                </a:lnTo>
                <a:lnTo>
                  <a:pt x="448410" y="3511796"/>
                </a:lnTo>
                <a:lnTo>
                  <a:pt x="511382" y="3582035"/>
                </a:lnTo>
                <a:lnTo>
                  <a:pt x="537024" y="3619498"/>
                </a:lnTo>
                <a:lnTo>
                  <a:pt x="537463" y="3620242"/>
                </a:lnTo>
                <a:lnTo>
                  <a:pt x="537463" y="3620614"/>
                </a:lnTo>
                <a:lnTo>
                  <a:pt x="614001" y="3700122"/>
                </a:lnTo>
                <a:lnTo>
                  <a:pt x="615250" y="3700128"/>
                </a:lnTo>
                <a:lnTo>
                  <a:pt x="665466" y="3758901"/>
                </a:lnTo>
                <a:lnTo>
                  <a:pt x="667573" y="3761845"/>
                </a:lnTo>
                <a:lnTo>
                  <a:pt x="669594" y="3765768"/>
                </a:lnTo>
                <a:lnTo>
                  <a:pt x="673002" y="3769615"/>
                </a:lnTo>
                <a:lnTo>
                  <a:pt x="674949" y="3772151"/>
                </a:lnTo>
                <a:lnTo>
                  <a:pt x="676734" y="3774278"/>
                </a:lnTo>
                <a:lnTo>
                  <a:pt x="680066" y="3776739"/>
                </a:lnTo>
                <a:lnTo>
                  <a:pt x="684281" y="3782629"/>
                </a:lnTo>
                <a:lnTo>
                  <a:pt x="688818" y="3789335"/>
                </a:lnTo>
                <a:lnTo>
                  <a:pt x="693033" y="3795223"/>
                </a:lnTo>
                <a:lnTo>
                  <a:pt x="698064" y="3800790"/>
                </a:lnTo>
                <a:lnTo>
                  <a:pt x="703504" y="3806195"/>
                </a:lnTo>
                <a:lnTo>
                  <a:pt x="708698" y="3812170"/>
                </a:lnTo>
                <a:lnTo>
                  <a:pt x="713804" y="3819122"/>
                </a:lnTo>
                <a:lnTo>
                  <a:pt x="719482" y="3826323"/>
                </a:lnTo>
                <a:lnTo>
                  <a:pt x="724180" y="3833437"/>
                </a:lnTo>
                <a:lnTo>
                  <a:pt x="729696" y="3840229"/>
                </a:lnTo>
                <a:lnTo>
                  <a:pt x="734641" y="3846773"/>
                </a:lnTo>
                <a:lnTo>
                  <a:pt x="739350" y="3851523"/>
                </a:lnTo>
                <a:lnTo>
                  <a:pt x="762143" y="3879345"/>
                </a:lnTo>
                <a:lnTo>
                  <a:pt x="767497" y="3885728"/>
                </a:lnTo>
                <a:lnTo>
                  <a:pt x="770980" y="3890961"/>
                </a:lnTo>
                <a:lnTo>
                  <a:pt x="774788" y="3897011"/>
                </a:lnTo>
                <a:lnTo>
                  <a:pt x="780872" y="3904050"/>
                </a:lnTo>
                <a:lnTo>
                  <a:pt x="787688" y="3911744"/>
                </a:lnTo>
                <a:lnTo>
                  <a:pt x="790689" y="3915752"/>
                </a:lnTo>
                <a:lnTo>
                  <a:pt x="792464" y="3920245"/>
                </a:lnTo>
                <a:lnTo>
                  <a:pt x="797968" y="3929401"/>
                </a:lnTo>
                <a:lnTo>
                  <a:pt x="802022" y="3934882"/>
                </a:lnTo>
                <a:lnTo>
                  <a:pt x="805515" y="3937750"/>
                </a:lnTo>
                <a:lnTo>
                  <a:pt x="807139" y="3939470"/>
                </a:lnTo>
                <a:lnTo>
                  <a:pt x="809654" y="3942254"/>
                </a:lnTo>
                <a:lnTo>
                  <a:pt x="812171" y="3945037"/>
                </a:lnTo>
                <a:lnTo>
                  <a:pt x="815493" y="3949862"/>
                </a:lnTo>
                <a:lnTo>
                  <a:pt x="833244" y="3974482"/>
                </a:lnTo>
                <a:lnTo>
                  <a:pt x="837943" y="3981596"/>
                </a:lnTo>
                <a:lnTo>
                  <a:pt x="840932" y="3987969"/>
                </a:lnTo>
                <a:lnTo>
                  <a:pt x="844739" y="3994019"/>
                </a:lnTo>
                <a:lnTo>
                  <a:pt x="850254" y="4000811"/>
                </a:lnTo>
                <a:lnTo>
                  <a:pt x="855049" y="4004582"/>
                </a:lnTo>
                <a:lnTo>
                  <a:pt x="855619" y="4004830"/>
                </a:lnTo>
                <a:lnTo>
                  <a:pt x="857242" y="4006549"/>
                </a:lnTo>
                <a:lnTo>
                  <a:pt x="860231" y="4012922"/>
                </a:lnTo>
                <a:lnTo>
                  <a:pt x="868253" y="4024861"/>
                </a:lnTo>
                <a:lnTo>
                  <a:pt x="874661" y="4032716"/>
                </a:lnTo>
                <a:lnTo>
                  <a:pt x="877499" y="4036316"/>
                </a:lnTo>
                <a:lnTo>
                  <a:pt x="880338" y="4039916"/>
                </a:lnTo>
                <a:lnTo>
                  <a:pt x="883338" y="4043925"/>
                </a:lnTo>
                <a:lnTo>
                  <a:pt x="886004" y="4049481"/>
                </a:lnTo>
                <a:lnTo>
                  <a:pt x="888994" y="4055855"/>
                </a:lnTo>
                <a:lnTo>
                  <a:pt x="891832" y="4059455"/>
                </a:lnTo>
                <a:lnTo>
                  <a:pt x="893940" y="4062398"/>
                </a:lnTo>
                <a:lnTo>
                  <a:pt x="895241" y="4063301"/>
                </a:lnTo>
                <a:lnTo>
                  <a:pt x="898895" y="4066579"/>
                </a:lnTo>
                <a:lnTo>
                  <a:pt x="904819" y="4073209"/>
                </a:lnTo>
                <a:lnTo>
                  <a:pt x="921829" y="4099538"/>
                </a:lnTo>
                <a:lnTo>
                  <a:pt x="926044" y="4105427"/>
                </a:lnTo>
                <a:lnTo>
                  <a:pt x="930173" y="4112295"/>
                </a:lnTo>
                <a:lnTo>
                  <a:pt x="934786" y="4120387"/>
                </a:lnTo>
                <a:lnTo>
                  <a:pt x="938346" y="4127007"/>
                </a:lnTo>
                <a:lnTo>
                  <a:pt x="943452" y="4133959"/>
                </a:lnTo>
                <a:lnTo>
                  <a:pt x="947592" y="4138462"/>
                </a:lnTo>
                <a:lnTo>
                  <a:pt x="951322" y="4143126"/>
                </a:lnTo>
                <a:lnTo>
                  <a:pt x="955128" y="4149177"/>
                </a:lnTo>
                <a:lnTo>
                  <a:pt x="959903" y="4157677"/>
                </a:lnTo>
                <a:lnTo>
                  <a:pt x="962484" y="4164212"/>
                </a:lnTo>
                <a:lnTo>
                  <a:pt x="964022" y="4166908"/>
                </a:lnTo>
                <a:lnTo>
                  <a:pt x="966129" y="4169853"/>
                </a:lnTo>
                <a:lnTo>
                  <a:pt x="968806" y="4173045"/>
                </a:lnTo>
                <a:lnTo>
                  <a:pt x="972376" y="4177300"/>
                </a:lnTo>
                <a:lnTo>
                  <a:pt x="975945" y="4181556"/>
                </a:lnTo>
                <a:lnTo>
                  <a:pt x="979268" y="4186381"/>
                </a:lnTo>
                <a:lnTo>
                  <a:pt x="982096" y="4192346"/>
                </a:lnTo>
                <a:lnTo>
                  <a:pt x="984849" y="4196924"/>
                </a:lnTo>
                <a:lnTo>
                  <a:pt x="987677" y="4202888"/>
                </a:lnTo>
                <a:lnTo>
                  <a:pt x="990999" y="4207714"/>
                </a:lnTo>
                <a:lnTo>
                  <a:pt x="994483" y="4212947"/>
                </a:lnTo>
                <a:lnTo>
                  <a:pt x="998375" y="4218020"/>
                </a:lnTo>
                <a:lnTo>
                  <a:pt x="1004536" y="4226444"/>
                </a:lnTo>
                <a:lnTo>
                  <a:pt x="1010848" y="4237643"/>
                </a:lnTo>
                <a:lnTo>
                  <a:pt x="1016998" y="4248433"/>
                </a:lnTo>
                <a:lnTo>
                  <a:pt x="1023320" y="4257266"/>
                </a:lnTo>
                <a:lnTo>
                  <a:pt x="1029890" y="4265530"/>
                </a:lnTo>
                <a:lnTo>
                  <a:pt x="1034911" y="4273461"/>
                </a:lnTo>
                <a:lnTo>
                  <a:pt x="1038878" y="4279920"/>
                </a:lnTo>
                <a:lnTo>
                  <a:pt x="1042191" y="4287110"/>
                </a:lnTo>
                <a:lnTo>
                  <a:pt x="1045589" y="4293321"/>
                </a:lnTo>
                <a:lnTo>
                  <a:pt x="1048664" y="4298716"/>
                </a:lnTo>
                <a:lnTo>
                  <a:pt x="1052470" y="4304766"/>
                </a:lnTo>
                <a:lnTo>
                  <a:pt x="1057824" y="4311149"/>
                </a:lnTo>
                <a:lnTo>
                  <a:pt x="1062039" y="4317039"/>
                </a:lnTo>
                <a:lnTo>
                  <a:pt x="1066007" y="4323498"/>
                </a:lnTo>
                <a:lnTo>
                  <a:pt x="1069320" y="4330688"/>
                </a:lnTo>
                <a:lnTo>
                  <a:pt x="1073201" y="4338125"/>
                </a:lnTo>
                <a:lnTo>
                  <a:pt x="1076674" y="4345722"/>
                </a:lnTo>
                <a:lnTo>
                  <a:pt x="1080718" y="4353568"/>
                </a:lnTo>
                <a:lnTo>
                  <a:pt x="1084278" y="4360187"/>
                </a:lnTo>
                <a:lnTo>
                  <a:pt x="1089223" y="4366732"/>
                </a:lnTo>
                <a:lnTo>
                  <a:pt x="1094653" y="4374501"/>
                </a:lnTo>
                <a:lnTo>
                  <a:pt x="1098943" y="4381777"/>
                </a:lnTo>
                <a:lnTo>
                  <a:pt x="1102417" y="4389375"/>
                </a:lnTo>
                <a:lnTo>
                  <a:pt x="1105159" y="4396318"/>
                </a:lnTo>
                <a:lnTo>
                  <a:pt x="1111128" y="4411429"/>
                </a:lnTo>
                <a:lnTo>
                  <a:pt x="1120106" y="4428183"/>
                </a:lnTo>
                <a:lnTo>
                  <a:pt x="1124311" y="4436436"/>
                </a:lnTo>
                <a:lnTo>
                  <a:pt x="1129418" y="4443389"/>
                </a:lnTo>
                <a:lnTo>
                  <a:pt x="1133956" y="4450095"/>
                </a:lnTo>
                <a:lnTo>
                  <a:pt x="1137440" y="4455329"/>
                </a:lnTo>
                <a:lnTo>
                  <a:pt x="1143665" y="4467506"/>
                </a:lnTo>
                <a:lnTo>
                  <a:pt x="1148913" y="4479596"/>
                </a:lnTo>
                <a:lnTo>
                  <a:pt x="1154484" y="4492503"/>
                </a:lnTo>
                <a:lnTo>
                  <a:pt x="1159485" y="4505164"/>
                </a:lnTo>
                <a:lnTo>
                  <a:pt x="1164239" y="4518394"/>
                </a:lnTo>
                <a:lnTo>
                  <a:pt x="1169810" y="4531301"/>
                </a:lnTo>
                <a:lnTo>
                  <a:pt x="1175467" y="4543230"/>
                </a:lnTo>
                <a:lnTo>
                  <a:pt x="1181531" y="4554998"/>
                </a:lnTo>
                <a:lnTo>
                  <a:pt x="1185650" y="4564230"/>
                </a:lnTo>
                <a:lnTo>
                  <a:pt x="1189124" y="4571828"/>
                </a:lnTo>
                <a:lnTo>
                  <a:pt x="1192189" y="4579588"/>
                </a:lnTo>
                <a:lnTo>
                  <a:pt x="1195899" y="4588981"/>
                </a:lnTo>
                <a:lnTo>
                  <a:pt x="1198158" y="4594699"/>
                </a:lnTo>
                <a:lnTo>
                  <a:pt x="1200749" y="4598868"/>
                </a:lnTo>
                <a:lnTo>
                  <a:pt x="1203265" y="4601651"/>
                </a:lnTo>
                <a:lnTo>
                  <a:pt x="1204803" y="4604348"/>
                </a:lnTo>
                <a:lnTo>
                  <a:pt x="1206673" y="4605499"/>
                </a:lnTo>
                <a:lnTo>
                  <a:pt x="1207888" y="4607379"/>
                </a:lnTo>
                <a:lnTo>
                  <a:pt x="1209995" y="4610324"/>
                </a:lnTo>
                <a:lnTo>
                  <a:pt x="1211608" y="4614407"/>
                </a:lnTo>
                <a:lnTo>
                  <a:pt x="1269684" y="4761430"/>
                </a:lnTo>
                <a:lnTo>
                  <a:pt x="1271449" y="4768287"/>
                </a:lnTo>
                <a:lnTo>
                  <a:pt x="1272150" y="4776036"/>
                </a:lnTo>
                <a:lnTo>
                  <a:pt x="1273011" y="4784194"/>
                </a:lnTo>
                <a:lnTo>
                  <a:pt x="1274282" y="4792191"/>
                </a:lnTo>
                <a:lnTo>
                  <a:pt x="1276121" y="4800434"/>
                </a:lnTo>
                <a:lnTo>
                  <a:pt x="1278778" y="4808354"/>
                </a:lnTo>
                <a:lnTo>
                  <a:pt x="1281273" y="4815867"/>
                </a:lnTo>
                <a:lnTo>
                  <a:pt x="1283038" y="4822724"/>
                </a:lnTo>
                <a:lnTo>
                  <a:pt x="1287697" y="4839297"/>
                </a:lnTo>
                <a:lnTo>
                  <a:pt x="1290408" y="4853333"/>
                </a:lnTo>
                <a:lnTo>
                  <a:pt x="1291764" y="4860352"/>
                </a:lnTo>
                <a:lnTo>
                  <a:pt x="1293937" y="4867047"/>
                </a:lnTo>
                <a:lnTo>
                  <a:pt x="1295938" y="4875700"/>
                </a:lnTo>
                <a:lnTo>
                  <a:pt x="1299401" y="4885662"/>
                </a:lnTo>
                <a:lnTo>
                  <a:pt x="1301166" y="4892519"/>
                </a:lnTo>
                <a:lnTo>
                  <a:pt x="1303339" y="4899215"/>
                </a:lnTo>
                <a:lnTo>
                  <a:pt x="1304285" y="4906394"/>
                </a:lnTo>
                <a:lnTo>
                  <a:pt x="1305642" y="4913413"/>
                </a:lnTo>
                <a:lnTo>
                  <a:pt x="1306751" y="4921001"/>
                </a:lnTo>
                <a:lnTo>
                  <a:pt x="1308021" y="4928997"/>
                </a:lnTo>
                <a:lnTo>
                  <a:pt x="1309861" y="4937240"/>
                </a:lnTo>
                <a:lnTo>
                  <a:pt x="1312024" y="4946301"/>
                </a:lnTo>
                <a:lnTo>
                  <a:pt x="1313863" y="4954545"/>
                </a:lnTo>
                <a:lnTo>
                  <a:pt x="1314489" y="4960907"/>
                </a:lnTo>
                <a:lnTo>
                  <a:pt x="1314952" y="4966861"/>
                </a:lnTo>
                <a:lnTo>
                  <a:pt x="1315491" y="4974202"/>
                </a:lnTo>
                <a:lnTo>
                  <a:pt x="1317579" y="4981876"/>
                </a:lnTo>
                <a:lnTo>
                  <a:pt x="1319504" y="4989142"/>
                </a:lnTo>
                <a:lnTo>
                  <a:pt x="1321676" y="4995837"/>
                </a:lnTo>
                <a:lnTo>
                  <a:pt x="1324086" y="5004328"/>
                </a:lnTo>
                <a:lnTo>
                  <a:pt x="1325614" y="5009390"/>
                </a:lnTo>
                <a:lnTo>
                  <a:pt x="1325679" y="5013141"/>
                </a:lnTo>
                <a:lnTo>
                  <a:pt x="1326400" y="5016161"/>
                </a:lnTo>
                <a:lnTo>
                  <a:pt x="1326142" y="5019096"/>
                </a:lnTo>
                <a:lnTo>
                  <a:pt x="1326047" y="5022439"/>
                </a:lnTo>
                <a:lnTo>
                  <a:pt x="1325790" y="5025372"/>
                </a:lnTo>
                <a:lnTo>
                  <a:pt x="1326995" y="5029618"/>
                </a:lnTo>
                <a:lnTo>
                  <a:pt x="1327543" y="5034594"/>
                </a:lnTo>
                <a:lnTo>
                  <a:pt x="1330523" y="5043331"/>
                </a:lnTo>
                <a:lnTo>
                  <a:pt x="1331234" y="5048717"/>
                </a:lnTo>
                <a:lnTo>
                  <a:pt x="1332429" y="5055326"/>
                </a:lnTo>
                <a:lnTo>
                  <a:pt x="1332559" y="5062829"/>
                </a:lnTo>
                <a:lnTo>
                  <a:pt x="1332615" y="5068944"/>
                </a:lnTo>
                <a:lnTo>
                  <a:pt x="1333088" y="5072534"/>
                </a:lnTo>
                <a:lnTo>
                  <a:pt x="1333648" y="5075146"/>
                </a:lnTo>
                <a:lnTo>
                  <a:pt x="1334207" y="5077757"/>
                </a:lnTo>
                <a:lnTo>
                  <a:pt x="1336305" y="5083067"/>
                </a:lnTo>
                <a:lnTo>
                  <a:pt x="1338468" y="5092127"/>
                </a:lnTo>
                <a:lnTo>
                  <a:pt x="1339737" y="5100124"/>
                </a:lnTo>
                <a:lnTo>
                  <a:pt x="1339062" y="5105584"/>
                </a:lnTo>
                <a:lnTo>
                  <a:pt x="1338643" y="5108109"/>
                </a:lnTo>
                <a:lnTo>
                  <a:pt x="1338386" y="5111044"/>
                </a:lnTo>
                <a:lnTo>
                  <a:pt x="1338451" y="5114795"/>
                </a:lnTo>
                <a:lnTo>
                  <a:pt x="1339656" y="5119040"/>
                </a:lnTo>
                <a:lnTo>
                  <a:pt x="1342474" y="5127370"/>
                </a:lnTo>
                <a:lnTo>
                  <a:pt x="1344636" y="5136430"/>
                </a:lnTo>
                <a:lnTo>
                  <a:pt x="1344768" y="5143932"/>
                </a:lnTo>
                <a:lnTo>
                  <a:pt x="1344500" y="5149231"/>
                </a:lnTo>
                <a:lnTo>
                  <a:pt x="1344933" y="5162280"/>
                </a:lnTo>
                <a:lnTo>
                  <a:pt x="1346581" y="5177208"/>
                </a:lnTo>
                <a:lnTo>
                  <a:pt x="1347659" y="5191891"/>
                </a:lnTo>
                <a:lnTo>
                  <a:pt x="1347856" y="5203144"/>
                </a:lnTo>
                <a:lnTo>
                  <a:pt x="1347826" y="5210238"/>
                </a:lnTo>
                <a:lnTo>
                  <a:pt x="1348450" y="5216600"/>
                </a:lnTo>
                <a:lnTo>
                  <a:pt x="1349076" y="5222964"/>
                </a:lnTo>
                <a:lnTo>
                  <a:pt x="1349614" y="5230304"/>
                </a:lnTo>
                <a:lnTo>
                  <a:pt x="1348639" y="5419066"/>
                </a:lnTo>
                <a:lnTo>
                  <a:pt x="1346666" y="5441562"/>
                </a:lnTo>
                <a:lnTo>
                  <a:pt x="1345102" y="5463898"/>
                </a:lnTo>
                <a:lnTo>
                  <a:pt x="1344109" y="5486480"/>
                </a:lnTo>
                <a:lnTo>
                  <a:pt x="1341566" y="5508730"/>
                </a:lnTo>
                <a:lnTo>
                  <a:pt x="1338005" y="5540352"/>
                </a:lnTo>
                <a:lnTo>
                  <a:pt x="1338167" y="5540760"/>
                </a:lnTo>
                <a:lnTo>
                  <a:pt x="1338081" y="5541739"/>
                </a:lnTo>
                <a:lnTo>
                  <a:pt x="1320536" y="5658673"/>
                </a:lnTo>
                <a:lnTo>
                  <a:pt x="1319623" y="5662338"/>
                </a:lnTo>
                <a:lnTo>
                  <a:pt x="1319613" y="5664703"/>
                </a:lnTo>
                <a:lnTo>
                  <a:pt x="1318957" y="5665434"/>
                </a:lnTo>
                <a:lnTo>
                  <a:pt x="1319033" y="5666820"/>
                </a:lnTo>
                <a:lnTo>
                  <a:pt x="1318540" y="5667960"/>
                </a:lnTo>
                <a:lnTo>
                  <a:pt x="1318453" y="5668939"/>
                </a:lnTo>
                <a:lnTo>
                  <a:pt x="1267098" y="5892708"/>
                </a:lnTo>
                <a:lnTo>
                  <a:pt x="1267088" y="5895073"/>
                </a:lnTo>
                <a:lnTo>
                  <a:pt x="1265767" y="5898900"/>
                </a:lnTo>
                <a:lnTo>
                  <a:pt x="1249937" y="5958029"/>
                </a:lnTo>
                <a:lnTo>
                  <a:pt x="1248854" y="5963651"/>
                </a:lnTo>
                <a:lnTo>
                  <a:pt x="1247361" y="5969434"/>
                </a:lnTo>
                <a:lnTo>
                  <a:pt x="1245717" y="5972444"/>
                </a:lnTo>
                <a:lnTo>
                  <a:pt x="1245299" y="5974970"/>
                </a:lnTo>
                <a:lnTo>
                  <a:pt x="1245052" y="5975540"/>
                </a:lnTo>
                <a:lnTo>
                  <a:pt x="1244558" y="5976679"/>
                </a:lnTo>
                <a:lnTo>
                  <a:pt x="1244310" y="5977249"/>
                </a:lnTo>
                <a:lnTo>
                  <a:pt x="1243816" y="5978388"/>
                </a:lnTo>
                <a:lnTo>
                  <a:pt x="1243730" y="5979366"/>
                </a:lnTo>
                <a:lnTo>
                  <a:pt x="1243483" y="5979936"/>
                </a:lnTo>
                <a:lnTo>
                  <a:pt x="1132602" y="6280098"/>
                </a:lnTo>
                <a:lnTo>
                  <a:pt x="1132355" y="6280667"/>
                </a:lnTo>
                <a:lnTo>
                  <a:pt x="1131451" y="6281968"/>
                </a:lnTo>
                <a:lnTo>
                  <a:pt x="1131204" y="6282538"/>
                </a:lnTo>
                <a:lnTo>
                  <a:pt x="1130710" y="6283677"/>
                </a:lnTo>
                <a:lnTo>
                  <a:pt x="1129056" y="6289051"/>
                </a:lnTo>
                <a:lnTo>
                  <a:pt x="1126424" y="6294340"/>
                </a:lnTo>
                <a:lnTo>
                  <a:pt x="1125103" y="6298167"/>
                </a:lnTo>
                <a:lnTo>
                  <a:pt x="1123213" y="6301747"/>
                </a:lnTo>
                <a:lnTo>
                  <a:pt x="1117273" y="6317785"/>
                </a:lnTo>
                <a:lnTo>
                  <a:pt x="1116617" y="6318516"/>
                </a:lnTo>
                <a:lnTo>
                  <a:pt x="1116532" y="6319494"/>
                </a:lnTo>
                <a:lnTo>
                  <a:pt x="1114641" y="6323074"/>
                </a:lnTo>
                <a:lnTo>
                  <a:pt x="1113405" y="6325922"/>
                </a:lnTo>
                <a:lnTo>
                  <a:pt x="1112578" y="6328610"/>
                </a:lnTo>
                <a:lnTo>
                  <a:pt x="1095948" y="6365394"/>
                </a:lnTo>
                <a:lnTo>
                  <a:pt x="1094799" y="6367265"/>
                </a:lnTo>
                <a:lnTo>
                  <a:pt x="1094058" y="6368974"/>
                </a:lnTo>
                <a:lnTo>
                  <a:pt x="1093972" y="6369952"/>
                </a:lnTo>
                <a:lnTo>
                  <a:pt x="1093478" y="6371091"/>
                </a:lnTo>
                <a:lnTo>
                  <a:pt x="1091501" y="6375649"/>
                </a:lnTo>
                <a:lnTo>
                  <a:pt x="1090684" y="6375971"/>
                </a:lnTo>
                <a:lnTo>
                  <a:pt x="1090922" y="6377767"/>
                </a:lnTo>
                <a:lnTo>
                  <a:pt x="1093341" y="6383892"/>
                </a:lnTo>
                <a:lnTo>
                  <a:pt x="1106001" y="6378891"/>
                </a:lnTo>
                <a:lnTo>
                  <a:pt x="1120049" y="6373815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: 形状 62"/>
          <p:cNvSpPr/>
          <p:nvPr/>
        </p:nvSpPr>
        <p:spPr>
          <a:xfrm>
            <a:off x="6199777" y="5419513"/>
            <a:ext cx="1155370" cy="366923"/>
          </a:xfrm>
          <a:custGeom>
            <a:avLst/>
            <a:gdLst>
              <a:gd name="connsiteX0" fmla="*/ 1295833 w 1295833"/>
              <a:gd name="connsiteY0" fmla="*/ 0 h 411531"/>
              <a:gd name="connsiteX1" fmla="*/ 1194452 w 1295833"/>
              <a:gd name="connsiteY1" fmla="*/ 109841 h 411531"/>
              <a:gd name="connsiteX2" fmla="*/ 526375 w 1295833"/>
              <a:gd name="connsiteY2" fmla="*/ 411531 h 411531"/>
              <a:gd name="connsiteX3" fmla="*/ 109588 w 1295833"/>
              <a:gd name="connsiteY3" fmla="*/ 299153 h 411531"/>
              <a:gd name="connsiteX4" fmla="*/ 0 w 1295833"/>
              <a:gd name="connsiteY4" fmla="*/ 227621 h 411531"/>
              <a:gd name="connsiteX5" fmla="*/ 36347 w 1295833"/>
              <a:gd name="connsiteY5" fmla="*/ 239591 h 411531"/>
              <a:gd name="connsiteX6" fmla="*/ 410201 w 1295833"/>
              <a:gd name="connsiteY6" fmla="*/ 287862 h 411531"/>
              <a:gd name="connsiteX7" fmla="*/ 1294420 w 1295833"/>
              <a:gd name="connsiteY7" fmla="*/ 1099 h 411531"/>
              <a:gd name="connsiteX8" fmla="*/ 1295833 w 1295833"/>
              <a:gd name="connsiteY8" fmla="*/ 0 h 41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5833" h="411531">
                <a:moveTo>
                  <a:pt x="1295833" y="0"/>
                </a:moveTo>
                <a:lnTo>
                  <a:pt x="1194452" y="109841"/>
                </a:lnTo>
                <a:cubicBezTo>
                  <a:pt x="995857" y="302243"/>
                  <a:pt x="768273" y="411531"/>
                  <a:pt x="526375" y="411531"/>
                </a:cubicBezTo>
                <a:cubicBezTo>
                  <a:pt x="381237" y="411531"/>
                  <a:pt x="241251" y="372187"/>
                  <a:pt x="109588" y="299153"/>
                </a:cubicBezTo>
                <a:lnTo>
                  <a:pt x="0" y="227621"/>
                </a:lnTo>
                <a:lnTo>
                  <a:pt x="36347" y="239591"/>
                </a:lnTo>
                <a:cubicBezTo>
                  <a:pt x="157106" y="271241"/>
                  <a:pt x="282138" y="287862"/>
                  <a:pt x="410201" y="287862"/>
                </a:cubicBezTo>
                <a:cubicBezTo>
                  <a:pt x="730359" y="287862"/>
                  <a:pt x="1031574" y="183981"/>
                  <a:pt x="1294420" y="1099"/>
                </a:cubicBezTo>
                <a:lnTo>
                  <a:pt x="129583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7551791" y="1879494"/>
            <a:ext cx="864322" cy="3723480"/>
          </a:xfrm>
          <a:custGeom>
            <a:avLst/>
            <a:gdLst>
              <a:gd name="connsiteX0" fmla="*/ 0 w 969401"/>
              <a:gd name="connsiteY0" fmla="*/ 0 h 4176158"/>
              <a:gd name="connsiteX1" fmla="*/ 151534 w 969401"/>
              <a:gd name="connsiteY1" fmla="*/ 117911 h 4176158"/>
              <a:gd name="connsiteX2" fmla="*/ 969401 w 969401"/>
              <a:gd name="connsiteY2" fmla="*/ 2088079 h 4176158"/>
              <a:gd name="connsiteX3" fmla="*/ 151534 w 969401"/>
              <a:gd name="connsiteY3" fmla="*/ 4058247 h 4176158"/>
              <a:gd name="connsiteX4" fmla="*/ 0 w 969401"/>
              <a:gd name="connsiteY4" fmla="*/ 4176158 h 4176158"/>
              <a:gd name="connsiteX5" fmla="*/ 14179 w 969401"/>
              <a:gd name="connsiteY5" fmla="*/ 4160795 h 4176158"/>
              <a:gd name="connsiteX6" fmla="*/ 632123 w 969401"/>
              <a:gd name="connsiteY6" fmla="*/ 2088079 h 4176158"/>
              <a:gd name="connsiteX7" fmla="*/ 14179 w 969401"/>
              <a:gd name="connsiteY7" fmla="*/ 15363 h 4176158"/>
              <a:gd name="connsiteX8" fmla="*/ 0 w 969401"/>
              <a:gd name="connsiteY8" fmla="*/ 0 h 41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9401" h="4176158">
                <a:moveTo>
                  <a:pt x="0" y="0"/>
                </a:moveTo>
                <a:lnTo>
                  <a:pt x="151534" y="117911"/>
                </a:lnTo>
                <a:cubicBezTo>
                  <a:pt x="644977" y="544885"/>
                  <a:pt x="969401" y="1267957"/>
                  <a:pt x="969401" y="2088079"/>
                </a:cubicBezTo>
                <a:cubicBezTo>
                  <a:pt x="969401" y="2908202"/>
                  <a:pt x="644977" y="3631273"/>
                  <a:pt x="151534" y="4058247"/>
                </a:cubicBezTo>
                <a:lnTo>
                  <a:pt x="0" y="4176158"/>
                </a:lnTo>
                <a:lnTo>
                  <a:pt x="14179" y="4160795"/>
                </a:lnTo>
                <a:cubicBezTo>
                  <a:pt x="387003" y="3711597"/>
                  <a:pt x="632123" y="2950889"/>
                  <a:pt x="632123" y="2088079"/>
                </a:cubicBezTo>
                <a:cubicBezTo>
                  <a:pt x="632123" y="1225269"/>
                  <a:pt x="387003" y="464561"/>
                  <a:pt x="14179" y="15363"/>
                </a:cubicBezTo>
                <a:lnTo>
                  <a:pt x="0" y="0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/>
          <p:cNvSpPr/>
          <p:nvPr/>
        </p:nvSpPr>
        <p:spPr>
          <a:xfrm>
            <a:off x="5259096" y="1879494"/>
            <a:ext cx="864322" cy="3723480"/>
          </a:xfrm>
          <a:custGeom>
            <a:avLst/>
            <a:gdLst>
              <a:gd name="connsiteX0" fmla="*/ 0 w 969401"/>
              <a:gd name="connsiteY0" fmla="*/ 0 h 4176158"/>
              <a:gd name="connsiteX1" fmla="*/ 151534 w 969401"/>
              <a:gd name="connsiteY1" fmla="*/ 117911 h 4176158"/>
              <a:gd name="connsiteX2" fmla="*/ 969401 w 969401"/>
              <a:gd name="connsiteY2" fmla="*/ 2088079 h 4176158"/>
              <a:gd name="connsiteX3" fmla="*/ 151534 w 969401"/>
              <a:gd name="connsiteY3" fmla="*/ 4058247 h 4176158"/>
              <a:gd name="connsiteX4" fmla="*/ 0 w 969401"/>
              <a:gd name="connsiteY4" fmla="*/ 4176158 h 4176158"/>
              <a:gd name="connsiteX5" fmla="*/ 14179 w 969401"/>
              <a:gd name="connsiteY5" fmla="*/ 4160795 h 4176158"/>
              <a:gd name="connsiteX6" fmla="*/ 632123 w 969401"/>
              <a:gd name="connsiteY6" fmla="*/ 2088079 h 4176158"/>
              <a:gd name="connsiteX7" fmla="*/ 14179 w 969401"/>
              <a:gd name="connsiteY7" fmla="*/ 15363 h 4176158"/>
              <a:gd name="connsiteX8" fmla="*/ 0 w 969401"/>
              <a:gd name="connsiteY8" fmla="*/ 0 h 41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9401" h="4176158">
                <a:moveTo>
                  <a:pt x="0" y="0"/>
                </a:moveTo>
                <a:lnTo>
                  <a:pt x="151534" y="117911"/>
                </a:lnTo>
                <a:cubicBezTo>
                  <a:pt x="644977" y="544885"/>
                  <a:pt x="969401" y="1267957"/>
                  <a:pt x="969401" y="2088079"/>
                </a:cubicBezTo>
                <a:cubicBezTo>
                  <a:pt x="969401" y="2908202"/>
                  <a:pt x="644977" y="3631273"/>
                  <a:pt x="151534" y="4058247"/>
                </a:cubicBezTo>
                <a:lnTo>
                  <a:pt x="0" y="4176158"/>
                </a:lnTo>
                <a:lnTo>
                  <a:pt x="14179" y="4160795"/>
                </a:lnTo>
                <a:cubicBezTo>
                  <a:pt x="387003" y="3711597"/>
                  <a:pt x="632123" y="2950889"/>
                  <a:pt x="632123" y="2088079"/>
                </a:cubicBezTo>
                <a:cubicBezTo>
                  <a:pt x="632123" y="1225269"/>
                  <a:pt x="387003" y="464561"/>
                  <a:pt x="14179" y="15363"/>
                </a:cubicBezTo>
                <a:lnTo>
                  <a:pt x="0" y="0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/>
          <p:cNvSpPr/>
          <p:nvPr/>
        </p:nvSpPr>
        <p:spPr>
          <a:xfrm>
            <a:off x="4734835" y="1557904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/>
          <p:cNvSpPr/>
          <p:nvPr/>
        </p:nvSpPr>
        <p:spPr>
          <a:xfrm>
            <a:off x="4811194" y="5182244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/>
          <p:cNvSpPr/>
          <p:nvPr/>
        </p:nvSpPr>
        <p:spPr>
          <a:xfrm>
            <a:off x="7002754" y="1557904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/>
          <p:cNvSpPr/>
          <p:nvPr/>
        </p:nvSpPr>
        <p:spPr>
          <a:xfrm>
            <a:off x="7193401" y="5182244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5009443" y="1603295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 生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7428455" y="159328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125039" y="522763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7475864" y="522763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4379760" y="2360513"/>
            <a:ext cx="1267926" cy="307777"/>
            <a:chOff x="3473006" y="2109958"/>
            <a:chExt cx="1267926" cy="307777"/>
          </a:xfrm>
        </p:grpSpPr>
        <p:cxnSp>
          <p:nvCxnSpPr>
            <p:cNvPr id="75" name="直接箭头连接符 74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4459262" y="2709225"/>
            <a:ext cx="1267926" cy="307777"/>
            <a:chOff x="3473006" y="2109958"/>
            <a:chExt cx="1267926" cy="307777"/>
          </a:xfrm>
        </p:grpSpPr>
        <p:cxnSp>
          <p:nvCxnSpPr>
            <p:cNvPr id="78" name="直接箭头连接符 77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532176" y="3059551"/>
            <a:ext cx="1267926" cy="307777"/>
            <a:chOff x="3473006" y="2109958"/>
            <a:chExt cx="1267926" cy="307777"/>
          </a:xfrm>
        </p:grpSpPr>
        <p:cxnSp>
          <p:nvCxnSpPr>
            <p:cNvPr id="81" name="直接箭头连接符 80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4502639" y="3886191"/>
            <a:ext cx="1267926" cy="307777"/>
            <a:chOff x="3473006" y="2109958"/>
            <a:chExt cx="1267926" cy="307777"/>
          </a:xfrm>
        </p:grpSpPr>
        <p:cxnSp>
          <p:nvCxnSpPr>
            <p:cNvPr id="84" name="直接箭头连接符 83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389975" y="4314616"/>
            <a:ext cx="1267926" cy="307777"/>
            <a:chOff x="3473006" y="2109958"/>
            <a:chExt cx="1267926" cy="307777"/>
          </a:xfrm>
        </p:grpSpPr>
        <p:cxnSp>
          <p:nvCxnSpPr>
            <p:cNvPr id="87" name="直接箭头连接符 86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本框 87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4311677" y="4655772"/>
            <a:ext cx="1267926" cy="307777"/>
            <a:chOff x="3473006" y="2109958"/>
            <a:chExt cx="1267926" cy="307777"/>
          </a:xfrm>
        </p:grpSpPr>
        <p:cxnSp>
          <p:nvCxnSpPr>
            <p:cNvPr id="90" name="直接箭头连接符 89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6610009" y="2248910"/>
            <a:ext cx="1267926" cy="307777"/>
            <a:chOff x="3473006" y="2109958"/>
            <a:chExt cx="1267926" cy="307777"/>
          </a:xfrm>
        </p:grpSpPr>
        <p:cxnSp>
          <p:nvCxnSpPr>
            <p:cNvPr id="93" name="直接箭头连接符 92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716026" y="2672924"/>
            <a:ext cx="1267926" cy="307777"/>
            <a:chOff x="3473006" y="2109958"/>
            <a:chExt cx="1267926" cy="307777"/>
          </a:xfrm>
        </p:grpSpPr>
        <p:cxnSp>
          <p:nvCxnSpPr>
            <p:cNvPr id="96" name="直接箭头连接符 95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本框 96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806961" y="3059551"/>
            <a:ext cx="1267926" cy="307777"/>
            <a:chOff x="3473006" y="2109958"/>
            <a:chExt cx="1267926" cy="307777"/>
          </a:xfrm>
        </p:grpSpPr>
        <p:cxnSp>
          <p:nvCxnSpPr>
            <p:cNvPr id="99" name="直接箭头连接符 98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本框 99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836498" y="3914238"/>
            <a:ext cx="1267926" cy="307777"/>
            <a:chOff x="3473006" y="2109958"/>
            <a:chExt cx="1267926" cy="307777"/>
          </a:xfrm>
        </p:grpSpPr>
        <p:cxnSp>
          <p:nvCxnSpPr>
            <p:cNvPr id="102" name="直接箭头连接符 101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6759403" y="4198026"/>
            <a:ext cx="1267926" cy="307777"/>
            <a:chOff x="3473006" y="2109958"/>
            <a:chExt cx="1267926" cy="307777"/>
          </a:xfrm>
        </p:grpSpPr>
        <p:cxnSp>
          <p:nvCxnSpPr>
            <p:cNvPr id="105" name="直接箭头连接符 104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本框 105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6652972" y="4600180"/>
            <a:ext cx="1267926" cy="307777"/>
            <a:chOff x="3473006" y="2109958"/>
            <a:chExt cx="1267926" cy="307777"/>
          </a:xfrm>
        </p:grpSpPr>
        <p:cxnSp>
          <p:nvCxnSpPr>
            <p:cNvPr id="108" name="直接箭头连接符 107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本框 108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sp>
        <p:nvSpPr>
          <p:cNvPr id="110" name="任意多边形: 形状 109"/>
          <p:cNvSpPr/>
          <p:nvPr/>
        </p:nvSpPr>
        <p:spPr>
          <a:xfrm>
            <a:off x="3102191" y="1931238"/>
            <a:ext cx="864322" cy="3723480"/>
          </a:xfrm>
          <a:custGeom>
            <a:avLst/>
            <a:gdLst>
              <a:gd name="connsiteX0" fmla="*/ 0 w 969401"/>
              <a:gd name="connsiteY0" fmla="*/ 0 h 4176158"/>
              <a:gd name="connsiteX1" fmla="*/ 151534 w 969401"/>
              <a:gd name="connsiteY1" fmla="*/ 117911 h 4176158"/>
              <a:gd name="connsiteX2" fmla="*/ 969401 w 969401"/>
              <a:gd name="connsiteY2" fmla="*/ 2088079 h 4176158"/>
              <a:gd name="connsiteX3" fmla="*/ 151534 w 969401"/>
              <a:gd name="connsiteY3" fmla="*/ 4058247 h 4176158"/>
              <a:gd name="connsiteX4" fmla="*/ 0 w 969401"/>
              <a:gd name="connsiteY4" fmla="*/ 4176158 h 4176158"/>
              <a:gd name="connsiteX5" fmla="*/ 14179 w 969401"/>
              <a:gd name="connsiteY5" fmla="*/ 4160795 h 4176158"/>
              <a:gd name="connsiteX6" fmla="*/ 632123 w 969401"/>
              <a:gd name="connsiteY6" fmla="*/ 2088079 h 4176158"/>
              <a:gd name="connsiteX7" fmla="*/ 14179 w 969401"/>
              <a:gd name="connsiteY7" fmla="*/ 15363 h 4176158"/>
              <a:gd name="connsiteX8" fmla="*/ 0 w 969401"/>
              <a:gd name="connsiteY8" fmla="*/ 0 h 41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9401" h="4176158">
                <a:moveTo>
                  <a:pt x="0" y="0"/>
                </a:moveTo>
                <a:lnTo>
                  <a:pt x="151534" y="117911"/>
                </a:lnTo>
                <a:cubicBezTo>
                  <a:pt x="644977" y="544885"/>
                  <a:pt x="969401" y="1267957"/>
                  <a:pt x="969401" y="2088079"/>
                </a:cubicBezTo>
                <a:cubicBezTo>
                  <a:pt x="969401" y="2908202"/>
                  <a:pt x="644977" y="3631273"/>
                  <a:pt x="151534" y="4058247"/>
                </a:cubicBezTo>
                <a:lnTo>
                  <a:pt x="0" y="4176158"/>
                </a:lnTo>
                <a:lnTo>
                  <a:pt x="14179" y="4160795"/>
                </a:lnTo>
                <a:cubicBezTo>
                  <a:pt x="387003" y="3711597"/>
                  <a:pt x="632123" y="2950889"/>
                  <a:pt x="632123" y="2088079"/>
                </a:cubicBezTo>
                <a:cubicBezTo>
                  <a:pt x="632123" y="1225269"/>
                  <a:pt x="387003" y="464561"/>
                  <a:pt x="14179" y="15363"/>
                </a:cubicBezTo>
                <a:lnTo>
                  <a:pt x="0" y="0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: 圆角 110"/>
          <p:cNvSpPr/>
          <p:nvPr/>
        </p:nvSpPr>
        <p:spPr>
          <a:xfrm>
            <a:off x="2553154" y="1609648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/>
          <p:cNvSpPr/>
          <p:nvPr/>
        </p:nvSpPr>
        <p:spPr>
          <a:xfrm>
            <a:off x="2743801" y="5233988"/>
            <a:ext cx="1388583" cy="552448"/>
          </a:xfrm>
          <a:prstGeom prst="roundRect">
            <a:avLst>
              <a:gd name="adj" fmla="val 50000"/>
            </a:avLst>
          </a:prstGeom>
          <a:solidFill>
            <a:srgbClr val="02967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2886024" y="1654341"/>
            <a:ext cx="800219" cy="461665"/>
          </a:xfrm>
          <a:prstGeom prst="rect">
            <a:avLst/>
          </a:prstGeom>
          <a:solidFill>
            <a:srgbClr val="029676"/>
          </a:solidFill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护士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3026264" y="527937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宣传</a:t>
            </a:r>
          </a:p>
        </p:txBody>
      </p:sp>
      <p:grpSp>
        <p:nvGrpSpPr>
          <p:cNvPr id="115" name="组合 114"/>
          <p:cNvGrpSpPr/>
          <p:nvPr/>
        </p:nvGrpSpPr>
        <p:grpSpPr>
          <a:xfrm>
            <a:off x="2160409" y="2300654"/>
            <a:ext cx="1267926" cy="307777"/>
            <a:chOff x="3473006" y="2109958"/>
            <a:chExt cx="1267926" cy="307777"/>
          </a:xfrm>
        </p:grpSpPr>
        <p:cxnSp>
          <p:nvCxnSpPr>
            <p:cNvPr id="116" name="直接箭头连接符 115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文本框 116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2266426" y="2724668"/>
            <a:ext cx="1267926" cy="307777"/>
            <a:chOff x="3473006" y="2109958"/>
            <a:chExt cx="1267926" cy="307777"/>
          </a:xfrm>
        </p:grpSpPr>
        <p:cxnSp>
          <p:nvCxnSpPr>
            <p:cNvPr id="119" name="直接箭头连接符 118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本框 119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2357361" y="3111295"/>
            <a:ext cx="1267926" cy="307777"/>
            <a:chOff x="3473006" y="2109958"/>
            <a:chExt cx="1267926" cy="307777"/>
          </a:xfrm>
        </p:grpSpPr>
        <p:cxnSp>
          <p:nvCxnSpPr>
            <p:cNvPr id="122" name="直接箭头连接符 121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2386898" y="3965982"/>
            <a:ext cx="1267926" cy="307777"/>
            <a:chOff x="3473006" y="2109958"/>
            <a:chExt cx="1267926" cy="307777"/>
          </a:xfrm>
        </p:grpSpPr>
        <p:cxnSp>
          <p:nvCxnSpPr>
            <p:cNvPr id="125" name="直接箭头连接符 124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2309803" y="4249770"/>
            <a:ext cx="1267926" cy="307777"/>
            <a:chOff x="3473006" y="2109958"/>
            <a:chExt cx="1267926" cy="307777"/>
          </a:xfrm>
        </p:grpSpPr>
        <p:cxnSp>
          <p:nvCxnSpPr>
            <p:cNvPr id="128" name="直接箭头连接符 127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2203372" y="4651924"/>
            <a:ext cx="1267926" cy="307777"/>
            <a:chOff x="3473006" y="2109958"/>
            <a:chExt cx="1267926" cy="307777"/>
          </a:xfrm>
        </p:grpSpPr>
        <p:cxnSp>
          <p:nvCxnSpPr>
            <p:cNvPr id="131" name="直接箭头连接符 130"/>
            <p:cNvCxnSpPr/>
            <p:nvPr/>
          </p:nvCxnSpPr>
          <p:spPr>
            <a:xfrm>
              <a:off x="3473006" y="2417735"/>
              <a:ext cx="1267926" cy="0"/>
            </a:xfrm>
            <a:prstGeom prst="straightConnector1">
              <a:avLst/>
            </a:prstGeom>
            <a:ln>
              <a:solidFill>
                <a:srgbClr val="21283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本框 131"/>
            <p:cNvSpPr txBox="1"/>
            <p:nvPr/>
          </p:nvSpPr>
          <p:spPr>
            <a:xfrm>
              <a:off x="3516383" y="2109958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添加关键词</a:t>
              </a: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9768127" y="3144796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2901631" y="42398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漂亮的鱼骨图是可以随意编辑的哦</a:t>
            </a:r>
          </a:p>
        </p:txBody>
      </p:sp>
    </p:spTree>
    <p:extLst>
      <p:ext uri="{BB962C8B-B14F-4D97-AF65-F5344CB8AC3E}">
        <p14:creationId xmlns:p14="http://schemas.microsoft.com/office/powerpoint/2010/main" val="244001879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9309" y="176388"/>
            <a:ext cx="11461244" cy="6383892"/>
            <a:chOff x="79309" y="176388"/>
            <a:chExt cx="11461244" cy="6383892"/>
          </a:xfrm>
        </p:grpSpPr>
        <p:sp>
          <p:nvSpPr>
            <p:cNvPr id="2" name="任意多边形: 形状 1"/>
            <p:cNvSpPr/>
            <p:nvPr/>
          </p:nvSpPr>
          <p:spPr>
            <a:xfrm rot="20306714" flipV="1">
              <a:off x="79309" y="176388"/>
              <a:ext cx="11461244" cy="6383892"/>
            </a:xfrm>
            <a:custGeom>
              <a:avLst/>
              <a:gdLst>
                <a:gd name="connsiteX0" fmla="*/ 1135073 w 11461244"/>
                <a:gd name="connsiteY0" fmla="*/ 6368823 h 6383892"/>
                <a:gd name="connsiteX1" fmla="*/ 1150592 w 11461244"/>
                <a:gd name="connsiteY1" fmla="*/ 6362693 h 6383892"/>
                <a:gd name="connsiteX2" fmla="*/ 1166111 w 11461244"/>
                <a:gd name="connsiteY2" fmla="*/ 6356563 h 6383892"/>
                <a:gd name="connsiteX3" fmla="*/ 1180405 w 11461244"/>
                <a:gd name="connsiteY3" fmla="*/ 6350917 h 6383892"/>
                <a:gd name="connsiteX4" fmla="*/ 1193559 w 11461244"/>
                <a:gd name="connsiteY4" fmla="*/ 6344777 h 6383892"/>
                <a:gd name="connsiteX5" fmla="*/ 1204510 w 11461244"/>
                <a:gd name="connsiteY5" fmla="*/ 6339035 h 6383892"/>
                <a:gd name="connsiteX6" fmla="*/ 1216365 w 11461244"/>
                <a:gd name="connsiteY6" fmla="*/ 6331991 h 6383892"/>
                <a:gd name="connsiteX7" fmla="*/ 1228949 w 11461244"/>
                <a:gd name="connsiteY7" fmla="*/ 6325604 h 6383892"/>
                <a:gd name="connsiteX8" fmla="*/ 1241942 w 11461244"/>
                <a:gd name="connsiteY8" fmla="*/ 6319056 h 6383892"/>
                <a:gd name="connsiteX9" fmla="*/ 1254119 w 11461244"/>
                <a:gd name="connsiteY9" fmla="*/ 6312829 h 6383892"/>
                <a:gd name="connsiteX10" fmla="*/ 1266703 w 11461244"/>
                <a:gd name="connsiteY10" fmla="*/ 6306441 h 6383892"/>
                <a:gd name="connsiteX11" fmla="*/ 1278718 w 11461244"/>
                <a:gd name="connsiteY11" fmla="*/ 6299807 h 6383892"/>
                <a:gd name="connsiteX12" fmla="*/ 1289916 w 11461244"/>
                <a:gd name="connsiteY12" fmla="*/ 6293495 h 6383892"/>
                <a:gd name="connsiteX13" fmla="*/ 1301039 w 11461244"/>
                <a:gd name="connsiteY13" fmla="*/ 6285797 h 6383892"/>
                <a:gd name="connsiteX14" fmla="*/ 1311506 w 11461244"/>
                <a:gd name="connsiteY14" fmla="*/ 6278829 h 6383892"/>
                <a:gd name="connsiteX15" fmla="*/ 1322628 w 11461244"/>
                <a:gd name="connsiteY15" fmla="*/ 6271131 h 6383892"/>
                <a:gd name="connsiteX16" fmla="*/ 1333418 w 11461244"/>
                <a:gd name="connsiteY16" fmla="*/ 6264980 h 6383892"/>
                <a:gd name="connsiteX17" fmla="*/ 1344133 w 11461244"/>
                <a:gd name="connsiteY17" fmla="*/ 6257443 h 6383892"/>
                <a:gd name="connsiteX18" fmla="*/ 1355578 w 11461244"/>
                <a:gd name="connsiteY18" fmla="*/ 6250562 h 6383892"/>
                <a:gd name="connsiteX19" fmla="*/ 1366453 w 11461244"/>
                <a:gd name="connsiteY19" fmla="*/ 6243433 h 6383892"/>
                <a:gd name="connsiteX20" fmla="*/ 1377329 w 11461244"/>
                <a:gd name="connsiteY20" fmla="*/ 6236304 h 6383892"/>
                <a:gd name="connsiteX21" fmla="*/ 1387882 w 11461244"/>
                <a:gd name="connsiteY21" fmla="*/ 6228359 h 6383892"/>
                <a:gd name="connsiteX22" fmla="*/ 1507983 w 11461244"/>
                <a:gd name="connsiteY22" fmla="*/ 6135594 h 6383892"/>
                <a:gd name="connsiteX23" fmla="*/ 1516171 w 11461244"/>
                <a:gd name="connsiteY23" fmla="*/ 6127638 h 6383892"/>
                <a:gd name="connsiteX24" fmla="*/ 1524198 w 11461244"/>
                <a:gd name="connsiteY24" fmla="*/ 6119273 h 6383892"/>
                <a:gd name="connsiteX25" fmla="*/ 1532224 w 11461244"/>
                <a:gd name="connsiteY25" fmla="*/ 6110909 h 6383892"/>
                <a:gd name="connsiteX26" fmla="*/ 1540499 w 11461244"/>
                <a:gd name="connsiteY26" fmla="*/ 6101976 h 6383892"/>
                <a:gd name="connsiteX27" fmla="*/ 1617284 w 11461244"/>
                <a:gd name="connsiteY27" fmla="*/ 6013101 h 6383892"/>
                <a:gd name="connsiteX28" fmla="*/ 1620647 w 11461244"/>
                <a:gd name="connsiteY28" fmla="*/ 6008468 h 6383892"/>
                <a:gd name="connsiteX29" fmla="*/ 1624989 w 11461244"/>
                <a:gd name="connsiteY29" fmla="*/ 6003920 h 6383892"/>
                <a:gd name="connsiteX30" fmla="*/ 1627374 w 11461244"/>
                <a:gd name="connsiteY30" fmla="*/ 5999201 h 6383892"/>
                <a:gd name="connsiteX31" fmla="*/ 1630984 w 11461244"/>
                <a:gd name="connsiteY31" fmla="*/ 5993998 h 6383892"/>
                <a:gd name="connsiteX32" fmla="*/ 1676893 w 11461244"/>
                <a:gd name="connsiteY32" fmla="*/ 5917792 h 6383892"/>
                <a:gd name="connsiteX33" fmla="*/ 1679687 w 11461244"/>
                <a:gd name="connsiteY33" fmla="*/ 5912912 h 6383892"/>
                <a:gd name="connsiteX34" fmla="*/ 1683297 w 11461244"/>
                <a:gd name="connsiteY34" fmla="*/ 5907709 h 6383892"/>
                <a:gd name="connsiteX35" fmla="*/ 1753752 w 11461244"/>
                <a:gd name="connsiteY35" fmla="*/ 5774124 h 6383892"/>
                <a:gd name="connsiteX36" fmla="*/ 1754245 w 11461244"/>
                <a:gd name="connsiteY36" fmla="*/ 5772984 h 6383892"/>
                <a:gd name="connsiteX37" fmla="*/ 1754331 w 11461244"/>
                <a:gd name="connsiteY37" fmla="*/ 5772006 h 6383892"/>
                <a:gd name="connsiteX38" fmla="*/ 1820512 w 11461244"/>
                <a:gd name="connsiteY38" fmla="*/ 5608476 h 6383892"/>
                <a:gd name="connsiteX39" fmla="*/ 1822736 w 11461244"/>
                <a:gd name="connsiteY39" fmla="*/ 5603349 h 6383892"/>
                <a:gd name="connsiteX40" fmla="*/ 1824229 w 11461244"/>
                <a:gd name="connsiteY40" fmla="*/ 5597566 h 6383892"/>
                <a:gd name="connsiteX41" fmla="*/ 1843420 w 11461244"/>
                <a:gd name="connsiteY41" fmla="*/ 5533803 h 6383892"/>
                <a:gd name="connsiteX42" fmla="*/ 1846052 w 11461244"/>
                <a:gd name="connsiteY42" fmla="*/ 5528514 h 6383892"/>
                <a:gd name="connsiteX43" fmla="*/ 1847791 w 11461244"/>
                <a:gd name="connsiteY43" fmla="*/ 5522161 h 6383892"/>
                <a:gd name="connsiteX44" fmla="*/ 1867563 w 11461244"/>
                <a:gd name="connsiteY44" fmla="*/ 5456281 h 6383892"/>
                <a:gd name="connsiteX45" fmla="*/ 1871118 w 11461244"/>
                <a:gd name="connsiteY45" fmla="*/ 5444961 h 6383892"/>
                <a:gd name="connsiteX46" fmla="*/ 1874996 w 11461244"/>
                <a:gd name="connsiteY46" fmla="*/ 5434460 h 6383892"/>
                <a:gd name="connsiteX47" fmla="*/ 1881536 w 11461244"/>
                <a:gd name="connsiteY47" fmla="*/ 5411575 h 6383892"/>
                <a:gd name="connsiteX48" fmla="*/ 1882772 w 11461244"/>
                <a:gd name="connsiteY48" fmla="*/ 5408727 h 6383892"/>
                <a:gd name="connsiteX49" fmla="*/ 1883599 w 11461244"/>
                <a:gd name="connsiteY49" fmla="*/ 5406039 h 6383892"/>
                <a:gd name="connsiteX50" fmla="*/ 1884340 w 11461244"/>
                <a:gd name="connsiteY50" fmla="*/ 5404330 h 6383892"/>
                <a:gd name="connsiteX51" fmla="*/ 1884350 w 11461244"/>
                <a:gd name="connsiteY51" fmla="*/ 5401965 h 6383892"/>
                <a:gd name="connsiteX52" fmla="*/ 1885005 w 11461244"/>
                <a:gd name="connsiteY52" fmla="*/ 5401234 h 6383892"/>
                <a:gd name="connsiteX53" fmla="*/ 1885091 w 11461244"/>
                <a:gd name="connsiteY53" fmla="*/ 5400256 h 6383892"/>
                <a:gd name="connsiteX54" fmla="*/ 1926073 w 11461244"/>
                <a:gd name="connsiteY54" fmla="*/ 5256595 h 6383892"/>
                <a:gd name="connsiteX55" fmla="*/ 1926576 w 11461244"/>
                <a:gd name="connsiteY55" fmla="*/ 5253091 h 6383892"/>
                <a:gd name="connsiteX56" fmla="*/ 1927651 w 11461244"/>
                <a:gd name="connsiteY56" fmla="*/ 5249835 h 6383892"/>
                <a:gd name="connsiteX57" fmla="*/ 1927994 w 11461244"/>
                <a:gd name="connsiteY57" fmla="*/ 5245922 h 6383892"/>
                <a:gd name="connsiteX58" fmla="*/ 1928734 w 11461244"/>
                <a:gd name="connsiteY58" fmla="*/ 5244212 h 6383892"/>
                <a:gd name="connsiteX59" fmla="*/ 1929067 w 11461244"/>
                <a:gd name="connsiteY59" fmla="*/ 5242665 h 6383892"/>
                <a:gd name="connsiteX60" fmla="*/ 1930389 w 11461244"/>
                <a:gd name="connsiteY60" fmla="*/ 5238838 h 6383892"/>
                <a:gd name="connsiteX61" fmla="*/ 1966126 w 11461244"/>
                <a:gd name="connsiteY61" fmla="*/ 5101026 h 6383892"/>
                <a:gd name="connsiteX62" fmla="*/ 1968027 w 11461244"/>
                <a:gd name="connsiteY62" fmla="*/ 5095082 h 6383892"/>
                <a:gd name="connsiteX63" fmla="*/ 1969358 w 11461244"/>
                <a:gd name="connsiteY63" fmla="*/ 5088890 h 6383892"/>
                <a:gd name="connsiteX64" fmla="*/ 1976231 w 11461244"/>
                <a:gd name="connsiteY64" fmla="*/ 5064458 h 6383892"/>
                <a:gd name="connsiteX65" fmla="*/ 1983029 w 11461244"/>
                <a:gd name="connsiteY65" fmla="*/ 5038639 h 6383892"/>
                <a:gd name="connsiteX66" fmla="*/ 1986508 w 11461244"/>
                <a:gd name="connsiteY66" fmla="*/ 5025934 h 6383892"/>
                <a:gd name="connsiteX67" fmla="*/ 1989988 w 11461244"/>
                <a:gd name="connsiteY67" fmla="*/ 5013228 h 6383892"/>
                <a:gd name="connsiteX68" fmla="*/ 1993629 w 11461244"/>
                <a:gd name="connsiteY68" fmla="*/ 5000932 h 6383892"/>
                <a:gd name="connsiteX69" fmla="*/ 1998247 w 11461244"/>
                <a:gd name="connsiteY69" fmla="*/ 4988720 h 6383892"/>
                <a:gd name="connsiteX70" fmla="*/ 2029278 w 11461244"/>
                <a:gd name="connsiteY70" fmla="*/ 4902339 h 6383892"/>
                <a:gd name="connsiteX71" fmla="*/ 2030932 w 11461244"/>
                <a:gd name="connsiteY71" fmla="*/ 4896965 h 6383892"/>
                <a:gd name="connsiteX72" fmla="*/ 2033564 w 11461244"/>
                <a:gd name="connsiteY72" fmla="*/ 4891676 h 6383892"/>
                <a:gd name="connsiteX73" fmla="*/ 2034058 w 11461244"/>
                <a:gd name="connsiteY73" fmla="*/ 4890537 h 6383892"/>
                <a:gd name="connsiteX74" fmla="*/ 2034305 w 11461244"/>
                <a:gd name="connsiteY74" fmla="*/ 4889967 h 6383892"/>
                <a:gd name="connsiteX75" fmla="*/ 2039590 w 11461244"/>
                <a:gd name="connsiteY75" fmla="*/ 4874660 h 6383892"/>
                <a:gd name="connsiteX76" fmla="*/ 2040578 w 11461244"/>
                <a:gd name="connsiteY76" fmla="*/ 4872382 h 6383892"/>
                <a:gd name="connsiteX77" fmla="*/ 2041404 w 11461244"/>
                <a:gd name="connsiteY77" fmla="*/ 4869694 h 6383892"/>
                <a:gd name="connsiteX78" fmla="*/ 2069859 w 11461244"/>
                <a:gd name="connsiteY78" fmla="*/ 4794718 h 6383892"/>
                <a:gd name="connsiteX79" fmla="*/ 2073243 w 11461244"/>
                <a:gd name="connsiteY79" fmla="*/ 4785355 h 6383892"/>
                <a:gd name="connsiteX80" fmla="*/ 2077614 w 11461244"/>
                <a:gd name="connsiteY80" fmla="*/ 4773714 h 6383892"/>
                <a:gd name="connsiteX81" fmla="*/ 2082309 w 11461244"/>
                <a:gd name="connsiteY81" fmla="*/ 4762889 h 6383892"/>
                <a:gd name="connsiteX82" fmla="*/ 2086670 w 11461244"/>
                <a:gd name="connsiteY82" fmla="*/ 4753612 h 6383892"/>
                <a:gd name="connsiteX83" fmla="*/ 2091526 w 11461244"/>
                <a:gd name="connsiteY83" fmla="*/ 4743197 h 6383892"/>
                <a:gd name="connsiteX84" fmla="*/ 2096220 w 11461244"/>
                <a:gd name="connsiteY84" fmla="*/ 4732372 h 6383892"/>
                <a:gd name="connsiteX85" fmla="*/ 2105770 w 11461244"/>
                <a:gd name="connsiteY85" fmla="*/ 4711131 h 6383892"/>
                <a:gd name="connsiteX86" fmla="*/ 2110787 w 11461244"/>
                <a:gd name="connsiteY86" fmla="*/ 4701123 h 6383892"/>
                <a:gd name="connsiteX87" fmla="*/ 2115234 w 11461244"/>
                <a:gd name="connsiteY87" fmla="*/ 4690868 h 6383892"/>
                <a:gd name="connsiteX88" fmla="*/ 2120821 w 11461244"/>
                <a:gd name="connsiteY88" fmla="*/ 4681108 h 6383892"/>
                <a:gd name="connsiteX89" fmla="*/ 2126322 w 11461244"/>
                <a:gd name="connsiteY89" fmla="*/ 4672325 h 6383892"/>
                <a:gd name="connsiteX90" fmla="*/ 2194997 w 11461244"/>
                <a:gd name="connsiteY90" fmla="*/ 4554550 h 6383892"/>
                <a:gd name="connsiteX91" fmla="*/ 2198199 w 11461244"/>
                <a:gd name="connsiteY91" fmla="*/ 4549508 h 6383892"/>
                <a:gd name="connsiteX92" fmla="*/ 2201562 w 11461244"/>
                <a:gd name="connsiteY92" fmla="*/ 4544875 h 6383892"/>
                <a:gd name="connsiteX93" fmla="*/ 2217228 w 11461244"/>
                <a:gd name="connsiteY93" fmla="*/ 4523579 h 6383892"/>
                <a:gd name="connsiteX94" fmla="*/ 2232808 w 11461244"/>
                <a:gd name="connsiteY94" fmla="*/ 4503261 h 6383892"/>
                <a:gd name="connsiteX95" fmla="*/ 2240845 w 11461244"/>
                <a:gd name="connsiteY95" fmla="*/ 4492533 h 6383892"/>
                <a:gd name="connsiteX96" fmla="*/ 2248635 w 11461244"/>
                <a:gd name="connsiteY96" fmla="*/ 4482373 h 6383892"/>
                <a:gd name="connsiteX97" fmla="*/ 2257726 w 11461244"/>
                <a:gd name="connsiteY97" fmla="*/ 4473117 h 6383892"/>
                <a:gd name="connsiteX98" fmla="*/ 2266333 w 11461244"/>
                <a:gd name="connsiteY98" fmla="*/ 4462635 h 6383892"/>
                <a:gd name="connsiteX99" fmla="*/ 2293035 w 11461244"/>
                <a:gd name="connsiteY99" fmla="*/ 4434618 h 6383892"/>
                <a:gd name="connsiteX100" fmla="*/ 2312613 w 11461244"/>
                <a:gd name="connsiteY100" fmla="*/ 4413665 h 6383892"/>
                <a:gd name="connsiteX101" fmla="*/ 2327689 w 11461244"/>
                <a:gd name="connsiteY101" fmla="*/ 4396852 h 6383892"/>
                <a:gd name="connsiteX102" fmla="*/ 2340960 w 11461244"/>
                <a:gd name="connsiteY102" fmla="*/ 4382639 h 6383892"/>
                <a:gd name="connsiteX103" fmla="*/ 2354306 w 11461244"/>
                <a:gd name="connsiteY103" fmla="*/ 4369813 h 6383892"/>
                <a:gd name="connsiteX104" fmla="*/ 2370759 w 11461244"/>
                <a:gd name="connsiteY104" fmla="*/ 4355289 h 6383892"/>
                <a:gd name="connsiteX105" fmla="*/ 2391875 w 11461244"/>
                <a:gd name="connsiteY105" fmla="*/ 4337033 h 6383892"/>
                <a:gd name="connsiteX106" fmla="*/ 2421492 w 11461244"/>
                <a:gd name="connsiteY106" fmla="*/ 4314003 h 6383892"/>
                <a:gd name="connsiteX107" fmla="*/ 2440630 w 11461244"/>
                <a:gd name="connsiteY107" fmla="*/ 4300305 h 6383892"/>
                <a:gd name="connsiteX108" fmla="*/ 2465487 w 11461244"/>
                <a:gd name="connsiteY108" fmla="*/ 4284348 h 6383892"/>
                <a:gd name="connsiteX109" fmla="*/ 2494267 w 11461244"/>
                <a:gd name="connsiteY109" fmla="*/ 4266371 h 6383892"/>
                <a:gd name="connsiteX110" fmla="*/ 2525250 w 11461244"/>
                <a:gd name="connsiteY110" fmla="*/ 4247995 h 6383892"/>
                <a:gd name="connsiteX111" fmla="*/ 2556233 w 11461244"/>
                <a:gd name="connsiteY111" fmla="*/ 4229618 h 6383892"/>
                <a:gd name="connsiteX112" fmla="*/ 2585163 w 11461244"/>
                <a:gd name="connsiteY112" fmla="*/ 4214413 h 6383892"/>
                <a:gd name="connsiteX113" fmla="*/ 2585730 w 11461244"/>
                <a:gd name="connsiteY113" fmla="*/ 4214124 h 6383892"/>
                <a:gd name="connsiteX114" fmla="*/ 2583790 w 11461244"/>
                <a:gd name="connsiteY114" fmla="*/ 4209215 h 6383892"/>
                <a:gd name="connsiteX115" fmla="*/ 3265165 w 11461244"/>
                <a:gd name="connsiteY115" fmla="*/ 3930984 h 6383892"/>
                <a:gd name="connsiteX116" fmla="*/ 7783555 w 11461244"/>
                <a:gd name="connsiteY116" fmla="*/ 2048858 h 6383892"/>
                <a:gd name="connsiteX117" fmla="*/ 8391230 w 11461244"/>
                <a:gd name="connsiteY117" fmla="*/ 1828427 h 6383892"/>
                <a:gd name="connsiteX118" fmla="*/ 8393033 w 11461244"/>
                <a:gd name="connsiteY118" fmla="*/ 1832991 h 6383892"/>
                <a:gd name="connsiteX119" fmla="*/ 8430816 w 11461244"/>
                <a:gd name="connsiteY119" fmla="*/ 1817308 h 6383892"/>
                <a:gd name="connsiteX120" fmla="*/ 8478190 w 11461244"/>
                <a:gd name="connsiteY120" fmla="*/ 1798594 h 6383892"/>
                <a:gd name="connsiteX121" fmla="*/ 8521395 w 11461244"/>
                <a:gd name="connsiteY121" fmla="*/ 1782472 h 6383892"/>
                <a:gd name="connsiteX122" fmla="*/ 8539772 w 11461244"/>
                <a:gd name="connsiteY122" fmla="*/ 1775213 h 6383892"/>
                <a:gd name="connsiteX123" fmla="*/ 8556270 w 11461244"/>
                <a:gd name="connsiteY123" fmla="*/ 1769168 h 6383892"/>
                <a:gd name="connsiteX124" fmla="*/ 8569414 w 11461244"/>
                <a:gd name="connsiteY124" fmla="*/ 1765392 h 6383892"/>
                <a:gd name="connsiteX125" fmla="*/ 8578721 w 11461244"/>
                <a:gd name="connsiteY125" fmla="*/ 1762659 h 6383892"/>
                <a:gd name="connsiteX126" fmla="*/ 8589007 w 11461244"/>
                <a:gd name="connsiteY126" fmla="*/ 1760013 h 6383892"/>
                <a:gd name="connsiteX127" fmla="*/ 8600355 w 11461244"/>
                <a:gd name="connsiteY127" fmla="*/ 1756474 h 6383892"/>
                <a:gd name="connsiteX128" fmla="*/ 8611382 w 11461244"/>
                <a:gd name="connsiteY128" fmla="*/ 1752119 h 6383892"/>
                <a:gd name="connsiteX129" fmla="*/ 8622817 w 11461244"/>
                <a:gd name="connsiteY129" fmla="*/ 1747602 h 6383892"/>
                <a:gd name="connsiteX130" fmla="*/ 8645279 w 11461244"/>
                <a:gd name="connsiteY130" fmla="*/ 1738729 h 6383892"/>
                <a:gd name="connsiteX131" fmla="*/ 8666183 w 11461244"/>
                <a:gd name="connsiteY131" fmla="*/ 1731887 h 6383892"/>
                <a:gd name="connsiteX132" fmla="*/ 8717697 w 11461244"/>
                <a:gd name="connsiteY132" fmla="*/ 1717677 h 6383892"/>
                <a:gd name="connsiteX133" fmla="*/ 8761127 w 11461244"/>
                <a:gd name="connsiteY133" fmla="*/ 1705715 h 6383892"/>
                <a:gd name="connsiteX134" fmla="*/ 8798356 w 11461244"/>
                <a:gd name="connsiteY134" fmla="*/ 1694786 h 6383892"/>
                <a:gd name="connsiteX135" fmla="*/ 8833135 w 11461244"/>
                <a:gd name="connsiteY135" fmla="*/ 1684823 h 6383892"/>
                <a:gd name="connsiteX136" fmla="*/ 8868645 w 11461244"/>
                <a:gd name="connsiteY136" fmla="*/ 1675518 h 6383892"/>
                <a:gd name="connsiteX137" fmla="*/ 8907251 w 11461244"/>
                <a:gd name="connsiteY137" fmla="*/ 1666878 h 6383892"/>
                <a:gd name="connsiteX138" fmla="*/ 8950748 w 11461244"/>
                <a:gd name="connsiteY138" fmla="*/ 1658667 h 6383892"/>
                <a:gd name="connsiteX139" fmla="*/ 9004357 w 11461244"/>
                <a:gd name="connsiteY139" fmla="*/ 1649764 h 6383892"/>
                <a:gd name="connsiteX140" fmla="*/ 9025004 w 11461244"/>
                <a:gd name="connsiteY140" fmla="*/ 1645858 h 6383892"/>
                <a:gd name="connsiteX141" fmla="*/ 9046628 w 11461244"/>
                <a:gd name="connsiteY141" fmla="*/ 1642037 h 6383892"/>
                <a:gd name="connsiteX142" fmla="*/ 9067845 w 11461244"/>
                <a:gd name="connsiteY142" fmla="*/ 1638377 h 6383892"/>
                <a:gd name="connsiteX143" fmla="*/ 9087921 w 11461244"/>
                <a:gd name="connsiteY143" fmla="*/ 1634224 h 6383892"/>
                <a:gd name="connsiteX144" fmla="*/ 9099186 w 11461244"/>
                <a:gd name="connsiteY144" fmla="*/ 1631663 h 6383892"/>
                <a:gd name="connsiteX145" fmla="*/ 9108815 w 11461244"/>
                <a:gd name="connsiteY145" fmla="*/ 1629748 h 6383892"/>
                <a:gd name="connsiteX146" fmla="*/ 9119262 w 11461244"/>
                <a:gd name="connsiteY146" fmla="*/ 1627510 h 6383892"/>
                <a:gd name="connsiteX147" fmla="*/ 9130117 w 11461244"/>
                <a:gd name="connsiteY147" fmla="*/ 1625110 h 6383892"/>
                <a:gd name="connsiteX148" fmla="*/ 9169529 w 11461244"/>
                <a:gd name="connsiteY148" fmla="*/ 1618512 h 6383892"/>
                <a:gd name="connsiteX149" fmla="*/ 9171445 w 11461244"/>
                <a:gd name="connsiteY149" fmla="*/ 1628142 h 6383892"/>
                <a:gd name="connsiteX150" fmla="*/ 9174501 w 11461244"/>
                <a:gd name="connsiteY150" fmla="*/ 1638266 h 6383892"/>
                <a:gd name="connsiteX151" fmla="*/ 9178285 w 11461244"/>
                <a:gd name="connsiteY151" fmla="*/ 1649046 h 6383892"/>
                <a:gd name="connsiteX152" fmla="*/ 9182233 w 11461244"/>
                <a:gd name="connsiteY152" fmla="*/ 1660234 h 6383892"/>
                <a:gd name="connsiteX153" fmla="*/ 9185611 w 11461244"/>
                <a:gd name="connsiteY153" fmla="*/ 1671175 h 6383892"/>
                <a:gd name="connsiteX154" fmla="*/ 9189235 w 11461244"/>
                <a:gd name="connsiteY154" fmla="*/ 1681545 h 6383892"/>
                <a:gd name="connsiteX155" fmla="*/ 9191720 w 11461244"/>
                <a:gd name="connsiteY155" fmla="*/ 1691423 h 6383892"/>
                <a:gd name="connsiteX156" fmla="*/ 9193313 w 11461244"/>
                <a:gd name="connsiteY156" fmla="*/ 1700236 h 6383892"/>
                <a:gd name="connsiteX157" fmla="*/ 9194574 w 11461244"/>
                <a:gd name="connsiteY157" fmla="*/ 1710597 h 6383892"/>
                <a:gd name="connsiteX158" fmla="*/ 9196736 w 11461244"/>
                <a:gd name="connsiteY158" fmla="*/ 1719657 h 6383892"/>
                <a:gd name="connsiteX159" fmla="*/ 9199554 w 11461244"/>
                <a:gd name="connsiteY159" fmla="*/ 1727987 h 6383892"/>
                <a:gd name="connsiteX160" fmla="*/ 9203824 w 11461244"/>
                <a:gd name="connsiteY160" fmla="*/ 1739992 h 6383892"/>
                <a:gd name="connsiteX161" fmla="*/ 9206395 w 11461244"/>
                <a:gd name="connsiteY161" fmla="*/ 1748891 h 6383892"/>
                <a:gd name="connsiteX162" fmla="*/ 9210665 w 11461244"/>
                <a:gd name="connsiteY162" fmla="*/ 1760896 h 6383892"/>
                <a:gd name="connsiteX163" fmla="*/ 9212656 w 11461244"/>
                <a:gd name="connsiteY163" fmla="*/ 1771912 h 6383892"/>
                <a:gd name="connsiteX164" fmla="*/ 9214410 w 11461244"/>
                <a:gd name="connsiteY164" fmla="*/ 1781134 h 6383892"/>
                <a:gd name="connsiteX165" fmla="*/ 9215035 w 11461244"/>
                <a:gd name="connsiteY165" fmla="*/ 1787496 h 6383892"/>
                <a:gd name="connsiteX166" fmla="*/ 9215746 w 11461244"/>
                <a:gd name="connsiteY166" fmla="*/ 1792881 h 6383892"/>
                <a:gd name="connsiteX167" fmla="*/ 9217112 w 11461244"/>
                <a:gd name="connsiteY167" fmla="*/ 1797534 h 6383892"/>
                <a:gd name="connsiteX168" fmla="*/ 9217747 w 11461244"/>
                <a:gd name="connsiteY168" fmla="*/ 1801532 h 6383892"/>
                <a:gd name="connsiteX169" fmla="*/ 9220974 w 11461244"/>
                <a:gd name="connsiteY169" fmla="*/ 1809700 h 6383892"/>
                <a:gd name="connsiteX170" fmla="*/ 9223213 w 11461244"/>
                <a:gd name="connsiteY170" fmla="*/ 1820147 h 6383892"/>
                <a:gd name="connsiteX171" fmla="*/ 9224321 w 11461244"/>
                <a:gd name="connsiteY171" fmla="*/ 1827736 h 6383892"/>
                <a:gd name="connsiteX172" fmla="*/ 9224365 w 11461244"/>
                <a:gd name="connsiteY172" fmla="*/ 1836216 h 6383892"/>
                <a:gd name="connsiteX173" fmla="*/ 9224592 w 11461244"/>
                <a:gd name="connsiteY173" fmla="*/ 1840375 h 6383892"/>
                <a:gd name="connsiteX174" fmla="*/ 9224980 w 11461244"/>
                <a:gd name="connsiteY174" fmla="*/ 1844943 h 6383892"/>
                <a:gd name="connsiteX175" fmla="*/ 9226261 w 11461244"/>
                <a:gd name="connsiteY175" fmla="*/ 1850575 h 6383892"/>
                <a:gd name="connsiteX176" fmla="*/ 9228025 w 11461244"/>
                <a:gd name="connsiteY176" fmla="*/ 1857432 h 6383892"/>
                <a:gd name="connsiteX177" fmla="*/ 9230284 w 11461244"/>
                <a:gd name="connsiteY177" fmla="*/ 1863150 h 6383892"/>
                <a:gd name="connsiteX178" fmla="*/ 9231897 w 11461244"/>
                <a:gd name="connsiteY178" fmla="*/ 1867234 h 6383892"/>
                <a:gd name="connsiteX179" fmla="*/ 9232941 w 11461244"/>
                <a:gd name="connsiteY179" fmla="*/ 1871071 h 6383892"/>
                <a:gd name="connsiteX180" fmla="*/ 9234135 w 11461244"/>
                <a:gd name="connsiteY180" fmla="*/ 1877680 h 6383892"/>
                <a:gd name="connsiteX181" fmla="*/ 9239680 w 11461244"/>
                <a:gd name="connsiteY181" fmla="*/ 1915620 h 6383892"/>
                <a:gd name="connsiteX182" fmla="*/ 9241918 w 11461244"/>
                <a:gd name="connsiteY182" fmla="*/ 1926068 h 6383892"/>
                <a:gd name="connsiteX183" fmla="*/ 9243027 w 11461244"/>
                <a:gd name="connsiteY183" fmla="*/ 1933655 h 6383892"/>
                <a:gd name="connsiteX184" fmla="*/ 9243072 w 11461244"/>
                <a:gd name="connsiteY184" fmla="*/ 1942135 h 6383892"/>
                <a:gd name="connsiteX185" fmla="*/ 9244170 w 11461244"/>
                <a:gd name="connsiteY185" fmla="*/ 1952089 h 6383892"/>
                <a:gd name="connsiteX186" fmla="*/ 9245440 w 11461244"/>
                <a:gd name="connsiteY186" fmla="*/ 1960084 h 6383892"/>
                <a:gd name="connsiteX187" fmla="*/ 9245592 w 11461244"/>
                <a:gd name="connsiteY187" fmla="*/ 1962858 h 6383892"/>
                <a:gd name="connsiteX188" fmla="*/ 9245582 w 11461244"/>
                <a:gd name="connsiteY188" fmla="*/ 1965223 h 6383892"/>
                <a:gd name="connsiteX189" fmla="*/ 9245153 w 11461244"/>
                <a:gd name="connsiteY189" fmla="*/ 1970113 h 6383892"/>
                <a:gd name="connsiteX190" fmla="*/ 9245778 w 11461244"/>
                <a:gd name="connsiteY190" fmla="*/ 1976476 h 6383892"/>
                <a:gd name="connsiteX191" fmla="*/ 9246659 w 11461244"/>
                <a:gd name="connsiteY191" fmla="*/ 1979905 h 6383892"/>
                <a:gd name="connsiteX192" fmla="*/ 9247134 w 11461244"/>
                <a:gd name="connsiteY192" fmla="*/ 1983494 h 6383892"/>
                <a:gd name="connsiteX193" fmla="*/ 9248984 w 11461244"/>
                <a:gd name="connsiteY193" fmla="*/ 1989372 h 6383892"/>
                <a:gd name="connsiteX194" fmla="*/ 9251061 w 11461244"/>
                <a:gd name="connsiteY194" fmla="*/ 1999412 h 6383892"/>
                <a:gd name="connsiteX195" fmla="*/ 9250783 w 11461244"/>
                <a:gd name="connsiteY195" fmla="*/ 2007075 h 6383892"/>
                <a:gd name="connsiteX196" fmla="*/ 9251075 w 11461244"/>
                <a:gd name="connsiteY196" fmla="*/ 2014986 h 6383892"/>
                <a:gd name="connsiteX197" fmla="*/ 9252819 w 11461244"/>
                <a:gd name="connsiteY197" fmla="*/ 2026572 h 6383892"/>
                <a:gd name="connsiteX198" fmla="*/ 9254584 w 11461244"/>
                <a:gd name="connsiteY198" fmla="*/ 2033428 h 6383892"/>
                <a:gd name="connsiteX199" fmla="*/ 9254574 w 11461244"/>
                <a:gd name="connsiteY199" fmla="*/ 2035793 h 6383892"/>
                <a:gd name="connsiteX200" fmla="*/ 9254155 w 11461244"/>
                <a:gd name="connsiteY200" fmla="*/ 2038319 h 6383892"/>
                <a:gd name="connsiteX201" fmla="*/ 9254048 w 11461244"/>
                <a:gd name="connsiteY201" fmla="*/ 2044027 h 6383892"/>
                <a:gd name="connsiteX202" fmla="*/ 9254986 w 11461244"/>
                <a:gd name="connsiteY202" fmla="*/ 2053571 h 6383892"/>
                <a:gd name="connsiteX203" fmla="*/ 9256741 w 11461244"/>
                <a:gd name="connsiteY203" fmla="*/ 2062792 h 6383892"/>
                <a:gd name="connsiteX204" fmla="*/ 9258010 w 11461244"/>
                <a:gd name="connsiteY204" fmla="*/ 2070789 h 6383892"/>
                <a:gd name="connsiteX205" fmla="*/ 9257431 w 11461244"/>
                <a:gd name="connsiteY205" fmla="*/ 2072906 h 6383892"/>
                <a:gd name="connsiteX206" fmla="*/ 9257012 w 11461244"/>
                <a:gd name="connsiteY206" fmla="*/ 2075433 h 6383892"/>
                <a:gd name="connsiteX207" fmla="*/ 9257153 w 11461244"/>
                <a:gd name="connsiteY207" fmla="*/ 2080570 h 6383892"/>
                <a:gd name="connsiteX208" fmla="*/ 9259230 w 11461244"/>
                <a:gd name="connsiteY208" fmla="*/ 2090608 h 6383892"/>
                <a:gd name="connsiteX209" fmla="*/ 9260737 w 11461244"/>
                <a:gd name="connsiteY209" fmla="*/ 2100400 h 6383892"/>
                <a:gd name="connsiteX210" fmla="*/ 9261523 w 11461244"/>
                <a:gd name="connsiteY210" fmla="*/ 2107171 h 6383892"/>
                <a:gd name="connsiteX211" fmla="*/ 9260943 w 11461244"/>
                <a:gd name="connsiteY211" fmla="*/ 2109289 h 6383892"/>
                <a:gd name="connsiteX212" fmla="*/ 9260116 w 11461244"/>
                <a:gd name="connsiteY212" fmla="*/ 2111976 h 6383892"/>
                <a:gd name="connsiteX213" fmla="*/ 9260258 w 11461244"/>
                <a:gd name="connsiteY213" fmla="*/ 2117113 h 6383892"/>
                <a:gd name="connsiteX214" fmla="*/ 9262335 w 11461244"/>
                <a:gd name="connsiteY214" fmla="*/ 2127152 h 6383892"/>
                <a:gd name="connsiteX215" fmla="*/ 9264658 w 11461244"/>
                <a:gd name="connsiteY215" fmla="*/ 2136621 h 6383892"/>
                <a:gd name="connsiteX216" fmla="*/ 9265122 w 11461244"/>
                <a:gd name="connsiteY216" fmla="*/ 2142575 h 6383892"/>
                <a:gd name="connsiteX217" fmla="*/ 9264703 w 11461244"/>
                <a:gd name="connsiteY217" fmla="*/ 2145101 h 6383892"/>
                <a:gd name="connsiteX218" fmla="*/ 9264446 w 11461244"/>
                <a:gd name="connsiteY218" fmla="*/ 2148035 h 6383892"/>
                <a:gd name="connsiteX219" fmla="*/ 9264093 w 11461244"/>
                <a:gd name="connsiteY219" fmla="*/ 2154313 h 6383892"/>
                <a:gd name="connsiteX220" fmla="*/ 9265847 w 11461244"/>
                <a:gd name="connsiteY220" fmla="*/ 2163534 h 6383892"/>
                <a:gd name="connsiteX221" fmla="*/ 9268170 w 11461244"/>
                <a:gd name="connsiteY221" fmla="*/ 2173003 h 6383892"/>
                <a:gd name="connsiteX222" fmla="*/ 9268226 w 11461244"/>
                <a:gd name="connsiteY222" fmla="*/ 2179118 h 6383892"/>
                <a:gd name="connsiteX223" fmla="*/ 9267969 w 11461244"/>
                <a:gd name="connsiteY223" fmla="*/ 2182053 h 6383892"/>
                <a:gd name="connsiteX224" fmla="*/ 9267550 w 11461244"/>
                <a:gd name="connsiteY224" fmla="*/ 2184579 h 6383892"/>
                <a:gd name="connsiteX225" fmla="*/ 9268014 w 11461244"/>
                <a:gd name="connsiteY225" fmla="*/ 2190533 h 6383892"/>
                <a:gd name="connsiteX226" fmla="*/ 9270337 w 11461244"/>
                <a:gd name="connsiteY226" fmla="*/ 2200002 h 6383892"/>
                <a:gd name="connsiteX227" fmla="*/ 9272414 w 11461244"/>
                <a:gd name="connsiteY227" fmla="*/ 2210041 h 6383892"/>
                <a:gd name="connsiteX228" fmla="*/ 9272480 w 11461244"/>
                <a:gd name="connsiteY228" fmla="*/ 2213791 h 6383892"/>
                <a:gd name="connsiteX229" fmla="*/ 9272233 w 11461244"/>
                <a:gd name="connsiteY229" fmla="*/ 2214361 h 6383892"/>
                <a:gd name="connsiteX230" fmla="*/ 9271481 w 11461244"/>
                <a:gd name="connsiteY230" fmla="*/ 2218435 h 6383892"/>
                <a:gd name="connsiteX231" fmla="*/ 9271859 w 11461244"/>
                <a:gd name="connsiteY231" fmla="*/ 2225367 h 6383892"/>
                <a:gd name="connsiteX232" fmla="*/ 9273300 w 11461244"/>
                <a:gd name="connsiteY232" fmla="*/ 2231407 h 6383892"/>
                <a:gd name="connsiteX233" fmla="*/ 9274581 w 11461244"/>
                <a:gd name="connsiteY233" fmla="*/ 2237040 h 6383892"/>
                <a:gd name="connsiteX234" fmla="*/ 9275121 w 11461244"/>
                <a:gd name="connsiteY234" fmla="*/ 2244380 h 6383892"/>
                <a:gd name="connsiteX235" fmla="*/ 9274938 w 11461244"/>
                <a:gd name="connsiteY235" fmla="*/ 2248701 h 6383892"/>
                <a:gd name="connsiteX236" fmla="*/ 9274112 w 11461244"/>
                <a:gd name="connsiteY236" fmla="*/ 2251389 h 6383892"/>
                <a:gd name="connsiteX237" fmla="*/ 9273769 w 11461244"/>
                <a:gd name="connsiteY237" fmla="*/ 2255301 h 6383892"/>
                <a:gd name="connsiteX238" fmla="*/ 9274641 w 11461244"/>
                <a:gd name="connsiteY238" fmla="*/ 2261094 h 6383892"/>
                <a:gd name="connsiteX239" fmla="*/ 9275674 w 11461244"/>
                <a:gd name="connsiteY239" fmla="*/ 2267295 h 6383892"/>
                <a:gd name="connsiteX240" fmla="*/ 9277288 w 11461244"/>
                <a:gd name="connsiteY240" fmla="*/ 2271380 h 6383892"/>
                <a:gd name="connsiteX241" fmla="*/ 9278578 w 11461244"/>
                <a:gd name="connsiteY241" fmla="*/ 2274646 h 6383892"/>
                <a:gd name="connsiteX242" fmla="*/ 9278225 w 11461244"/>
                <a:gd name="connsiteY242" fmla="*/ 2280924 h 6383892"/>
                <a:gd name="connsiteX243" fmla="*/ 9280391 w 11461244"/>
                <a:gd name="connsiteY243" fmla="*/ 2307923 h 6383892"/>
                <a:gd name="connsiteX244" fmla="*/ 9281758 w 11461244"/>
                <a:gd name="connsiteY244" fmla="*/ 2312576 h 6383892"/>
                <a:gd name="connsiteX245" fmla="*/ 9281415 w 11461244"/>
                <a:gd name="connsiteY245" fmla="*/ 2316489 h 6383892"/>
                <a:gd name="connsiteX246" fmla="*/ 9285501 w 11461244"/>
                <a:gd name="connsiteY246" fmla="*/ 2371057 h 6383892"/>
                <a:gd name="connsiteX247" fmla="*/ 9285310 w 11461244"/>
                <a:gd name="connsiteY247" fmla="*/ 2377743 h 6383892"/>
                <a:gd name="connsiteX248" fmla="*/ 9284644 w 11461244"/>
                <a:gd name="connsiteY248" fmla="*/ 2380838 h 6383892"/>
                <a:gd name="connsiteX249" fmla="*/ 9284226 w 11461244"/>
                <a:gd name="connsiteY249" fmla="*/ 2383364 h 6383892"/>
                <a:gd name="connsiteX250" fmla="*/ 9284206 w 11461244"/>
                <a:gd name="connsiteY250" fmla="*/ 2388093 h 6383892"/>
                <a:gd name="connsiteX251" fmla="*/ 9286166 w 11461244"/>
                <a:gd name="connsiteY251" fmla="*/ 2406204 h 6383892"/>
                <a:gd name="connsiteX252" fmla="*/ 9285167 w 11461244"/>
                <a:gd name="connsiteY252" fmla="*/ 2410848 h 6383892"/>
                <a:gd name="connsiteX253" fmla="*/ 9284749 w 11461244"/>
                <a:gd name="connsiteY253" fmla="*/ 2413373 h 6383892"/>
                <a:gd name="connsiteX254" fmla="*/ 9285061 w 11461244"/>
                <a:gd name="connsiteY254" fmla="*/ 2416555 h 6383892"/>
                <a:gd name="connsiteX255" fmla="*/ 9285278 w 11461244"/>
                <a:gd name="connsiteY255" fmla="*/ 2423079 h 6383892"/>
                <a:gd name="connsiteX256" fmla="*/ 9285353 w 11461244"/>
                <a:gd name="connsiteY256" fmla="*/ 2424466 h 6383892"/>
                <a:gd name="connsiteX257" fmla="*/ 9285837 w 11461244"/>
                <a:gd name="connsiteY257" fmla="*/ 2425690 h 6383892"/>
                <a:gd name="connsiteX258" fmla="*/ 9286159 w 11461244"/>
                <a:gd name="connsiteY258" fmla="*/ 2426507 h 6383892"/>
                <a:gd name="connsiteX259" fmla="*/ 9286236 w 11461244"/>
                <a:gd name="connsiteY259" fmla="*/ 2427894 h 6383892"/>
                <a:gd name="connsiteX260" fmla="*/ 9286264 w 11461244"/>
                <a:gd name="connsiteY260" fmla="*/ 2459043 h 6383892"/>
                <a:gd name="connsiteX261" fmla="*/ 9286082 w 11461244"/>
                <a:gd name="connsiteY261" fmla="*/ 2463363 h 6383892"/>
                <a:gd name="connsiteX262" fmla="*/ 9285579 w 11461244"/>
                <a:gd name="connsiteY262" fmla="*/ 2466867 h 6383892"/>
                <a:gd name="connsiteX263" fmla="*/ 9285246 w 11461244"/>
                <a:gd name="connsiteY263" fmla="*/ 2468414 h 6383892"/>
                <a:gd name="connsiteX264" fmla="*/ 9285569 w 11461244"/>
                <a:gd name="connsiteY264" fmla="*/ 2469232 h 6383892"/>
                <a:gd name="connsiteX265" fmla="*/ 9286210 w 11461244"/>
                <a:gd name="connsiteY265" fmla="*/ 2547350 h 6383892"/>
                <a:gd name="connsiteX266" fmla="*/ 9285716 w 11461244"/>
                <a:gd name="connsiteY266" fmla="*/ 2548489 h 6383892"/>
                <a:gd name="connsiteX267" fmla="*/ 9285792 w 11461244"/>
                <a:gd name="connsiteY267" fmla="*/ 2549876 h 6383892"/>
                <a:gd name="connsiteX268" fmla="*/ 9286354 w 11461244"/>
                <a:gd name="connsiteY268" fmla="*/ 2608669 h 6383892"/>
                <a:gd name="connsiteX269" fmla="*/ 9285840 w 11461244"/>
                <a:gd name="connsiteY269" fmla="*/ 2614538 h 6383892"/>
                <a:gd name="connsiteX270" fmla="*/ 9285411 w 11461244"/>
                <a:gd name="connsiteY270" fmla="*/ 2619428 h 6383892"/>
                <a:gd name="connsiteX271" fmla="*/ 9284735 w 11461244"/>
                <a:gd name="connsiteY271" fmla="*/ 2624889 h 6383892"/>
                <a:gd name="connsiteX272" fmla="*/ 9284866 w 11461244"/>
                <a:gd name="connsiteY272" fmla="*/ 2632390 h 6383892"/>
                <a:gd name="connsiteX273" fmla="*/ 9285879 w 11461244"/>
                <a:gd name="connsiteY273" fmla="*/ 2643321 h 6383892"/>
                <a:gd name="connsiteX274" fmla="*/ 9285259 w 11461244"/>
                <a:gd name="connsiteY274" fmla="*/ 2654897 h 6383892"/>
                <a:gd name="connsiteX275" fmla="*/ 9284885 w 11461244"/>
                <a:gd name="connsiteY275" fmla="*/ 2665904 h 6383892"/>
                <a:gd name="connsiteX276" fmla="*/ 9284673 w 11461244"/>
                <a:gd name="connsiteY276" fmla="*/ 2677318 h 6383892"/>
                <a:gd name="connsiteX277" fmla="*/ 9285620 w 11461244"/>
                <a:gd name="connsiteY277" fmla="*/ 2684498 h 6383892"/>
                <a:gd name="connsiteX278" fmla="*/ 9286321 w 11461244"/>
                <a:gd name="connsiteY278" fmla="*/ 2692248 h 6383892"/>
                <a:gd name="connsiteX279" fmla="*/ 9286224 w 11461244"/>
                <a:gd name="connsiteY279" fmla="*/ 2695590 h 6383892"/>
                <a:gd name="connsiteX280" fmla="*/ 9285484 w 11461244"/>
                <a:gd name="connsiteY280" fmla="*/ 2697300 h 6383892"/>
                <a:gd name="connsiteX281" fmla="*/ 9284324 w 11461244"/>
                <a:gd name="connsiteY281" fmla="*/ 2701535 h 6383892"/>
                <a:gd name="connsiteX282" fmla="*/ 9286295 w 11461244"/>
                <a:gd name="connsiteY282" fmla="*/ 2717280 h 6383892"/>
                <a:gd name="connsiteX283" fmla="*/ 9285457 w 11461244"/>
                <a:gd name="connsiteY283" fmla="*/ 2722332 h 6383892"/>
                <a:gd name="connsiteX284" fmla="*/ 9285201 w 11461244"/>
                <a:gd name="connsiteY284" fmla="*/ 2725266 h 6383892"/>
                <a:gd name="connsiteX285" fmla="*/ 9284857 w 11461244"/>
                <a:gd name="connsiteY285" fmla="*/ 2729179 h 6383892"/>
                <a:gd name="connsiteX286" fmla="*/ 9284666 w 11461244"/>
                <a:gd name="connsiteY286" fmla="*/ 2735864 h 6383892"/>
                <a:gd name="connsiteX287" fmla="*/ 9285214 w 11461244"/>
                <a:gd name="connsiteY287" fmla="*/ 2740841 h 6383892"/>
                <a:gd name="connsiteX288" fmla="*/ 9284872 w 11461244"/>
                <a:gd name="connsiteY288" fmla="*/ 2744753 h 6383892"/>
                <a:gd name="connsiteX289" fmla="*/ 9285330 w 11461244"/>
                <a:gd name="connsiteY289" fmla="*/ 2771011 h 6383892"/>
                <a:gd name="connsiteX290" fmla="*/ 9284150 w 11461244"/>
                <a:gd name="connsiteY290" fmla="*/ 2779976 h 6383892"/>
                <a:gd name="connsiteX291" fmla="*/ 9284129 w 11461244"/>
                <a:gd name="connsiteY291" fmla="*/ 2784705 h 6383892"/>
                <a:gd name="connsiteX292" fmla="*/ 9284774 w 11461244"/>
                <a:gd name="connsiteY292" fmla="*/ 2786338 h 6383892"/>
                <a:gd name="connsiteX293" fmla="*/ 9285989 w 11461244"/>
                <a:gd name="connsiteY293" fmla="*/ 2788219 h 6383892"/>
                <a:gd name="connsiteX294" fmla="*/ 9289322 w 11461244"/>
                <a:gd name="connsiteY294" fmla="*/ 2790680 h 6383892"/>
                <a:gd name="connsiteX295" fmla="*/ 9293138 w 11461244"/>
                <a:gd name="connsiteY295" fmla="*/ 2794366 h 6383892"/>
                <a:gd name="connsiteX296" fmla="*/ 9312973 w 11461244"/>
                <a:gd name="connsiteY296" fmla="*/ 2808720 h 6383892"/>
                <a:gd name="connsiteX297" fmla="*/ 9315896 w 11461244"/>
                <a:gd name="connsiteY297" fmla="*/ 2811342 h 6383892"/>
                <a:gd name="connsiteX298" fmla="*/ 9317606 w 11461244"/>
                <a:gd name="connsiteY298" fmla="*/ 2812084 h 6383892"/>
                <a:gd name="connsiteX299" fmla="*/ 9319315 w 11461244"/>
                <a:gd name="connsiteY299" fmla="*/ 2812824 h 6383892"/>
                <a:gd name="connsiteX300" fmla="*/ 9323464 w 11461244"/>
                <a:gd name="connsiteY300" fmla="*/ 2814963 h 6383892"/>
                <a:gd name="connsiteX301" fmla="*/ 9333804 w 11461244"/>
                <a:gd name="connsiteY301" fmla="*/ 2818431 h 6383892"/>
                <a:gd name="connsiteX302" fmla="*/ 9334944 w 11461244"/>
                <a:gd name="connsiteY302" fmla="*/ 2818926 h 6383892"/>
                <a:gd name="connsiteX303" fmla="*/ 9335514 w 11461244"/>
                <a:gd name="connsiteY303" fmla="*/ 2819173 h 6383892"/>
                <a:gd name="connsiteX304" fmla="*/ 9421763 w 11461244"/>
                <a:gd name="connsiteY304" fmla="*/ 2842701 h 6383892"/>
                <a:gd name="connsiteX305" fmla="*/ 9440015 w 11461244"/>
                <a:gd name="connsiteY305" fmla="*/ 2845879 h 6383892"/>
                <a:gd name="connsiteX306" fmla="*/ 9457536 w 11461244"/>
                <a:gd name="connsiteY306" fmla="*/ 2848400 h 6383892"/>
                <a:gd name="connsiteX307" fmla="*/ 9474410 w 11461244"/>
                <a:gd name="connsiteY307" fmla="*/ 2849288 h 6383892"/>
                <a:gd name="connsiteX308" fmla="*/ 9491779 w 11461244"/>
                <a:gd name="connsiteY308" fmla="*/ 2849037 h 6383892"/>
                <a:gd name="connsiteX309" fmla="*/ 9509073 w 11461244"/>
                <a:gd name="connsiteY309" fmla="*/ 2847399 h 6383892"/>
                <a:gd name="connsiteX310" fmla="*/ 9525549 w 11461244"/>
                <a:gd name="connsiteY310" fmla="*/ 2846084 h 6383892"/>
                <a:gd name="connsiteX311" fmla="*/ 9543499 w 11461244"/>
                <a:gd name="connsiteY311" fmla="*/ 2843714 h 6383892"/>
                <a:gd name="connsiteX312" fmla="*/ 9560223 w 11461244"/>
                <a:gd name="connsiteY312" fmla="*/ 2841830 h 6383892"/>
                <a:gd name="connsiteX313" fmla="*/ 9577033 w 11461244"/>
                <a:gd name="connsiteY313" fmla="*/ 2838967 h 6383892"/>
                <a:gd name="connsiteX314" fmla="*/ 9590661 w 11461244"/>
                <a:gd name="connsiteY314" fmla="*/ 2836416 h 6383892"/>
                <a:gd name="connsiteX315" fmla="*/ 9602494 w 11461244"/>
                <a:gd name="connsiteY315" fmla="*/ 2834102 h 6383892"/>
                <a:gd name="connsiteX316" fmla="*/ 9613596 w 11461244"/>
                <a:gd name="connsiteY316" fmla="*/ 2831134 h 6383892"/>
                <a:gd name="connsiteX317" fmla="*/ 9624613 w 11461244"/>
                <a:gd name="connsiteY317" fmla="*/ 2829142 h 6383892"/>
                <a:gd name="connsiteX318" fmla="*/ 9636123 w 11461244"/>
                <a:gd name="connsiteY318" fmla="*/ 2826011 h 6383892"/>
                <a:gd name="connsiteX319" fmla="*/ 9649590 w 11461244"/>
                <a:gd name="connsiteY319" fmla="*/ 2823053 h 6383892"/>
                <a:gd name="connsiteX320" fmla="*/ 9665099 w 11461244"/>
                <a:gd name="connsiteY320" fmla="*/ 2819286 h 6383892"/>
                <a:gd name="connsiteX321" fmla="*/ 9691871 w 11461244"/>
                <a:gd name="connsiteY321" fmla="*/ 2812960 h 6383892"/>
                <a:gd name="connsiteX322" fmla="*/ 9719708 w 11461244"/>
                <a:gd name="connsiteY322" fmla="*/ 2805741 h 6383892"/>
                <a:gd name="connsiteX323" fmla="*/ 9746651 w 11461244"/>
                <a:gd name="connsiteY323" fmla="*/ 2797460 h 6383892"/>
                <a:gd name="connsiteX324" fmla="*/ 9775230 w 11461244"/>
                <a:gd name="connsiteY324" fmla="*/ 2788531 h 6383892"/>
                <a:gd name="connsiteX325" fmla="*/ 9803161 w 11461244"/>
                <a:gd name="connsiteY325" fmla="*/ 2777970 h 6383892"/>
                <a:gd name="connsiteX326" fmla="*/ 9830523 w 11461244"/>
                <a:gd name="connsiteY326" fmla="*/ 2767161 h 6383892"/>
                <a:gd name="connsiteX327" fmla="*/ 9858134 w 11461244"/>
                <a:gd name="connsiteY327" fmla="*/ 2755782 h 6383892"/>
                <a:gd name="connsiteX328" fmla="*/ 9885829 w 11461244"/>
                <a:gd name="connsiteY328" fmla="*/ 2743426 h 6383892"/>
                <a:gd name="connsiteX329" fmla="*/ 9939832 w 11461244"/>
                <a:gd name="connsiteY329" fmla="*/ 2718789 h 6383892"/>
                <a:gd name="connsiteX330" fmla="*/ 9954535 w 11461244"/>
                <a:gd name="connsiteY330" fmla="*/ 2712981 h 6383892"/>
                <a:gd name="connsiteX331" fmla="*/ 9967851 w 11461244"/>
                <a:gd name="connsiteY331" fmla="*/ 2707249 h 6383892"/>
                <a:gd name="connsiteX332" fmla="*/ 9980189 w 11461244"/>
                <a:gd name="connsiteY332" fmla="*/ 2701432 h 6383892"/>
                <a:gd name="connsiteX333" fmla="*/ 9993182 w 11461244"/>
                <a:gd name="connsiteY333" fmla="*/ 2694883 h 6383892"/>
                <a:gd name="connsiteX334" fmla="*/ 10242285 w 11461244"/>
                <a:gd name="connsiteY334" fmla="*/ 2562962 h 6383892"/>
                <a:gd name="connsiteX335" fmla="*/ 10270161 w 11461244"/>
                <a:gd name="connsiteY335" fmla="*/ 2546286 h 6383892"/>
                <a:gd name="connsiteX336" fmla="*/ 10297876 w 11461244"/>
                <a:gd name="connsiteY336" fmla="*/ 2529200 h 6383892"/>
                <a:gd name="connsiteX337" fmla="*/ 10325108 w 11461244"/>
                <a:gd name="connsiteY337" fmla="*/ 2510889 h 6383892"/>
                <a:gd name="connsiteX338" fmla="*/ 10352341 w 11461244"/>
                <a:gd name="connsiteY338" fmla="*/ 2492578 h 6383892"/>
                <a:gd name="connsiteX339" fmla="*/ 10378679 w 11461244"/>
                <a:gd name="connsiteY339" fmla="*/ 2473203 h 6383892"/>
                <a:gd name="connsiteX340" fmla="*/ 10405589 w 11461244"/>
                <a:gd name="connsiteY340" fmla="*/ 2454075 h 6383892"/>
                <a:gd name="connsiteX341" fmla="*/ 10431928 w 11461244"/>
                <a:gd name="connsiteY341" fmla="*/ 2434701 h 6383892"/>
                <a:gd name="connsiteX342" fmla="*/ 10457944 w 11461244"/>
                <a:gd name="connsiteY342" fmla="*/ 2414509 h 6383892"/>
                <a:gd name="connsiteX343" fmla="*/ 10477825 w 11461244"/>
                <a:gd name="connsiteY343" fmla="*/ 2399103 h 6383892"/>
                <a:gd name="connsiteX344" fmla="*/ 10497298 w 11461244"/>
                <a:gd name="connsiteY344" fmla="*/ 2383857 h 6383892"/>
                <a:gd name="connsiteX345" fmla="*/ 10516856 w 11461244"/>
                <a:gd name="connsiteY345" fmla="*/ 2367633 h 6383892"/>
                <a:gd name="connsiteX346" fmla="*/ 10536574 w 11461244"/>
                <a:gd name="connsiteY346" fmla="*/ 2351817 h 6383892"/>
                <a:gd name="connsiteX347" fmla="*/ 10556133 w 11461244"/>
                <a:gd name="connsiteY347" fmla="*/ 2335593 h 6383892"/>
                <a:gd name="connsiteX348" fmla="*/ 10575122 w 11461244"/>
                <a:gd name="connsiteY348" fmla="*/ 2319123 h 6383892"/>
                <a:gd name="connsiteX349" fmla="*/ 10594109 w 11461244"/>
                <a:gd name="connsiteY349" fmla="*/ 2302652 h 6383892"/>
                <a:gd name="connsiteX350" fmla="*/ 10613098 w 11461244"/>
                <a:gd name="connsiteY350" fmla="*/ 2286181 h 6383892"/>
                <a:gd name="connsiteX351" fmla="*/ 10640683 w 11461244"/>
                <a:gd name="connsiteY351" fmla="*/ 2261593 h 6383892"/>
                <a:gd name="connsiteX352" fmla="*/ 10667451 w 11461244"/>
                <a:gd name="connsiteY352" fmla="*/ 2237328 h 6383892"/>
                <a:gd name="connsiteX353" fmla="*/ 10694057 w 11461244"/>
                <a:gd name="connsiteY353" fmla="*/ 2212653 h 6383892"/>
                <a:gd name="connsiteX354" fmla="*/ 10720911 w 11461244"/>
                <a:gd name="connsiteY354" fmla="*/ 2187410 h 6383892"/>
                <a:gd name="connsiteX355" fmla="*/ 10747195 w 11461244"/>
                <a:gd name="connsiteY355" fmla="*/ 2161920 h 6383892"/>
                <a:gd name="connsiteX356" fmla="*/ 10772910 w 11461244"/>
                <a:gd name="connsiteY356" fmla="*/ 2136183 h 6383892"/>
                <a:gd name="connsiteX357" fmla="*/ 10798302 w 11461244"/>
                <a:gd name="connsiteY357" fmla="*/ 2109628 h 6383892"/>
                <a:gd name="connsiteX358" fmla="*/ 10822963 w 11461244"/>
                <a:gd name="connsiteY358" fmla="*/ 2082418 h 6383892"/>
                <a:gd name="connsiteX359" fmla="*/ 10841476 w 11461244"/>
                <a:gd name="connsiteY359" fmla="*/ 2062357 h 6383892"/>
                <a:gd name="connsiteX360" fmla="*/ 10856885 w 11461244"/>
                <a:gd name="connsiteY360" fmla="*/ 2043996 h 6383892"/>
                <a:gd name="connsiteX361" fmla="*/ 10872122 w 11461244"/>
                <a:gd name="connsiteY361" fmla="*/ 2027590 h 6383892"/>
                <a:gd name="connsiteX362" fmla="*/ 10885974 w 11461244"/>
                <a:gd name="connsiteY362" fmla="*/ 2011260 h 6383892"/>
                <a:gd name="connsiteX363" fmla="*/ 10899985 w 11461244"/>
                <a:gd name="connsiteY363" fmla="*/ 1995339 h 6383892"/>
                <a:gd name="connsiteX364" fmla="*/ 10914491 w 11461244"/>
                <a:gd name="connsiteY364" fmla="*/ 1978277 h 6383892"/>
                <a:gd name="connsiteX365" fmla="*/ 10929416 w 11461244"/>
                <a:gd name="connsiteY365" fmla="*/ 1958690 h 6383892"/>
                <a:gd name="connsiteX366" fmla="*/ 10946715 w 11461244"/>
                <a:gd name="connsiteY366" fmla="*/ 1936749 h 6383892"/>
                <a:gd name="connsiteX367" fmla="*/ 10960899 w 11461244"/>
                <a:gd name="connsiteY367" fmla="*/ 1918871 h 6383892"/>
                <a:gd name="connsiteX368" fmla="*/ 10975652 w 11461244"/>
                <a:gd name="connsiteY368" fmla="*/ 1901241 h 6383892"/>
                <a:gd name="connsiteX369" fmla="*/ 10989265 w 11461244"/>
                <a:gd name="connsiteY369" fmla="*/ 1883116 h 6383892"/>
                <a:gd name="connsiteX370" fmla="*/ 11002965 w 11461244"/>
                <a:gd name="connsiteY370" fmla="*/ 1864013 h 6383892"/>
                <a:gd name="connsiteX371" fmla="*/ 11096990 w 11461244"/>
                <a:gd name="connsiteY371" fmla="*/ 1729142 h 6383892"/>
                <a:gd name="connsiteX372" fmla="*/ 11099784 w 11461244"/>
                <a:gd name="connsiteY372" fmla="*/ 1724262 h 6383892"/>
                <a:gd name="connsiteX373" fmla="*/ 11102577 w 11461244"/>
                <a:gd name="connsiteY373" fmla="*/ 1719382 h 6383892"/>
                <a:gd name="connsiteX374" fmla="*/ 11105780 w 11461244"/>
                <a:gd name="connsiteY374" fmla="*/ 1714340 h 6383892"/>
                <a:gd name="connsiteX375" fmla="*/ 11109390 w 11461244"/>
                <a:gd name="connsiteY375" fmla="*/ 1709137 h 6383892"/>
                <a:gd name="connsiteX376" fmla="*/ 11182470 w 11461244"/>
                <a:gd name="connsiteY376" fmla="*/ 1590565 h 6383892"/>
                <a:gd name="connsiteX377" fmla="*/ 11183620 w 11461244"/>
                <a:gd name="connsiteY377" fmla="*/ 1588695 h 6383892"/>
                <a:gd name="connsiteX378" fmla="*/ 11184362 w 11461244"/>
                <a:gd name="connsiteY378" fmla="*/ 1586986 h 6383892"/>
                <a:gd name="connsiteX379" fmla="*/ 11318274 w 11461244"/>
                <a:gd name="connsiteY379" fmla="*/ 1316441 h 6383892"/>
                <a:gd name="connsiteX380" fmla="*/ 11319509 w 11461244"/>
                <a:gd name="connsiteY380" fmla="*/ 1313592 h 6383892"/>
                <a:gd name="connsiteX381" fmla="*/ 11320336 w 11461244"/>
                <a:gd name="connsiteY381" fmla="*/ 1310905 h 6383892"/>
                <a:gd name="connsiteX382" fmla="*/ 11345623 w 11461244"/>
                <a:gd name="connsiteY382" fmla="*/ 1251816 h 6383892"/>
                <a:gd name="connsiteX383" fmla="*/ 11346612 w 11461244"/>
                <a:gd name="connsiteY383" fmla="*/ 1249537 h 6383892"/>
                <a:gd name="connsiteX384" fmla="*/ 11348416 w 11461244"/>
                <a:gd name="connsiteY384" fmla="*/ 1246935 h 6383892"/>
                <a:gd name="connsiteX385" fmla="*/ 11360211 w 11461244"/>
                <a:gd name="connsiteY385" fmla="*/ 1215837 h 6383892"/>
                <a:gd name="connsiteX386" fmla="*/ 11361199 w 11461244"/>
                <a:gd name="connsiteY386" fmla="*/ 1213559 h 6383892"/>
                <a:gd name="connsiteX387" fmla="*/ 11362026 w 11461244"/>
                <a:gd name="connsiteY387" fmla="*/ 1210872 h 6383892"/>
                <a:gd name="connsiteX388" fmla="*/ 11412598 w 11461244"/>
                <a:gd name="connsiteY388" fmla="*/ 1036512 h 6383892"/>
                <a:gd name="connsiteX389" fmla="*/ 11414822 w 11461244"/>
                <a:gd name="connsiteY389" fmla="*/ 1031384 h 6383892"/>
                <a:gd name="connsiteX390" fmla="*/ 11415582 w 11461244"/>
                <a:gd name="connsiteY390" fmla="*/ 1024946 h 6383892"/>
                <a:gd name="connsiteX391" fmla="*/ 11429586 w 11461244"/>
                <a:gd name="connsiteY391" fmla="*/ 973146 h 6383892"/>
                <a:gd name="connsiteX392" fmla="*/ 11430574 w 11461244"/>
                <a:gd name="connsiteY392" fmla="*/ 970868 h 6383892"/>
                <a:gd name="connsiteX393" fmla="*/ 11431079 w 11461244"/>
                <a:gd name="connsiteY393" fmla="*/ 967364 h 6383892"/>
                <a:gd name="connsiteX394" fmla="*/ 11435728 w 11461244"/>
                <a:gd name="connsiteY394" fmla="*/ 948059 h 6383892"/>
                <a:gd name="connsiteX395" fmla="*/ 11435975 w 11461244"/>
                <a:gd name="connsiteY395" fmla="*/ 947489 h 6383892"/>
                <a:gd name="connsiteX396" fmla="*/ 11435491 w 11461244"/>
                <a:gd name="connsiteY396" fmla="*/ 946264 h 6383892"/>
                <a:gd name="connsiteX397" fmla="*/ 11435986 w 11461244"/>
                <a:gd name="connsiteY397" fmla="*/ 945125 h 6383892"/>
                <a:gd name="connsiteX398" fmla="*/ 11436071 w 11461244"/>
                <a:gd name="connsiteY398" fmla="*/ 944146 h 6383892"/>
                <a:gd name="connsiteX399" fmla="*/ 11445531 w 11461244"/>
                <a:gd name="connsiteY399" fmla="*/ 905945 h 6383892"/>
                <a:gd name="connsiteX400" fmla="*/ 11445617 w 11461244"/>
                <a:gd name="connsiteY400" fmla="*/ 904967 h 6383892"/>
                <a:gd name="connsiteX401" fmla="*/ 11445949 w 11461244"/>
                <a:gd name="connsiteY401" fmla="*/ 903419 h 6383892"/>
                <a:gd name="connsiteX402" fmla="*/ 11455989 w 11461244"/>
                <a:gd name="connsiteY402" fmla="*/ 863099 h 6383892"/>
                <a:gd name="connsiteX403" fmla="*/ 11457064 w 11461244"/>
                <a:gd name="connsiteY403" fmla="*/ 859843 h 6383892"/>
                <a:gd name="connsiteX404" fmla="*/ 11457396 w 11461244"/>
                <a:gd name="connsiteY404" fmla="*/ 858294 h 6383892"/>
                <a:gd name="connsiteX405" fmla="*/ 11458299 w 11461244"/>
                <a:gd name="connsiteY405" fmla="*/ 856994 h 6383892"/>
                <a:gd name="connsiteX406" fmla="*/ 11461244 w 11461244"/>
                <a:gd name="connsiteY406" fmla="*/ 854887 h 6383892"/>
                <a:gd name="connsiteX407" fmla="*/ 11458501 w 11461244"/>
                <a:gd name="connsiteY407" fmla="*/ 847944 h 6383892"/>
                <a:gd name="connsiteX408" fmla="*/ 11455663 w 11461244"/>
                <a:gd name="connsiteY408" fmla="*/ 844344 h 6383892"/>
                <a:gd name="connsiteX409" fmla="*/ 11455093 w 11461244"/>
                <a:gd name="connsiteY409" fmla="*/ 844096 h 6383892"/>
                <a:gd name="connsiteX410" fmla="*/ 11452975 w 11461244"/>
                <a:gd name="connsiteY410" fmla="*/ 843517 h 6383892"/>
                <a:gd name="connsiteX411" fmla="*/ 11450203 w 11461244"/>
                <a:gd name="connsiteY411" fmla="*/ 843668 h 6383892"/>
                <a:gd name="connsiteX412" fmla="*/ 11446860 w 11461244"/>
                <a:gd name="connsiteY412" fmla="*/ 843572 h 6383892"/>
                <a:gd name="connsiteX413" fmla="*/ 11437563 w 11461244"/>
                <a:gd name="connsiteY413" fmla="*/ 843940 h 6383892"/>
                <a:gd name="connsiteX414" fmla="*/ 11428019 w 11461244"/>
                <a:gd name="connsiteY414" fmla="*/ 844877 h 6383892"/>
                <a:gd name="connsiteX415" fmla="*/ 11319881 w 11461244"/>
                <a:gd name="connsiteY415" fmla="*/ 848407 h 6383892"/>
                <a:gd name="connsiteX416" fmla="*/ 11271923 w 11461244"/>
                <a:gd name="connsiteY416" fmla="*/ 851299 h 6383892"/>
                <a:gd name="connsiteX417" fmla="*/ 11224610 w 11461244"/>
                <a:gd name="connsiteY417" fmla="*/ 855825 h 6383892"/>
                <a:gd name="connsiteX418" fmla="*/ 11176964 w 11461244"/>
                <a:gd name="connsiteY418" fmla="*/ 861898 h 6383892"/>
                <a:gd name="connsiteX419" fmla="*/ 11129565 w 11461244"/>
                <a:gd name="connsiteY419" fmla="*/ 867402 h 6383892"/>
                <a:gd name="connsiteX420" fmla="*/ 11081996 w 11461244"/>
                <a:gd name="connsiteY420" fmla="*/ 874863 h 6383892"/>
                <a:gd name="connsiteX421" fmla="*/ 11034748 w 11461244"/>
                <a:gd name="connsiteY421" fmla="*/ 883139 h 6383892"/>
                <a:gd name="connsiteX422" fmla="*/ 10987909 w 11461244"/>
                <a:gd name="connsiteY422" fmla="*/ 891254 h 6383892"/>
                <a:gd name="connsiteX423" fmla="*/ 10940984 w 11461244"/>
                <a:gd name="connsiteY423" fmla="*/ 900348 h 6383892"/>
                <a:gd name="connsiteX424" fmla="*/ 10892920 w 11461244"/>
                <a:gd name="connsiteY424" fmla="*/ 908948 h 6383892"/>
                <a:gd name="connsiteX425" fmla="*/ 10843792 w 11461244"/>
                <a:gd name="connsiteY425" fmla="*/ 918439 h 6383892"/>
                <a:gd name="connsiteX426" fmla="*/ 10795889 w 11461244"/>
                <a:gd name="connsiteY426" fmla="*/ 927447 h 6383892"/>
                <a:gd name="connsiteX427" fmla="*/ 10747330 w 11461244"/>
                <a:gd name="connsiteY427" fmla="*/ 937186 h 6383892"/>
                <a:gd name="connsiteX428" fmla="*/ 10698203 w 11461244"/>
                <a:gd name="connsiteY428" fmla="*/ 946678 h 6383892"/>
                <a:gd name="connsiteX429" fmla="*/ 10650622 w 11461244"/>
                <a:gd name="connsiteY429" fmla="*/ 956502 h 6383892"/>
                <a:gd name="connsiteX430" fmla="*/ 10601656 w 11461244"/>
                <a:gd name="connsiteY430" fmla="*/ 966403 h 6383892"/>
                <a:gd name="connsiteX431" fmla="*/ 10553581 w 11461244"/>
                <a:gd name="connsiteY431" fmla="*/ 977367 h 6383892"/>
                <a:gd name="connsiteX432" fmla="*/ 10530323 w 11461244"/>
                <a:gd name="connsiteY432" fmla="*/ 981833 h 6383892"/>
                <a:gd name="connsiteX433" fmla="*/ 10492534 w 11461244"/>
                <a:gd name="connsiteY433" fmla="*/ 990150 h 6383892"/>
                <a:gd name="connsiteX434" fmla="*/ 10444706 w 11461244"/>
                <a:gd name="connsiteY434" fmla="*/ 1000545 h 6383892"/>
                <a:gd name="connsiteX435" fmla="*/ 10391903 w 11461244"/>
                <a:gd name="connsiteY435" fmla="*/ 1011489 h 6383892"/>
                <a:gd name="connsiteX436" fmla="*/ 10340648 w 11461244"/>
                <a:gd name="connsiteY436" fmla="*/ 1022765 h 6383892"/>
                <a:gd name="connsiteX437" fmla="*/ 10295593 w 11461244"/>
                <a:gd name="connsiteY437" fmla="*/ 1033008 h 6383892"/>
                <a:gd name="connsiteX438" fmla="*/ 10260738 w 11461244"/>
                <a:gd name="connsiteY438" fmla="*/ 1041583 h 6383892"/>
                <a:gd name="connsiteX439" fmla="*/ 10242779 w 11461244"/>
                <a:gd name="connsiteY439" fmla="*/ 1046316 h 6383892"/>
                <a:gd name="connsiteX440" fmla="*/ 10245991 w 11461244"/>
                <a:gd name="connsiteY440" fmla="*/ 1038910 h 6383892"/>
                <a:gd name="connsiteX441" fmla="*/ 10251503 w 11461244"/>
                <a:gd name="connsiteY441" fmla="*/ 1027763 h 6383892"/>
                <a:gd name="connsiteX442" fmla="*/ 10259549 w 11461244"/>
                <a:gd name="connsiteY442" fmla="*/ 1014670 h 6383892"/>
                <a:gd name="connsiteX443" fmla="*/ 10268661 w 11461244"/>
                <a:gd name="connsiteY443" fmla="*/ 1000684 h 6383892"/>
                <a:gd name="connsiteX444" fmla="*/ 10287130 w 11461244"/>
                <a:gd name="connsiteY444" fmla="*/ 972143 h 6383892"/>
                <a:gd name="connsiteX445" fmla="*/ 10300336 w 11461244"/>
                <a:gd name="connsiteY445" fmla="*/ 954179 h 6383892"/>
                <a:gd name="connsiteX446" fmla="*/ 10366589 w 11461244"/>
                <a:gd name="connsiteY446" fmla="*/ 868521 h 6383892"/>
                <a:gd name="connsiteX447" fmla="*/ 10375604 w 11461244"/>
                <a:gd name="connsiteY447" fmla="*/ 857878 h 6383892"/>
                <a:gd name="connsiteX448" fmla="*/ 10384780 w 11461244"/>
                <a:gd name="connsiteY448" fmla="*/ 847643 h 6383892"/>
                <a:gd name="connsiteX449" fmla="*/ 10394118 w 11461244"/>
                <a:gd name="connsiteY449" fmla="*/ 837817 h 6383892"/>
                <a:gd name="connsiteX450" fmla="*/ 10403789 w 11461244"/>
                <a:gd name="connsiteY450" fmla="*/ 826443 h 6383892"/>
                <a:gd name="connsiteX451" fmla="*/ 10418618 w 11461244"/>
                <a:gd name="connsiteY451" fmla="*/ 810199 h 6383892"/>
                <a:gd name="connsiteX452" fmla="*/ 10432382 w 11461244"/>
                <a:gd name="connsiteY452" fmla="*/ 794848 h 6383892"/>
                <a:gd name="connsiteX453" fmla="*/ 10447287 w 11461244"/>
                <a:gd name="connsiteY453" fmla="*/ 779990 h 6383892"/>
                <a:gd name="connsiteX454" fmla="*/ 10463492 w 11461244"/>
                <a:gd name="connsiteY454" fmla="*/ 766034 h 6383892"/>
                <a:gd name="connsiteX455" fmla="*/ 10525141 w 11461244"/>
                <a:gd name="connsiteY455" fmla="*/ 708162 h 6383892"/>
                <a:gd name="connsiteX456" fmla="*/ 10536435 w 11461244"/>
                <a:gd name="connsiteY456" fmla="*/ 698507 h 6383892"/>
                <a:gd name="connsiteX457" fmla="*/ 10546912 w 11461244"/>
                <a:gd name="connsiteY457" fmla="*/ 689174 h 6383892"/>
                <a:gd name="connsiteX458" fmla="*/ 10558368 w 11461244"/>
                <a:gd name="connsiteY458" fmla="*/ 679928 h 6383892"/>
                <a:gd name="connsiteX459" fmla="*/ 10570070 w 11461244"/>
                <a:gd name="connsiteY459" fmla="*/ 670112 h 6383892"/>
                <a:gd name="connsiteX460" fmla="*/ 10586683 w 11461244"/>
                <a:gd name="connsiteY460" fmla="*/ 655996 h 6383892"/>
                <a:gd name="connsiteX461" fmla="*/ 10603705 w 11461244"/>
                <a:gd name="connsiteY461" fmla="*/ 641718 h 6383892"/>
                <a:gd name="connsiteX462" fmla="*/ 10620727 w 11461244"/>
                <a:gd name="connsiteY462" fmla="*/ 627440 h 6383892"/>
                <a:gd name="connsiteX463" fmla="*/ 10637341 w 11461244"/>
                <a:gd name="connsiteY463" fmla="*/ 613324 h 6383892"/>
                <a:gd name="connsiteX464" fmla="*/ 10654277 w 11461244"/>
                <a:gd name="connsiteY464" fmla="*/ 600024 h 6383892"/>
                <a:gd name="connsiteX465" fmla="*/ 10670891 w 11461244"/>
                <a:gd name="connsiteY465" fmla="*/ 585908 h 6383892"/>
                <a:gd name="connsiteX466" fmla="*/ 10688074 w 11461244"/>
                <a:gd name="connsiteY466" fmla="*/ 572038 h 6383892"/>
                <a:gd name="connsiteX467" fmla="*/ 10704602 w 11461244"/>
                <a:gd name="connsiteY467" fmla="*/ 558900 h 6383892"/>
                <a:gd name="connsiteX468" fmla="*/ 10718916 w 11461244"/>
                <a:gd name="connsiteY468" fmla="*/ 548525 h 6383892"/>
                <a:gd name="connsiteX469" fmla="*/ 10742310 w 11461244"/>
                <a:gd name="connsiteY469" fmla="*/ 531257 h 6383892"/>
                <a:gd name="connsiteX470" fmla="*/ 10771680 w 11461244"/>
                <a:gd name="connsiteY470" fmla="*/ 508796 h 6383892"/>
                <a:gd name="connsiteX471" fmla="*/ 10804155 w 11461244"/>
                <a:gd name="connsiteY471" fmla="*/ 484638 h 6383892"/>
                <a:gd name="connsiteX472" fmla="*/ 10836953 w 11461244"/>
                <a:gd name="connsiteY472" fmla="*/ 461296 h 6383892"/>
                <a:gd name="connsiteX473" fmla="*/ 10865335 w 11461244"/>
                <a:gd name="connsiteY473" fmla="*/ 441114 h 6383892"/>
                <a:gd name="connsiteX474" fmla="*/ 10886602 w 11461244"/>
                <a:gd name="connsiteY474" fmla="*/ 425631 h 6383892"/>
                <a:gd name="connsiteX475" fmla="*/ 10898617 w 11461244"/>
                <a:gd name="connsiteY475" fmla="*/ 418997 h 6383892"/>
                <a:gd name="connsiteX476" fmla="*/ 10895864 w 11461244"/>
                <a:gd name="connsiteY476" fmla="*/ 414418 h 6383892"/>
                <a:gd name="connsiteX477" fmla="*/ 10892456 w 11461244"/>
                <a:gd name="connsiteY477" fmla="*/ 410571 h 6383892"/>
                <a:gd name="connsiteX478" fmla="*/ 10889370 w 11461244"/>
                <a:gd name="connsiteY478" fmla="*/ 407541 h 6383892"/>
                <a:gd name="connsiteX479" fmla="*/ 10886124 w 11461244"/>
                <a:gd name="connsiteY479" fmla="*/ 404102 h 6383892"/>
                <a:gd name="connsiteX480" fmla="*/ 10877911 w 11461244"/>
                <a:gd name="connsiteY480" fmla="*/ 398848 h 6383892"/>
                <a:gd name="connsiteX481" fmla="*/ 10870020 w 11461244"/>
                <a:gd name="connsiteY481" fmla="*/ 394412 h 6383892"/>
                <a:gd name="connsiteX482" fmla="*/ 10718920 w 11461244"/>
                <a:gd name="connsiteY482" fmla="*/ 301131 h 6383892"/>
                <a:gd name="connsiteX483" fmla="*/ 10718189 w 11461244"/>
                <a:gd name="connsiteY483" fmla="*/ 300476 h 6383892"/>
                <a:gd name="connsiteX484" fmla="*/ 10717050 w 11461244"/>
                <a:gd name="connsiteY484" fmla="*/ 299982 h 6383892"/>
                <a:gd name="connsiteX485" fmla="*/ 10674266 w 11461244"/>
                <a:gd name="connsiteY485" fmla="*/ 275336 h 6383892"/>
                <a:gd name="connsiteX486" fmla="*/ 10673212 w 11461244"/>
                <a:gd name="connsiteY486" fmla="*/ 273863 h 6383892"/>
                <a:gd name="connsiteX487" fmla="*/ 10671342 w 11461244"/>
                <a:gd name="connsiteY487" fmla="*/ 272714 h 6383892"/>
                <a:gd name="connsiteX488" fmla="*/ 10657432 w 11461244"/>
                <a:gd name="connsiteY488" fmla="*/ 264989 h 6383892"/>
                <a:gd name="connsiteX489" fmla="*/ 10642704 w 11461244"/>
                <a:gd name="connsiteY489" fmla="*/ 257587 h 6383892"/>
                <a:gd name="connsiteX490" fmla="*/ 10628462 w 11461244"/>
                <a:gd name="connsiteY490" fmla="*/ 251409 h 6383892"/>
                <a:gd name="connsiteX491" fmla="*/ 10613488 w 11461244"/>
                <a:gd name="connsiteY491" fmla="*/ 244578 h 6383892"/>
                <a:gd name="connsiteX492" fmla="*/ 10523321 w 11461244"/>
                <a:gd name="connsiteY492" fmla="*/ 202767 h 6383892"/>
                <a:gd name="connsiteX493" fmla="*/ 10520719 w 11461244"/>
                <a:gd name="connsiteY493" fmla="*/ 200962 h 6383892"/>
                <a:gd name="connsiteX494" fmla="*/ 10516893 w 11461244"/>
                <a:gd name="connsiteY494" fmla="*/ 199640 h 6383892"/>
                <a:gd name="connsiteX495" fmla="*/ 10498823 w 11461244"/>
                <a:gd name="connsiteY495" fmla="*/ 192143 h 6383892"/>
                <a:gd name="connsiteX496" fmla="*/ 10497845 w 11461244"/>
                <a:gd name="connsiteY496" fmla="*/ 192057 h 6383892"/>
                <a:gd name="connsiteX497" fmla="*/ 10497114 w 11461244"/>
                <a:gd name="connsiteY497" fmla="*/ 191402 h 6383892"/>
                <a:gd name="connsiteX498" fmla="*/ 10477582 w 11461244"/>
                <a:gd name="connsiteY498" fmla="*/ 182593 h 6383892"/>
                <a:gd name="connsiteX499" fmla="*/ 10474164 w 11461244"/>
                <a:gd name="connsiteY499" fmla="*/ 181111 h 6383892"/>
                <a:gd name="connsiteX500" fmla="*/ 10470176 w 11461244"/>
                <a:gd name="connsiteY500" fmla="*/ 179381 h 6383892"/>
                <a:gd name="connsiteX501" fmla="*/ 10203779 w 11461244"/>
                <a:gd name="connsiteY501" fmla="*/ 85849 h 6383892"/>
                <a:gd name="connsiteX502" fmla="*/ 10187978 w 11461244"/>
                <a:gd name="connsiteY502" fmla="*/ 81704 h 6383892"/>
                <a:gd name="connsiteX503" fmla="*/ 10171360 w 11461244"/>
                <a:gd name="connsiteY503" fmla="*/ 77882 h 6383892"/>
                <a:gd name="connsiteX504" fmla="*/ 10154173 w 11461244"/>
                <a:gd name="connsiteY504" fmla="*/ 73812 h 6383892"/>
                <a:gd name="connsiteX505" fmla="*/ 10137641 w 11461244"/>
                <a:gd name="connsiteY505" fmla="*/ 69012 h 6383892"/>
                <a:gd name="connsiteX506" fmla="*/ 10129418 w 11461244"/>
                <a:gd name="connsiteY506" fmla="*/ 66123 h 6383892"/>
                <a:gd name="connsiteX507" fmla="*/ 10121431 w 11461244"/>
                <a:gd name="connsiteY507" fmla="*/ 65029 h 6383892"/>
                <a:gd name="connsiteX508" fmla="*/ 10114101 w 11461244"/>
                <a:gd name="connsiteY508" fmla="*/ 63203 h 6383892"/>
                <a:gd name="connsiteX509" fmla="*/ 10106199 w 11461244"/>
                <a:gd name="connsiteY509" fmla="*/ 61130 h 6383892"/>
                <a:gd name="connsiteX510" fmla="*/ 10097483 w 11461244"/>
                <a:gd name="connsiteY510" fmla="*/ 59380 h 6383892"/>
                <a:gd name="connsiteX511" fmla="*/ 10088765 w 11461244"/>
                <a:gd name="connsiteY511" fmla="*/ 57630 h 6383892"/>
                <a:gd name="connsiteX512" fmla="*/ 10008278 w 11461244"/>
                <a:gd name="connsiteY512" fmla="*/ 40323 h 6383892"/>
                <a:gd name="connsiteX513" fmla="*/ 9992230 w 11461244"/>
                <a:gd name="connsiteY513" fmla="*/ 36748 h 6383892"/>
                <a:gd name="connsiteX514" fmla="*/ 9975773 w 11461244"/>
                <a:gd name="connsiteY514" fmla="*/ 33334 h 6383892"/>
                <a:gd name="connsiteX515" fmla="*/ 9958501 w 11461244"/>
                <a:gd name="connsiteY515" fmla="*/ 30243 h 6383892"/>
                <a:gd name="connsiteX516" fmla="*/ 9941958 w 11461244"/>
                <a:gd name="connsiteY516" fmla="*/ 27807 h 6383892"/>
                <a:gd name="connsiteX517" fmla="*/ 9924600 w 11461244"/>
                <a:gd name="connsiteY517" fmla="*/ 25694 h 6383892"/>
                <a:gd name="connsiteX518" fmla="*/ 9907649 w 11461244"/>
                <a:gd name="connsiteY518" fmla="*/ 23419 h 6383892"/>
                <a:gd name="connsiteX519" fmla="*/ 9890946 w 11461244"/>
                <a:gd name="connsiteY519" fmla="*/ 20575 h 6383892"/>
                <a:gd name="connsiteX520" fmla="*/ 9873994 w 11461244"/>
                <a:gd name="connsiteY520" fmla="*/ 18300 h 6383892"/>
                <a:gd name="connsiteX521" fmla="*/ 9841319 w 11461244"/>
                <a:gd name="connsiteY521" fmla="*/ 13267 h 6383892"/>
                <a:gd name="connsiteX522" fmla="*/ 9832269 w 11461244"/>
                <a:gd name="connsiteY522" fmla="*/ 13065 h 6383892"/>
                <a:gd name="connsiteX523" fmla="*/ 9822896 w 11461244"/>
                <a:gd name="connsiteY523" fmla="*/ 12046 h 6383892"/>
                <a:gd name="connsiteX524" fmla="*/ 9815479 w 11461244"/>
                <a:gd name="connsiteY524" fmla="*/ 11199 h 6383892"/>
                <a:gd name="connsiteX525" fmla="*/ 9807654 w 11461244"/>
                <a:gd name="connsiteY525" fmla="*/ 10513 h 6383892"/>
                <a:gd name="connsiteX526" fmla="*/ 9543835 w 11461244"/>
                <a:gd name="connsiteY526" fmla="*/ 0 h 6383892"/>
                <a:gd name="connsiteX527" fmla="*/ 9509581 w 11461244"/>
                <a:gd name="connsiteY527" fmla="*/ 1728 h 6383892"/>
                <a:gd name="connsiteX528" fmla="*/ 9475488 w 11461244"/>
                <a:gd name="connsiteY528" fmla="*/ 3864 h 6383892"/>
                <a:gd name="connsiteX529" fmla="*/ 9441395 w 11461244"/>
                <a:gd name="connsiteY529" fmla="*/ 6001 h 6383892"/>
                <a:gd name="connsiteX530" fmla="*/ 9407055 w 11461244"/>
                <a:gd name="connsiteY530" fmla="*/ 8707 h 6383892"/>
                <a:gd name="connsiteX531" fmla="*/ 9373693 w 11461244"/>
                <a:gd name="connsiteY531" fmla="*/ 11499 h 6383892"/>
                <a:gd name="connsiteX532" fmla="*/ 9339590 w 11461244"/>
                <a:gd name="connsiteY532" fmla="*/ 16000 h 6383892"/>
                <a:gd name="connsiteX533" fmla="*/ 9306143 w 11461244"/>
                <a:gd name="connsiteY533" fmla="*/ 19770 h 6383892"/>
                <a:gd name="connsiteX534" fmla="*/ 9271545 w 11461244"/>
                <a:gd name="connsiteY534" fmla="*/ 25410 h 6383892"/>
                <a:gd name="connsiteX535" fmla="*/ 9121075 w 11461244"/>
                <a:gd name="connsiteY535" fmla="*/ 50856 h 6383892"/>
                <a:gd name="connsiteX536" fmla="*/ 9082308 w 11461244"/>
                <a:gd name="connsiteY536" fmla="*/ 59087 h 6383892"/>
                <a:gd name="connsiteX537" fmla="*/ 9042886 w 11461244"/>
                <a:gd name="connsiteY537" fmla="*/ 68050 h 6383892"/>
                <a:gd name="connsiteX538" fmla="*/ 9003216 w 11461244"/>
                <a:gd name="connsiteY538" fmla="*/ 77582 h 6383892"/>
                <a:gd name="connsiteX539" fmla="*/ 8963461 w 11461244"/>
                <a:gd name="connsiteY539" fmla="*/ 88093 h 6383892"/>
                <a:gd name="connsiteX540" fmla="*/ 8923867 w 11461244"/>
                <a:gd name="connsiteY540" fmla="*/ 99012 h 6383892"/>
                <a:gd name="connsiteX541" fmla="*/ 8885003 w 11461244"/>
                <a:gd name="connsiteY541" fmla="*/ 110586 h 6383892"/>
                <a:gd name="connsiteX542" fmla="*/ 8846054 w 11461244"/>
                <a:gd name="connsiteY542" fmla="*/ 123140 h 6383892"/>
                <a:gd name="connsiteX543" fmla="*/ 8808493 w 11461244"/>
                <a:gd name="connsiteY543" fmla="*/ 135616 h 6383892"/>
                <a:gd name="connsiteX544" fmla="*/ 8769221 w 11461244"/>
                <a:gd name="connsiteY544" fmla="*/ 147353 h 6383892"/>
                <a:gd name="connsiteX545" fmla="*/ 8748725 w 11461244"/>
                <a:gd name="connsiteY545" fmla="*/ 154032 h 6383892"/>
                <a:gd name="connsiteX546" fmla="*/ 8726350 w 11461244"/>
                <a:gd name="connsiteY546" fmla="*/ 161926 h 6383892"/>
                <a:gd name="connsiteX547" fmla="*/ 8704704 w 11461244"/>
                <a:gd name="connsiteY547" fmla="*/ 170477 h 6383892"/>
                <a:gd name="connsiteX548" fmla="*/ 8683876 w 11461244"/>
                <a:gd name="connsiteY548" fmla="*/ 178704 h 6383892"/>
                <a:gd name="connsiteX549" fmla="*/ 8672442 w 11461244"/>
                <a:gd name="connsiteY549" fmla="*/ 183221 h 6383892"/>
                <a:gd name="connsiteX550" fmla="*/ 8663285 w 11461244"/>
                <a:gd name="connsiteY550" fmla="*/ 188726 h 6383892"/>
                <a:gd name="connsiteX551" fmla="*/ 8654871 w 11461244"/>
                <a:gd name="connsiteY551" fmla="*/ 192523 h 6383892"/>
                <a:gd name="connsiteX552" fmla="*/ 8644167 w 11461244"/>
                <a:gd name="connsiteY552" fmla="*/ 197695 h 6383892"/>
                <a:gd name="connsiteX553" fmla="*/ 8623091 w 11461244"/>
                <a:gd name="connsiteY553" fmla="*/ 206492 h 6383892"/>
                <a:gd name="connsiteX554" fmla="*/ 8603402 w 11461244"/>
                <a:gd name="connsiteY554" fmla="*/ 215214 h 6383892"/>
                <a:gd name="connsiteX555" fmla="*/ 8584122 w 11461244"/>
                <a:gd name="connsiteY555" fmla="*/ 223773 h 6383892"/>
                <a:gd name="connsiteX556" fmla="*/ 8563455 w 11461244"/>
                <a:gd name="connsiteY556" fmla="*/ 232409 h 6383892"/>
                <a:gd name="connsiteX557" fmla="*/ 8567338 w 11461244"/>
                <a:gd name="connsiteY557" fmla="*/ 239846 h 6383892"/>
                <a:gd name="connsiteX558" fmla="*/ 8570649 w 11461244"/>
                <a:gd name="connsiteY558" fmla="*/ 247036 h 6383892"/>
                <a:gd name="connsiteX559" fmla="*/ 8573639 w 11461244"/>
                <a:gd name="connsiteY559" fmla="*/ 253409 h 6383892"/>
                <a:gd name="connsiteX560" fmla="*/ 8577123 w 11461244"/>
                <a:gd name="connsiteY560" fmla="*/ 258643 h 6383892"/>
                <a:gd name="connsiteX561" fmla="*/ 8584498 w 11461244"/>
                <a:gd name="connsiteY561" fmla="*/ 268949 h 6383892"/>
                <a:gd name="connsiteX562" fmla="*/ 8591874 w 11461244"/>
                <a:gd name="connsiteY562" fmla="*/ 279255 h 6383892"/>
                <a:gd name="connsiteX563" fmla="*/ 8595681 w 11461244"/>
                <a:gd name="connsiteY563" fmla="*/ 285305 h 6383892"/>
                <a:gd name="connsiteX564" fmla="*/ 8599078 w 11461244"/>
                <a:gd name="connsiteY564" fmla="*/ 291516 h 6383892"/>
                <a:gd name="connsiteX565" fmla="*/ 8602391 w 11461244"/>
                <a:gd name="connsiteY565" fmla="*/ 298706 h 6383892"/>
                <a:gd name="connsiteX566" fmla="*/ 8605874 w 11461244"/>
                <a:gd name="connsiteY566" fmla="*/ 303940 h 6383892"/>
                <a:gd name="connsiteX567" fmla="*/ 8610411 w 11461244"/>
                <a:gd name="connsiteY567" fmla="*/ 310647 h 6383892"/>
                <a:gd name="connsiteX568" fmla="*/ 8613250 w 11461244"/>
                <a:gd name="connsiteY568" fmla="*/ 314246 h 6383892"/>
                <a:gd name="connsiteX569" fmla="*/ 8616335 w 11461244"/>
                <a:gd name="connsiteY569" fmla="*/ 317277 h 6383892"/>
                <a:gd name="connsiteX570" fmla="*/ 8620067 w 11461244"/>
                <a:gd name="connsiteY570" fmla="*/ 321940 h 6383892"/>
                <a:gd name="connsiteX571" fmla="*/ 8623873 w 11461244"/>
                <a:gd name="connsiteY571" fmla="*/ 327991 h 6383892"/>
                <a:gd name="connsiteX572" fmla="*/ 8627593 w 11461244"/>
                <a:gd name="connsiteY572" fmla="*/ 335019 h 6383892"/>
                <a:gd name="connsiteX573" fmla="*/ 8630335 w 11461244"/>
                <a:gd name="connsiteY573" fmla="*/ 341962 h 6383892"/>
                <a:gd name="connsiteX574" fmla="*/ 8633572 w 11461244"/>
                <a:gd name="connsiteY574" fmla="*/ 347765 h 6383892"/>
                <a:gd name="connsiteX575" fmla="*/ 8637873 w 11461244"/>
                <a:gd name="connsiteY575" fmla="*/ 352676 h 6383892"/>
                <a:gd name="connsiteX576" fmla="*/ 8640464 w 11461244"/>
                <a:gd name="connsiteY576" fmla="*/ 356845 h 6383892"/>
                <a:gd name="connsiteX577" fmla="*/ 8644120 w 11461244"/>
                <a:gd name="connsiteY577" fmla="*/ 360122 h 6383892"/>
                <a:gd name="connsiteX578" fmla="*/ 8647850 w 11461244"/>
                <a:gd name="connsiteY578" fmla="*/ 364787 h 6383892"/>
                <a:gd name="connsiteX579" fmla="*/ 8652141 w 11461244"/>
                <a:gd name="connsiteY579" fmla="*/ 372062 h 6383892"/>
                <a:gd name="connsiteX580" fmla="*/ 8654722 w 11461244"/>
                <a:gd name="connsiteY580" fmla="*/ 378596 h 6383892"/>
                <a:gd name="connsiteX581" fmla="*/ 8657303 w 11461244"/>
                <a:gd name="connsiteY581" fmla="*/ 385131 h 6383892"/>
                <a:gd name="connsiteX582" fmla="*/ 8660453 w 11461244"/>
                <a:gd name="connsiteY582" fmla="*/ 391913 h 6383892"/>
                <a:gd name="connsiteX583" fmla="*/ 8664260 w 11461244"/>
                <a:gd name="connsiteY583" fmla="*/ 397962 h 6383892"/>
                <a:gd name="connsiteX584" fmla="*/ 8667421 w 11461244"/>
                <a:gd name="connsiteY584" fmla="*/ 402380 h 6383892"/>
                <a:gd name="connsiteX585" fmla="*/ 8670830 w 11461244"/>
                <a:gd name="connsiteY585" fmla="*/ 406227 h 6383892"/>
                <a:gd name="connsiteX586" fmla="*/ 8674560 w 11461244"/>
                <a:gd name="connsiteY586" fmla="*/ 410890 h 6383892"/>
                <a:gd name="connsiteX587" fmla="*/ 8681033 w 11461244"/>
                <a:gd name="connsiteY587" fmla="*/ 422497 h 6383892"/>
                <a:gd name="connsiteX588" fmla="*/ 8687098 w 11461244"/>
                <a:gd name="connsiteY588" fmla="*/ 434264 h 6383892"/>
                <a:gd name="connsiteX589" fmla="*/ 8690335 w 11461244"/>
                <a:gd name="connsiteY589" fmla="*/ 440068 h 6383892"/>
                <a:gd name="connsiteX590" fmla="*/ 8693410 w 11461244"/>
                <a:gd name="connsiteY590" fmla="*/ 445463 h 6383892"/>
                <a:gd name="connsiteX591" fmla="*/ 8697217 w 11461244"/>
                <a:gd name="connsiteY591" fmla="*/ 451513 h 6383892"/>
                <a:gd name="connsiteX592" fmla="*/ 8701108 w 11461244"/>
                <a:gd name="connsiteY592" fmla="*/ 456585 h 6383892"/>
                <a:gd name="connsiteX593" fmla="*/ 8706785 w 11461244"/>
                <a:gd name="connsiteY593" fmla="*/ 463786 h 6383892"/>
                <a:gd name="connsiteX594" fmla="*/ 8709130 w 11461244"/>
                <a:gd name="connsiteY594" fmla="*/ 468525 h 6383892"/>
                <a:gd name="connsiteX595" fmla="*/ 8711711 w 11461244"/>
                <a:gd name="connsiteY595" fmla="*/ 475059 h 6383892"/>
                <a:gd name="connsiteX596" fmla="*/ 8716238 w 11461244"/>
                <a:gd name="connsiteY596" fmla="*/ 484130 h 6383892"/>
                <a:gd name="connsiteX597" fmla="*/ 8725702 w 11461244"/>
                <a:gd name="connsiteY597" fmla="*/ 502110 h 6383892"/>
                <a:gd name="connsiteX598" fmla="*/ 8736626 w 11461244"/>
                <a:gd name="connsiteY598" fmla="*/ 521400 h 6383892"/>
                <a:gd name="connsiteX599" fmla="*/ 8742539 w 11461244"/>
                <a:gd name="connsiteY599" fmla="*/ 530395 h 6383892"/>
                <a:gd name="connsiteX600" fmla="*/ 8747314 w 11461244"/>
                <a:gd name="connsiteY600" fmla="*/ 538896 h 6383892"/>
                <a:gd name="connsiteX601" fmla="*/ 8751518 w 11461244"/>
                <a:gd name="connsiteY601" fmla="*/ 547150 h 6383892"/>
                <a:gd name="connsiteX602" fmla="*/ 8754099 w 11461244"/>
                <a:gd name="connsiteY602" fmla="*/ 553683 h 6383892"/>
                <a:gd name="connsiteX603" fmla="*/ 8760562 w 11461244"/>
                <a:gd name="connsiteY603" fmla="*/ 567655 h 6383892"/>
                <a:gd name="connsiteX604" fmla="*/ 8766134 w 11461244"/>
                <a:gd name="connsiteY604" fmla="*/ 580562 h 6383892"/>
                <a:gd name="connsiteX605" fmla="*/ 8772768 w 11461244"/>
                <a:gd name="connsiteY605" fmla="*/ 592578 h 6383892"/>
                <a:gd name="connsiteX606" fmla="*/ 8779735 w 11461244"/>
                <a:gd name="connsiteY606" fmla="*/ 603044 h 6383892"/>
                <a:gd name="connsiteX607" fmla="*/ 8785241 w 11461244"/>
                <a:gd name="connsiteY607" fmla="*/ 612201 h 6383892"/>
                <a:gd name="connsiteX608" fmla="*/ 8790585 w 11461244"/>
                <a:gd name="connsiteY608" fmla="*/ 620948 h 6383892"/>
                <a:gd name="connsiteX609" fmla="*/ 8795274 w 11461244"/>
                <a:gd name="connsiteY609" fmla="*/ 630427 h 6383892"/>
                <a:gd name="connsiteX610" fmla="*/ 8799230 w 11461244"/>
                <a:gd name="connsiteY610" fmla="*/ 639251 h 6383892"/>
                <a:gd name="connsiteX611" fmla="*/ 8803919 w 11461244"/>
                <a:gd name="connsiteY611" fmla="*/ 648730 h 6383892"/>
                <a:gd name="connsiteX612" fmla="*/ 8808930 w 11461244"/>
                <a:gd name="connsiteY612" fmla="*/ 659025 h 6383892"/>
                <a:gd name="connsiteX613" fmla="*/ 8814188 w 11461244"/>
                <a:gd name="connsiteY613" fmla="*/ 668751 h 6383892"/>
                <a:gd name="connsiteX614" fmla="*/ 8820833 w 11461244"/>
                <a:gd name="connsiteY614" fmla="*/ 678402 h 6383892"/>
                <a:gd name="connsiteX615" fmla="*/ 8824317 w 11461244"/>
                <a:gd name="connsiteY615" fmla="*/ 683635 h 6383892"/>
                <a:gd name="connsiteX616" fmla="*/ 8826823 w 11461244"/>
                <a:gd name="connsiteY616" fmla="*/ 688782 h 6383892"/>
                <a:gd name="connsiteX617" fmla="*/ 8830060 w 11461244"/>
                <a:gd name="connsiteY617" fmla="*/ 694586 h 6383892"/>
                <a:gd name="connsiteX618" fmla="*/ 8833048 w 11461244"/>
                <a:gd name="connsiteY618" fmla="*/ 700960 h 6383892"/>
                <a:gd name="connsiteX619" fmla="*/ 8840006 w 11461244"/>
                <a:gd name="connsiteY619" fmla="*/ 713791 h 6383892"/>
                <a:gd name="connsiteX620" fmla="*/ 8844534 w 11461244"/>
                <a:gd name="connsiteY620" fmla="*/ 722861 h 6383892"/>
                <a:gd name="connsiteX621" fmla="*/ 8848974 w 11461244"/>
                <a:gd name="connsiteY621" fmla="*/ 732910 h 6383892"/>
                <a:gd name="connsiteX622" fmla="*/ 8858770 w 11461244"/>
                <a:gd name="connsiteY622" fmla="*/ 749341 h 6383892"/>
                <a:gd name="connsiteX623" fmla="*/ 8865888 w 11461244"/>
                <a:gd name="connsiteY623" fmla="*/ 762582 h 6383892"/>
                <a:gd name="connsiteX624" fmla="*/ 8872599 w 11461244"/>
                <a:gd name="connsiteY624" fmla="*/ 775983 h 6383892"/>
                <a:gd name="connsiteX625" fmla="*/ 8878654 w 11461244"/>
                <a:gd name="connsiteY625" fmla="*/ 790116 h 6383892"/>
                <a:gd name="connsiteX626" fmla="*/ 8884623 w 11461244"/>
                <a:gd name="connsiteY626" fmla="*/ 805226 h 6383892"/>
                <a:gd name="connsiteX627" fmla="*/ 8890269 w 11461244"/>
                <a:gd name="connsiteY627" fmla="*/ 819520 h 6383892"/>
                <a:gd name="connsiteX628" fmla="*/ 8895915 w 11461244"/>
                <a:gd name="connsiteY628" fmla="*/ 833814 h 6383892"/>
                <a:gd name="connsiteX629" fmla="*/ 8901153 w 11461244"/>
                <a:gd name="connsiteY629" fmla="*/ 848269 h 6383892"/>
                <a:gd name="connsiteX630" fmla="*/ 8906799 w 11461244"/>
                <a:gd name="connsiteY630" fmla="*/ 862563 h 6383892"/>
                <a:gd name="connsiteX631" fmla="*/ 8917532 w 11461244"/>
                <a:gd name="connsiteY631" fmla="*/ 888539 h 6383892"/>
                <a:gd name="connsiteX632" fmla="*/ 8929082 w 11461244"/>
                <a:gd name="connsiteY632" fmla="*/ 914193 h 6383892"/>
                <a:gd name="connsiteX633" fmla="*/ 8940632 w 11461244"/>
                <a:gd name="connsiteY633" fmla="*/ 939845 h 6383892"/>
                <a:gd name="connsiteX634" fmla="*/ 8952590 w 11461244"/>
                <a:gd name="connsiteY634" fmla="*/ 965338 h 6383892"/>
                <a:gd name="connsiteX635" fmla="*/ 8964141 w 11461244"/>
                <a:gd name="connsiteY635" fmla="*/ 990991 h 6383892"/>
                <a:gd name="connsiteX636" fmla="*/ 8975689 w 11461244"/>
                <a:gd name="connsiteY636" fmla="*/ 1016645 h 6383892"/>
                <a:gd name="connsiteX637" fmla="*/ 8980444 w 11461244"/>
                <a:gd name="connsiteY637" fmla="*/ 1029874 h 6383892"/>
                <a:gd name="connsiteX638" fmla="*/ 8985607 w 11461244"/>
                <a:gd name="connsiteY638" fmla="*/ 1042943 h 6383892"/>
                <a:gd name="connsiteX639" fmla="*/ 8989952 w 11461244"/>
                <a:gd name="connsiteY639" fmla="*/ 1056334 h 6383892"/>
                <a:gd name="connsiteX640" fmla="*/ 8993889 w 11461244"/>
                <a:gd name="connsiteY640" fmla="*/ 1069887 h 6383892"/>
                <a:gd name="connsiteX641" fmla="*/ 8998954 w 11461244"/>
                <a:gd name="connsiteY641" fmla="*/ 1086298 h 6383892"/>
                <a:gd name="connsiteX642" fmla="*/ 9005161 w 11461244"/>
                <a:gd name="connsiteY642" fmla="*/ 1103204 h 6383892"/>
                <a:gd name="connsiteX643" fmla="*/ 9012744 w 11461244"/>
                <a:gd name="connsiteY643" fmla="*/ 1122399 h 6383892"/>
                <a:gd name="connsiteX644" fmla="*/ 9020164 w 11461244"/>
                <a:gd name="connsiteY644" fmla="*/ 1141184 h 6383892"/>
                <a:gd name="connsiteX645" fmla="*/ 9027176 w 11461244"/>
                <a:gd name="connsiteY645" fmla="*/ 1160132 h 6383892"/>
                <a:gd name="connsiteX646" fmla="*/ 9033619 w 11461244"/>
                <a:gd name="connsiteY646" fmla="*/ 1178833 h 6383892"/>
                <a:gd name="connsiteX647" fmla="*/ 9036598 w 11461244"/>
                <a:gd name="connsiteY647" fmla="*/ 1187571 h 6383892"/>
                <a:gd name="connsiteX648" fmla="*/ 9038761 w 11461244"/>
                <a:gd name="connsiteY648" fmla="*/ 1196631 h 6383892"/>
                <a:gd name="connsiteX649" fmla="*/ 9040278 w 11461244"/>
                <a:gd name="connsiteY649" fmla="*/ 1204058 h 6383892"/>
                <a:gd name="connsiteX650" fmla="*/ 9041957 w 11461244"/>
                <a:gd name="connsiteY650" fmla="*/ 1211893 h 6383892"/>
                <a:gd name="connsiteX651" fmla="*/ 9044271 w 11461244"/>
                <a:gd name="connsiteY651" fmla="*/ 1223726 h 6383892"/>
                <a:gd name="connsiteX652" fmla="*/ 9046348 w 11461244"/>
                <a:gd name="connsiteY652" fmla="*/ 1233764 h 6383892"/>
                <a:gd name="connsiteX653" fmla="*/ 9049564 w 11461244"/>
                <a:gd name="connsiteY653" fmla="*/ 1244296 h 6383892"/>
                <a:gd name="connsiteX654" fmla="*/ 9054726 w 11461244"/>
                <a:gd name="connsiteY654" fmla="*/ 1257366 h 6383892"/>
                <a:gd name="connsiteX655" fmla="*/ 9057791 w 11461244"/>
                <a:gd name="connsiteY655" fmla="*/ 1265125 h 6383892"/>
                <a:gd name="connsiteX656" fmla="*/ 9059803 w 11461244"/>
                <a:gd name="connsiteY656" fmla="*/ 1271412 h 6383892"/>
                <a:gd name="connsiteX657" fmla="*/ 9060771 w 11461244"/>
                <a:gd name="connsiteY657" fmla="*/ 1273863 h 6383892"/>
                <a:gd name="connsiteX658" fmla="*/ 9060760 w 11461244"/>
                <a:gd name="connsiteY658" fmla="*/ 1276227 h 6383892"/>
                <a:gd name="connsiteX659" fmla="*/ 9060835 w 11461244"/>
                <a:gd name="connsiteY659" fmla="*/ 1277614 h 6383892"/>
                <a:gd name="connsiteX660" fmla="*/ 9060095 w 11461244"/>
                <a:gd name="connsiteY660" fmla="*/ 1279323 h 6383892"/>
                <a:gd name="connsiteX661" fmla="*/ 9059192 w 11461244"/>
                <a:gd name="connsiteY661" fmla="*/ 1280623 h 6383892"/>
                <a:gd name="connsiteX662" fmla="*/ 9057882 w 11461244"/>
                <a:gd name="connsiteY662" fmla="*/ 1282086 h 6383892"/>
                <a:gd name="connsiteX663" fmla="*/ 9056409 w 11461244"/>
                <a:gd name="connsiteY663" fmla="*/ 1283140 h 6383892"/>
                <a:gd name="connsiteX664" fmla="*/ 9053958 w 11461244"/>
                <a:gd name="connsiteY664" fmla="*/ 1284108 h 6383892"/>
                <a:gd name="connsiteX665" fmla="*/ 9048080 w 11461244"/>
                <a:gd name="connsiteY665" fmla="*/ 1285958 h 6383892"/>
                <a:gd name="connsiteX666" fmla="*/ 9040084 w 11461244"/>
                <a:gd name="connsiteY666" fmla="*/ 1287227 h 6383892"/>
                <a:gd name="connsiteX667" fmla="*/ 9029229 w 11461244"/>
                <a:gd name="connsiteY667" fmla="*/ 1289627 h 6383892"/>
                <a:gd name="connsiteX668" fmla="*/ 9018287 w 11461244"/>
                <a:gd name="connsiteY668" fmla="*/ 1293004 h 6383892"/>
                <a:gd name="connsiteX669" fmla="*/ 9008078 w 11461244"/>
                <a:gd name="connsiteY669" fmla="*/ 1297037 h 6383892"/>
                <a:gd name="connsiteX670" fmla="*/ 8997051 w 11461244"/>
                <a:gd name="connsiteY670" fmla="*/ 1301393 h 6383892"/>
                <a:gd name="connsiteX671" fmla="*/ 8975728 w 11461244"/>
                <a:gd name="connsiteY671" fmla="*/ 1310761 h 6383892"/>
                <a:gd name="connsiteX672" fmla="*/ 8954492 w 11461244"/>
                <a:gd name="connsiteY672" fmla="*/ 1319149 h 6383892"/>
                <a:gd name="connsiteX673" fmla="*/ 8943465 w 11461244"/>
                <a:gd name="connsiteY673" fmla="*/ 1323505 h 6383892"/>
                <a:gd name="connsiteX674" fmla="*/ 8933426 w 11461244"/>
                <a:gd name="connsiteY674" fmla="*/ 1325582 h 6383892"/>
                <a:gd name="connsiteX675" fmla="*/ 8924280 w 11461244"/>
                <a:gd name="connsiteY675" fmla="*/ 1328722 h 6383892"/>
                <a:gd name="connsiteX676" fmla="*/ 8912524 w 11461244"/>
                <a:gd name="connsiteY676" fmla="*/ 1332422 h 6383892"/>
                <a:gd name="connsiteX677" fmla="*/ 8826351 w 11461244"/>
                <a:gd name="connsiteY677" fmla="*/ 1366462 h 6383892"/>
                <a:gd name="connsiteX678" fmla="*/ 8814917 w 11461244"/>
                <a:gd name="connsiteY678" fmla="*/ 1370979 h 6383892"/>
                <a:gd name="connsiteX679" fmla="*/ 8804631 w 11461244"/>
                <a:gd name="connsiteY679" fmla="*/ 1373626 h 6383892"/>
                <a:gd name="connsiteX680" fmla="*/ 8794754 w 11461244"/>
                <a:gd name="connsiteY680" fmla="*/ 1376110 h 6383892"/>
                <a:gd name="connsiteX681" fmla="*/ 8784544 w 11461244"/>
                <a:gd name="connsiteY681" fmla="*/ 1380143 h 6383892"/>
                <a:gd name="connsiteX682" fmla="*/ 8773518 w 11461244"/>
                <a:gd name="connsiteY682" fmla="*/ 1384499 h 6383892"/>
                <a:gd name="connsiteX683" fmla="*/ 8763307 w 11461244"/>
                <a:gd name="connsiteY683" fmla="*/ 1388532 h 6383892"/>
                <a:gd name="connsiteX684" fmla="*/ 8752281 w 11461244"/>
                <a:gd name="connsiteY684" fmla="*/ 1392888 h 6383892"/>
                <a:gd name="connsiteX685" fmla="*/ 8741254 w 11461244"/>
                <a:gd name="connsiteY685" fmla="*/ 1397243 h 6383892"/>
                <a:gd name="connsiteX686" fmla="*/ 8730636 w 11461244"/>
                <a:gd name="connsiteY686" fmla="*/ 1401438 h 6383892"/>
                <a:gd name="connsiteX687" fmla="*/ 8719609 w 11461244"/>
                <a:gd name="connsiteY687" fmla="*/ 1405793 h 6383892"/>
                <a:gd name="connsiteX688" fmla="*/ 8708991 w 11461244"/>
                <a:gd name="connsiteY688" fmla="*/ 1409988 h 6383892"/>
                <a:gd name="connsiteX689" fmla="*/ 8698373 w 11461244"/>
                <a:gd name="connsiteY689" fmla="*/ 1414182 h 6383892"/>
                <a:gd name="connsiteX690" fmla="*/ 8613114 w 11461244"/>
                <a:gd name="connsiteY690" fmla="*/ 1444557 h 6383892"/>
                <a:gd name="connsiteX691" fmla="*/ 8602335 w 11461244"/>
                <a:gd name="connsiteY691" fmla="*/ 1448342 h 6383892"/>
                <a:gd name="connsiteX692" fmla="*/ 8591716 w 11461244"/>
                <a:gd name="connsiteY692" fmla="*/ 1452537 h 6383892"/>
                <a:gd name="connsiteX693" fmla="*/ 8581098 w 11461244"/>
                <a:gd name="connsiteY693" fmla="*/ 1456731 h 6383892"/>
                <a:gd name="connsiteX694" fmla="*/ 8570071 w 11461244"/>
                <a:gd name="connsiteY694" fmla="*/ 1461087 h 6383892"/>
                <a:gd name="connsiteX695" fmla="*/ 8559045 w 11461244"/>
                <a:gd name="connsiteY695" fmla="*/ 1465443 h 6383892"/>
                <a:gd name="connsiteX696" fmla="*/ 8548179 w 11461244"/>
                <a:gd name="connsiteY696" fmla="*/ 1470207 h 6383892"/>
                <a:gd name="connsiteX697" fmla="*/ 8537561 w 11461244"/>
                <a:gd name="connsiteY697" fmla="*/ 1474401 h 6383892"/>
                <a:gd name="connsiteX698" fmla="*/ 8526942 w 11461244"/>
                <a:gd name="connsiteY698" fmla="*/ 1478596 h 6383892"/>
                <a:gd name="connsiteX699" fmla="*/ 8504320 w 11461244"/>
                <a:gd name="connsiteY699" fmla="*/ 1487060 h 6383892"/>
                <a:gd name="connsiteX700" fmla="*/ 8483986 w 11461244"/>
                <a:gd name="connsiteY700" fmla="*/ 1494147 h 6383892"/>
                <a:gd name="connsiteX701" fmla="*/ 8463490 w 11461244"/>
                <a:gd name="connsiteY701" fmla="*/ 1500827 h 6383892"/>
                <a:gd name="connsiteX702" fmla="*/ 8442253 w 11461244"/>
                <a:gd name="connsiteY702" fmla="*/ 1509216 h 6383892"/>
                <a:gd name="connsiteX703" fmla="*/ 8419469 w 11461244"/>
                <a:gd name="connsiteY703" fmla="*/ 1517272 h 6383892"/>
                <a:gd name="connsiteX704" fmla="*/ 8398232 w 11461244"/>
                <a:gd name="connsiteY704" fmla="*/ 1525661 h 6383892"/>
                <a:gd name="connsiteX705" fmla="*/ 8376835 w 11461244"/>
                <a:gd name="connsiteY705" fmla="*/ 1533641 h 6383892"/>
                <a:gd name="connsiteX706" fmla="*/ 8355683 w 11461244"/>
                <a:gd name="connsiteY706" fmla="*/ 1541051 h 6383892"/>
                <a:gd name="connsiteX707" fmla="*/ 8336942 w 11461244"/>
                <a:gd name="connsiteY707" fmla="*/ 1548454 h 6383892"/>
                <a:gd name="connsiteX708" fmla="*/ 8336153 w 11461244"/>
                <a:gd name="connsiteY708" fmla="*/ 1546500 h 6383892"/>
                <a:gd name="connsiteX709" fmla="*/ 2383905 w 11461244"/>
                <a:gd name="connsiteY709" fmla="*/ 3936835 h 6383892"/>
                <a:gd name="connsiteX710" fmla="*/ 2384924 w 11461244"/>
                <a:gd name="connsiteY710" fmla="*/ 3938947 h 6383892"/>
                <a:gd name="connsiteX711" fmla="*/ 2374078 w 11461244"/>
                <a:gd name="connsiteY711" fmla="*/ 3944177 h 6383892"/>
                <a:gd name="connsiteX712" fmla="*/ 2357162 w 11461244"/>
                <a:gd name="connsiteY712" fmla="*/ 3952747 h 6383892"/>
                <a:gd name="connsiteX713" fmla="*/ 2342535 w 11461244"/>
                <a:gd name="connsiteY713" fmla="*/ 3959941 h 6383892"/>
                <a:gd name="connsiteX714" fmla="*/ 2334044 w 11461244"/>
                <a:gd name="connsiteY714" fmla="*/ 3962351 h 6383892"/>
                <a:gd name="connsiteX715" fmla="*/ 2326532 w 11461244"/>
                <a:gd name="connsiteY715" fmla="*/ 3964846 h 6383892"/>
                <a:gd name="connsiteX716" fmla="*/ 2317311 w 11461244"/>
                <a:gd name="connsiteY716" fmla="*/ 3966601 h 6383892"/>
                <a:gd name="connsiteX717" fmla="*/ 2307272 w 11461244"/>
                <a:gd name="connsiteY717" fmla="*/ 3968677 h 6383892"/>
                <a:gd name="connsiteX718" fmla="*/ 2291365 w 11461244"/>
                <a:gd name="connsiteY718" fmla="*/ 3970240 h 6383892"/>
                <a:gd name="connsiteX719" fmla="*/ 2276275 w 11461244"/>
                <a:gd name="connsiteY719" fmla="*/ 3971479 h 6383892"/>
                <a:gd name="connsiteX720" fmla="*/ 2260937 w 11461244"/>
                <a:gd name="connsiteY720" fmla="*/ 3973289 h 6383892"/>
                <a:gd name="connsiteX721" fmla="*/ 2245762 w 11461244"/>
                <a:gd name="connsiteY721" fmla="*/ 3975507 h 6383892"/>
                <a:gd name="connsiteX722" fmla="*/ 2221943 w 11461244"/>
                <a:gd name="connsiteY722" fmla="*/ 3977361 h 6383892"/>
                <a:gd name="connsiteX723" fmla="*/ 2198212 w 11461244"/>
                <a:gd name="connsiteY723" fmla="*/ 3978237 h 6383892"/>
                <a:gd name="connsiteX724" fmla="*/ 2175135 w 11461244"/>
                <a:gd name="connsiteY724" fmla="*/ 3978383 h 6383892"/>
                <a:gd name="connsiteX725" fmla="*/ 2151242 w 11461244"/>
                <a:gd name="connsiteY725" fmla="*/ 3978850 h 6383892"/>
                <a:gd name="connsiteX726" fmla="*/ 2144148 w 11461244"/>
                <a:gd name="connsiteY726" fmla="*/ 3978821 h 6383892"/>
                <a:gd name="connsiteX727" fmla="*/ 2137302 w 11461244"/>
                <a:gd name="connsiteY727" fmla="*/ 3978220 h 6383892"/>
                <a:gd name="connsiteX728" fmla="*/ 2130701 w 11461244"/>
                <a:gd name="connsiteY728" fmla="*/ 3977050 h 6383892"/>
                <a:gd name="connsiteX729" fmla="*/ 2123693 w 11461244"/>
                <a:gd name="connsiteY729" fmla="*/ 3976041 h 6383892"/>
                <a:gd name="connsiteX730" fmla="*/ 2102508 w 11461244"/>
                <a:gd name="connsiteY730" fmla="*/ 3972607 h 6383892"/>
                <a:gd name="connsiteX731" fmla="*/ 2080344 w 11461244"/>
                <a:gd name="connsiteY731" fmla="*/ 3969087 h 6383892"/>
                <a:gd name="connsiteX732" fmla="*/ 2058428 w 11461244"/>
                <a:gd name="connsiteY732" fmla="*/ 3964997 h 6383892"/>
                <a:gd name="connsiteX733" fmla="*/ 2037004 w 11461244"/>
                <a:gd name="connsiteY733" fmla="*/ 3959768 h 6383892"/>
                <a:gd name="connsiteX734" fmla="*/ 1981776 w 11461244"/>
                <a:gd name="connsiteY734" fmla="*/ 3946646 h 6383892"/>
                <a:gd name="connsiteX735" fmla="*/ 1829642 w 11461244"/>
                <a:gd name="connsiteY735" fmla="*/ 3885408 h 6383892"/>
                <a:gd name="connsiteX736" fmla="*/ 1814830 w 11461244"/>
                <a:gd name="connsiteY736" fmla="*/ 3878983 h 6383892"/>
                <a:gd name="connsiteX737" fmla="*/ 1808239 w 11461244"/>
                <a:gd name="connsiteY737" fmla="*/ 3875449 h 6383892"/>
                <a:gd name="connsiteX738" fmla="*/ 1806122 w 11461244"/>
                <a:gd name="connsiteY738" fmla="*/ 3874869 h 6383892"/>
                <a:gd name="connsiteX739" fmla="*/ 1804005 w 11461244"/>
                <a:gd name="connsiteY739" fmla="*/ 3874289 h 6383892"/>
                <a:gd name="connsiteX740" fmla="*/ 1801232 w 11461244"/>
                <a:gd name="connsiteY740" fmla="*/ 3874440 h 6383892"/>
                <a:gd name="connsiteX741" fmla="*/ 1798211 w 11461244"/>
                <a:gd name="connsiteY741" fmla="*/ 3875161 h 6383892"/>
                <a:gd name="connsiteX742" fmla="*/ 1795373 w 11461244"/>
                <a:gd name="connsiteY742" fmla="*/ 3871561 h 6383892"/>
                <a:gd name="connsiteX743" fmla="*/ 1792288 w 11461244"/>
                <a:gd name="connsiteY743" fmla="*/ 3868531 h 6383892"/>
                <a:gd name="connsiteX744" fmla="*/ 1787902 w 11461244"/>
                <a:gd name="connsiteY744" fmla="*/ 3864598 h 6383892"/>
                <a:gd name="connsiteX745" fmla="*/ 1783591 w 11461244"/>
                <a:gd name="connsiteY745" fmla="*/ 3862052 h 6383892"/>
                <a:gd name="connsiteX746" fmla="*/ 1774561 w 11461244"/>
                <a:gd name="connsiteY746" fmla="*/ 3857120 h 6383892"/>
                <a:gd name="connsiteX747" fmla="*/ 1765284 w 11461244"/>
                <a:gd name="connsiteY747" fmla="*/ 3852759 h 6383892"/>
                <a:gd name="connsiteX748" fmla="*/ 1730960 w 11461244"/>
                <a:gd name="connsiteY748" fmla="*/ 3832797 h 6383892"/>
                <a:gd name="connsiteX749" fmla="*/ 1727950 w 11461244"/>
                <a:gd name="connsiteY749" fmla="*/ 3831153 h 6383892"/>
                <a:gd name="connsiteX750" fmla="*/ 1724209 w 11461244"/>
                <a:gd name="connsiteY750" fmla="*/ 3828854 h 6383892"/>
                <a:gd name="connsiteX751" fmla="*/ 1722500 w 11461244"/>
                <a:gd name="connsiteY751" fmla="*/ 3828113 h 6383892"/>
                <a:gd name="connsiteX752" fmla="*/ 1720629 w 11461244"/>
                <a:gd name="connsiteY752" fmla="*/ 3826963 h 6383892"/>
                <a:gd name="connsiteX753" fmla="*/ 1683951 w 11461244"/>
                <a:gd name="connsiteY753" fmla="*/ 3804626 h 6383892"/>
                <a:gd name="connsiteX754" fmla="*/ 1683220 w 11461244"/>
                <a:gd name="connsiteY754" fmla="*/ 3803971 h 6383892"/>
                <a:gd name="connsiteX755" fmla="*/ 1682242 w 11461244"/>
                <a:gd name="connsiteY755" fmla="*/ 3803885 h 6383892"/>
                <a:gd name="connsiteX756" fmla="*/ 1658087 w 11461244"/>
                <a:gd name="connsiteY756" fmla="*/ 3789348 h 6383892"/>
                <a:gd name="connsiteX757" fmla="*/ 1657356 w 11461244"/>
                <a:gd name="connsiteY757" fmla="*/ 3788693 h 6383892"/>
                <a:gd name="connsiteX758" fmla="*/ 1657033 w 11461244"/>
                <a:gd name="connsiteY758" fmla="*/ 3787876 h 6383892"/>
                <a:gd name="connsiteX759" fmla="*/ 1433797 w 11461244"/>
                <a:gd name="connsiteY759" fmla="*/ 3631500 h 6383892"/>
                <a:gd name="connsiteX760" fmla="*/ 1427131 w 11461244"/>
                <a:gd name="connsiteY760" fmla="*/ 3626578 h 6383892"/>
                <a:gd name="connsiteX761" fmla="*/ 1420466 w 11461244"/>
                <a:gd name="connsiteY761" fmla="*/ 3621657 h 6383892"/>
                <a:gd name="connsiteX762" fmla="*/ 1417543 w 11461244"/>
                <a:gd name="connsiteY762" fmla="*/ 3619036 h 6383892"/>
                <a:gd name="connsiteX763" fmla="*/ 1413801 w 11461244"/>
                <a:gd name="connsiteY763" fmla="*/ 3616736 h 6383892"/>
                <a:gd name="connsiteX764" fmla="*/ 1350150 w 11461244"/>
                <a:gd name="connsiteY764" fmla="*/ 3571533 h 6383892"/>
                <a:gd name="connsiteX765" fmla="*/ 1349580 w 11461244"/>
                <a:gd name="connsiteY765" fmla="*/ 3571286 h 6383892"/>
                <a:gd name="connsiteX766" fmla="*/ 1348441 w 11461244"/>
                <a:gd name="connsiteY766" fmla="*/ 3570792 h 6383892"/>
                <a:gd name="connsiteX767" fmla="*/ 1343807 w 11461244"/>
                <a:gd name="connsiteY767" fmla="*/ 3567429 h 6383892"/>
                <a:gd name="connsiteX768" fmla="*/ 1341776 w 11461244"/>
                <a:gd name="connsiteY768" fmla="*/ 3565871 h 6383892"/>
                <a:gd name="connsiteX769" fmla="*/ 1340475 w 11461244"/>
                <a:gd name="connsiteY769" fmla="*/ 3564968 h 6383892"/>
                <a:gd name="connsiteX770" fmla="*/ 1170045 w 11461244"/>
                <a:gd name="connsiteY770" fmla="*/ 3453829 h 6383892"/>
                <a:gd name="connsiteX771" fmla="*/ 1169476 w 11461244"/>
                <a:gd name="connsiteY771" fmla="*/ 3453582 h 6383892"/>
                <a:gd name="connsiteX772" fmla="*/ 1168336 w 11461244"/>
                <a:gd name="connsiteY772" fmla="*/ 3453088 h 6383892"/>
                <a:gd name="connsiteX773" fmla="*/ 1168175 w 11461244"/>
                <a:gd name="connsiteY773" fmla="*/ 3452679 h 6383892"/>
                <a:gd name="connsiteX774" fmla="*/ 1167122 w 11461244"/>
                <a:gd name="connsiteY774" fmla="*/ 3451207 h 6383892"/>
                <a:gd name="connsiteX775" fmla="*/ 1128325 w 11461244"/>
                <a:gd name="connsiteY775" fmla="*/ 3428291 h 6383892"/>
                <a:gd name="connsiteX776" fmla="*/ 1124745 w 11461244"/>
                <a:gd name="connsiteY776" fmla="*/ 3426400 h 6383892"/>
                <a:gd name="connsiteX777" fmla="*/ 1121327 w 11461244"/>
                <a:gd name="connsiteY777" fmla="*/ 3424917 h 6383892"/>
                <a:gd name="connsiteX778" fmla="*/ 1080252 w 11461244"/>
                <a:gd name="connsiteY778" fmla="*/ 3401013 h 6383892"/>
                <a:gd name="connsiteX779" fmla="*/ 1074479 w 11461244"/>
                <a:gd name="connsiteY779" fmla="*/ 3397155 h 6383892"/>
                <a:gd name="connsiteX780" fmla="*/ 1068868 w 11461244"/>
                <a:gd name="connsiteY780" fmla="*/ 3393706 h 6383892"/>
                <a:gd name="connsiteX781" fmla="*/ 1067729 w 11461244"/>
                <a:gd name="connsiteY781" fmla="*/ 3393212 h 6383892"/>
                <a:gd name="connsiteX782" fmla="*/ 1066998 w 11461244"/>
                <a:gd name="connsiteY782" fmla="*/ 3392557 h 6383892"/>
                <a:gd name="connsiteX783" fmla="*/ 842570 w 11461244"/>
                <a:gd name="connsiteY783" fmla="*/ 3285752 h 6383892"/>
                <a:gd name="connsiteX784" fmla="*/ 841183 w 11461244"/>
                <a:gd name="connsiteY784" fmla="*/ 3285827 h 6383892"/>
                <a:gd name="connsiteX785" fmla="*/ 840129 w 11461244"/>
                <a:gd name="connsiteY785" fmla="*/ 3284355 h 6383892"/>
                <a:gd name="connsiteX786" fmla="*/ 773311 w 11461244"/>
                <a:gd name="connsiteY786" fmla="*/ 3255039 h 6383892"/>
                <a:gd name="connsiteX787" fmla="*/ 770301 w 11461244"/>
                <a:gd name="connsiteY787" fmla="*/ 3253395 h 6383892"/>
                <a:gd name="connsiteX788" fmla="*/ 766313 w 11461244"/>
                <a:gd name="connsiteY788" fmla="*/ 3251666 h 6383892"/>
                <a:gd name="connsiteX789" fmla="*/ 762894 w 11461244"/>
                <a:gd name="connsiteY789" fmla="*/ 3250183 h 6383892"/>
                <a:gd name="connsiteX790" fmla="*/ 758906 w 11461244"/>
                <a:gd name="connsiteY790" fmla="*/ 3248453 h 6383892"/>
                <a:gd name="connsiteX791" fmla="*/ 755717 w 11461244"/>
                <a:gd name="connsiteY791" fmla="*/ 3247310 h 6383892"/>
                <a:gd name="connsiteX792" fmla="*/ 723643 w 11461244"/>
                <a:gd name="connsiteY792" fmla="*/ 3224009 h 6383892"/>
                <a:gd name="connsiteX793" fmla="*/ 718374 w 11461244"/>
                <a:gd name="connsiteY793" fmla="*/ 3221035 h 6383892"/>
                <a:gd name="connsiteX794" fmla="*/ 713983 w 11461244"/>
                <a:gd name="connsiteY794" fmla="*/ 3218062 h 6383892"/>
                <a:gd name="connsiteX795" fmla="*/ 643287 w 11461244"/>
                <a:gd name="connsiteY795" fmla="*/ 3172342 h 6383892"/>
                <a:gd name="connsiteX796" fmla="*/ 638018 w 11461244"/>
                <a:gd name="connsiteY796" fmla="*/ 3169369 h 6383892"/>
                <a:gd name="connsiteX797" fmla="*/ 634066 w 11461244"/>
                <a:gd name="connsiteY797" fmla="*/ 3166395 h 6383892"/>
                <a:gd name="connsiteX798" fmla="*/ 628357 w 11461244"/>
                <a:gd name="connsiteY798" fmla="*/ 3164165 h 6383892"/>
                <a:gd name="connsiteX799" fmla="*/ 623527 w 11461244"/>
                <a:gd name="connsiteY799" fmla="*/ 3161563 h 6383892"/>
                <a:gd name="connsiteX800" fmla="*/ 519460 w 11461244"/>
                <a:gd name="connsiteY800" fmla="*/ 3115472 h 6383892"/>
                <a:gd name="connsiteX801" fmla="*/ 508482 w 11461244"/>
                <a:gd name="connsiteY801" fmla="*/ 3111012 h 6383892"/>
                <a:gd name="connsiteX802" fmla="*/ 497944 w 11461244"/>
                <a:gd name="connsiteY802" fmla="*/ 3106923 h 6383892"/>
                <a:gd name="connsiteX803" fmla="*/ 487405 w 11461244"/>
                <a:gd name="connsiteY803" fmla="*/ 3102834 h 6383892"/>
                <a:gd name="connsiteX804" fmla="*/ 476867 w 11461244"/>
                <a:gd name="connsiteY804" fmla="*/ 3099117 h 6383892"/>
                <a:gd name="connsiteX805" fmla="*/ 331084 w 11461244"/>
                <a:gd name="connsiteY805" fmla="*/ 3063433 h 6383892"/>
                <a:gd name="connsiteX806" fmla="*/ 318350 w 11461244"/>
                <a:gd name="connsiteY806" fmla="*/ 3060460 h 6383892"/>
                <a:gd name="connsiteX807" fmla="*/ 305616 w 11461244"/>
                <a:gd name="connsiteY807" fmla="*/ 3058230 h 6383892"/>
                <a:gd name="connsiteX808" fmla="*/ 292882 w 11461244"/>
                <a:gd name="connsiteY808" fmla="*/ 3056000 h 6383892"/>
                <a:gd name="connsiteX809" fmla="*/ 279709 w 11461244"/>
                <a:gd name="connsiteY809" fmla="*/ 3054141 h 6383892"/>
                <a:gd name="connsiteX810" fmla="*/ 266975 w 11461244"/>
                <a:gd name="connsiteY810" fmla="*/ 3051539 h 6383892"/>
                <a:gd name="connsiteX811" fmla="*/ 254680 w 11461244"/>
                <a:gd name="connsiteY811" fmla="*/ 3050053 h 6383892"/>
                <a:gd name="connsiteX812" fmla="*/ 241507 w 11461244"/>
                <a:gd name="connsiteY812" fmla="*/ 3047450 h 6383892"/>
                <a:gd name="connsiteX813" fmla="*/ 229212 w 11461244"/>
                <a:gd name="connsiteY813" fmla="*/ 3045220 h 6383892"/>
                <a:gd name="connsiteX814" fmla="*/ 216039 w 11461244"/>
                <a:gd name="connsiteY814" fmla="*/ 3042619 h 6383892"/>
                <a:gd name="connsiteX815" fmla="*/ 203305 w 11461244"/>
                <a:gd name="connsiteY815" fmla="*/ 3041132 h 6383892"/>
                <a:gd name="connsiteX816" fmla="*/ 189693 w 11461244"/>
                <a:gd name="connsiteY816" fmla="*/ 3039645 h 6383892"/>
                <a:gd name="connsiteX817" fmla="*/ 175642 w 11461244"/>
                <a:gd name="connsiteY817" fmla="*/ 3038529 h 6383892"/>
                <a:gd name="connsiteX818" fmla="*/ 162029 w 11461244"/>
                <a:gd name="connsiteY818" fmla="*/ 3037415 h 6383892"/>
                <a:gd name="connsiteX819" fmla="*/ 147539 w 11461244"/>
                <a:gd name="connsiteY819" fmla="*/ 3036300 h 6383892"/>
                <a:gd name="connsiteX820" fmla="*/ 133488 w 11461244"/>
                <a:gd name="connsiteY820" fmla="*/ 3035185 h 6383892"/>
                <a:gd name="connsiteX821" fmla="*/ 119875 w 11461244"/>
                <a:gd name="connsiteY821" fmla="*/ 3033326 h 6383892"/>
                <a:gd name="connsiteX822" fmla="*/ 107580 w 11461244"/>
                <a:gd name="connsiteY822" fmla="*/ 3032211 h 6383892"/>
                <a:gd name="connsiteX823" fmla="*/ 93090 w 11461244"/>
                <a:gd name="connsiteY823" fmla="*/ 3031468 h 6383892"/>
                <a:gd name="connsiteX824" fmla="*/ 77721 w 11461244"/>
                <a:gd name="connsiteY824" fmla="*/ 3031468 h 6383892"/>
                <a:gd name="connsiteX825" fmla="*/ 61035 w 11461244"/>
                <a:gd name="connsiteY825" fmla="*/ 3031468 h 6383892"/>
                <a:gd name="connsiteX826" fmla="*/ 44350 w 11461244"/>
                <a:gd name="connsiteY826" fmla="*/ 3031468 h 6383892"/>
                <a:gd name="connsiteX827" fmla="*/ 28542 w 11461244"/>
                <a:gd name="connsiteY827" fmla="*/ 3032211 h 6383892"/>
                <a:gd name="connsiteX828" fmla="*/ 13612 w 11461244"/>
                <a:gd name="connsiteY828" fmla="*/ 3032583 h 6383892"/>
                <a:gd name="connsiteX829" fmla="*/ 0 w 11461244"/>
                <a:gd name="connsiteY829" fmla="*/ 3032583 h 6383892"/>
                <a:gd name="connsiteX830" fmla="*/ 0 w 11461244"/>
                <a:gd name="connsiteY830" fmla="*/ 3038158 h 6383892"/>
                <a:gd name="connsiteX831" fmla="*/ 439 w 11461244"/>
                <a:gd name="connsiteY831" fmla="*/ 3039645 h 6383892"/>
                <a:gd name="connsiteX832" fmla="*/ 1317 w 11461244"/>
                <a:gd name="connsiteY832" fmla="*/ 3039645 h 6383892"/>
                <a:gd name="connsiteX833" fmla="*/ 4830 w 11461244"/>
                <a:gd name="connsiteY833" fmla="*/ 3042619 h 6383892"/>
                <a:gd name="connsiteX834" fmla="*/ 5708 w 11461244"/>
                <a:gd name="connsiteY834" fmla="*/ 3043362 h 6383892"/>
                <a:gd name="connsiteX835" fmla="*/ 6148 w 11461244"/>
                <a:gd name="connsiteY835" fmla="*/ 3044105 h 6383892"/>
                <a:gd name="connsiteX836" fmla="*/ 7465 w 11461244"/>
                <a:gd name="connsiteY836" fmla="*/ 3045220 h 6383892"/>
                <a:gd name="connsiteX837" fmla="*/ 9221 w 11461244"/>
                <a:gd name="connsiteY837" fmla="*/ 3046336 h 6383892"/>
                <a:gd name="connsiteX838" fmla="*/ 38202 w 11461244"/>
                <a:gd name="connsiteY838" fmla="*/ 3070124 h 6383892"/>
                <a:gd name="connsiteX839" fmla="*/ 39958 w 11461244"/>
                <a:gd name="connsiteY839" fmla="*/ 3071983 h 6383892"/>
                <a:gd name="connsiteX840" fmla="*/ 42154 w 11461244"/>
                <a:gd name="connsiteY840" fmla="*/ 3073841 h 6383892"/>
                <a:gd name="connsiteX841" fmla="*/ 45228 w 11461244"/>
                <a:gd name="connsiteY841" fmla="*/ 3076072 h 6383892"/>
                <a:gd name="connsiteX842" fmla="*/ 45667 w 11461244"/>
                <a:gd name="connsiteY842" fmla="*/ 3076815 h 6383892"/>
                <a:gd name="connsiteX843" fmla="*/ 46545 w 11461244"/>
                <a:gd name="connsiteY843" fmla="*/ 3077187 h 6383892"/>
                <a:gd name="connsiteX844" fmla="*/ 57963 w 11461244"/>
                <a:gd name="connsiteY844" fmla="*/ 3087966 h 6383892"/>
                <a:gd name="connsiteX845" fmla="*/ 61035 w 11461244"/>
                <a:gd name="connsiteY845" fmla="*/ 3090196 h 6383892"/>
                <a:gd name="connsiteX846" fmla="*/ 61852 w 11461244"/>
                <a:gd name="connsiteY846" fmla="*/ 3091003 h 6383892"/>
                <a:gd name="connsiteX847" fmla="*/ 61843 w 11461244"/>
                <a:gd name="connsiteY847" fmla="*/ 3091341 h 6383892"/>
                <a:gd name="connsiteX848" fmla="*/ 62811 w 11461244"/>
                <a:gd name="connsiteY848" fmla="*/ 3093792 h 6383892"/>
                <a:gd name="connsiteX849" fmla="*/ 66864 w 11461244"/>
                <a:gd name="connsiteY849" fmla="*/ 3099272 h 6383892"/>
                <a:gd name="connsiteX850" fmla="*/ 72712 w 11461244"/>
                <a:gd name="connsiteY850" fmla="*/ 3104516 h 6383892"/>
                <a:gd name="connsiteX851" fmla="*/ 120189 w 11461244"/>
                <a:gd name="connsiteY851" fmla="*/ 3156581 h 6383892"/>
                <a:gd name="connsiteX852" fmla="*/ 123437 w 11461244"/>
                <a:gd name="connsiteY852" fmla="*/ 3160019 h 6383892"/>
                <a:gd name="connsiteX853" fmla="*/ 125307 w 11461244"/>
                <a:gd name="connsiteY853" fmla="*/ 3161169 h 6383892"/>
                <a:gd name="connsiteX854" fmla="*/ 127338 w 11461244"/>
                <a:gd name="connsiteY854" fmla="*/ 3162727 h 6383892"/>
                <a:gd name="connsiteX855" fmla="*/ 130586 w 11461244"/>
                <a:gd name="connsiteY855" fmla="*/ 3166166 h 6383892"/>
                <a:gd name="connsiteX856" fmla="*/ 134800 w 11461244"/>
                <a:gd name="connsiteY856" fmla="*/ 3172054 h 6383892"/>
                <a:gd name="connsiteX857" fmla="*/ 139015 w 11461244"/>
                <a:gd name="connsiteY857" fmla="*/ 3177943 h 6383892"/>
                <a:gd name="connsiteX858" fmla="*/ 185040 w 11461244"/>
                <a:gd name="connsiteY858" fmla="*/ 3226332 h 6383892"/>
                <a:gd name="connsiteX859" fmla="*/ 185933 w 11461244"/>
                <a:gd name="connsiteY859" fmla="*/ 3227396 h 6383892"/>
                <a:gd name="connsiteX860" fmla="*/ 186502 w 11461244"/>
                <a:gd name="connsiteY860" fmla="*/ 3227643 h 6383892"/>
                <a:gd name="connsiteX861" fmla="*/ 189824 w 11461244"/>
                <a:gd name="connsiteY861" fmla="*/ 3232468 h 6383892"/>
                <a:gd name="connsiteX862" fmla="*/ 190631 w 11461244"/>
                <a:gd name="connsiteY862" fmla="*/ 3234510 h 6383892"/>
                <a:gd name="connsiteX863" fmla="*/ 192824 w 11461244"/>
                <a:gd name="connsiteY863" fmla="*/ 3236477 h 6383892"/>
                <a:gd name="connsiteX864" fmla="*/ 196888 w 11461244"/>
                <a:gd name="connsiteY864" fmla="*/ 3239593 h 6383892"/>
                <a:gd name="connsiteX865" fmla="*/ 235033 w 11461244"/>
                <a:gd name="connsiteY865" fmla="*/ 3281179 h 6383892"/>
                <a:gd name="connsiteX866" fmla="*/ 245020 w 11461244"/>
                <a:gd name="connsiteY866" fmla="*/ 3290925 h 6383892"/>
                <a:gd name="connsiteX867" fmla="*/ 254352 w 11461244"/>
                <a:gd name="connsiteY867" fmla="*/ 3301403 h 6383892"/>
                <a:gd name="connsiteX868" fmla="*/ 264006 w 11461244"/>
                <a:gd name="connsiteY868" fmla="*/ 3312697 h 6383892"/>
                <a:gd name="connsiteX869" fmla="*/ 273748 w 11461244"/>
                <a:gd name="connsiteY869" fmla="*/ 3323013 h 6383892"/>
                <a:gd name="connsiteX870" fmla="*/ 331373 w 11461244"/>
                <a:gd name="connsiteY870" fmla="*/ 3385231 h 6383892"/>
                <a:gd name="connsiteX871" fmla="*/ 335749 w 11461244"/>
                <a:gd name="connsiteY871" fmla="*/ 3391529 h 6383892"/>
                <a:gd name="connsiteX872" fmla="*/ 341512 w 11461244"/>
                <a:gd name="connsiteY872" fmla="*/ 3397751 h 6383892"/>
                <a:gd name="connsiteX873" fmla="*/ 363755 w 11461244"/>
                <a:gd name="connsiteY873" fmla="*/ 3420596 h 6383892"/>
                <a:gd name="connsiteX874" fmla="*/ 365948 w 11461244"/>
                <a:gd name="connsiteY874" fmla="*/ 3422562 h 6383892"/>
                <a:gd name="connsiteX875" fmla="*/ 368464 w 11461244"/>
                <a:gd name="connsiteY875" fmla="*/ 3425346 h 6383892"/>
                <a:gd name="connsiteX876" fmla="*/ 370980 w 11461244"/>
                <a:gd name="connsiteY876" fmla="*/ 3428129 h 6383892"/>
                <a:gd name="connsiteX877" fmla="*/ 374141 w 11461244"/>
                <a:gd name="connsiteY877" fmla="*/ 3432546 h 6383892"/>
                <a:gd name="connsiteX878" fmla="*/ 447194 w 11461244"/>
                <a:gd name="connsiteY878" fmla="*/ 3509916 h 6383892"/>
                <a:gd name="connsiteX879" fmla="*/ 447678 w 11461244"/>
                <a:gd name="connsiteY879" fmla="*/ 3511141 h 6383892"/>
                <a:gd name="connsiteX880" fmla="*/ 448410 w 11461244"/>
                <a:gd name="connsiteY880" fmla="*/ 3511796 h 6383892"/>
                <a:gd name="connsiteX881" fmla="*/ 511382 w 11461244"/>
                <a:gd name="connsiteY881" fmla="*/ 3582035 h 6383892"/>
                <a:gd name="connsiteX882" fmla="*/ 537024 w 11461244"/>
                <a:gd name="connsiteY882" fmla="*/ 3619498 h 6383892"/>
                <a:gd name="connsiteX883" fmla="*/ 537463 w 11461244"/>
                <a:gd name="connsiteY883" fmla="*/ 3620242 h 6383892"/>
                <a:gd name="connsiteX884" fmla="*/ 537463 w 11461244"/>
                <a:gd name="connsiteY884" fmla="*/ 3620614 h 6383892"/>
                <a:gd name="connsiteX885" fmla="*/ 614001 w 11461244"/>
                <a:gd name="connsiteY885" fmla="*/ 3700122 h 6383892"/>
                <a:gd name="connsiteX886" fmla="*/ 615250 w 11461244"/>
                <a:gd name="connsiteY886" fmla="*/ 3700128 h 6383892"/>
                <a:gd name="connsiteX887" fmla="*/ 665466 w 11461244"/>
                <a:gd name="connsiteY887" fmla="*/ 3758901 h 6383892"/>
                <a:gd name="connsiteX888" fmla="*/ 667573 w 11461244"/>
                <a:gd name="connsiteY888" fmla="*/ 3761845 h 6383892"/>
                <a:gd name="connsiteX889" fmla="*/ 669594 w 11461244"/>
                <a:gd name="connsiteY889" fmla="*/ 3765768 h 6383892"/>
                <a:gd name="connsiteX890" fmla="*/ 673002 w 11461244"/>
                <a:gd name="connsiteY890" fmla="*/ 3769615 h 6383892"/>
                <a:gd name="connsiteX891" fmla="*/ 674949 w 11461244"/>
                <a:gd name="connsiteY891" fmla="*/ 3772151 h 6383892"/>
                <a:gd name="connsiteX892" fmla="*/ 676734 w 11461244"/>
                <a:gd name="connsiteY892" fmla="*/ 3774278 h 6383892"/>
                <a:gd name="connsiteX893" fmla="*/ 680066 w 11461244"/>
                <a:gd name="connsiteY893" fmla="*/ 3776739 h 6383892"/>
                <a:gd name="connsiteX894" fmla="*/ 684281 w 11461244"/>
                <a:gd name="connsiteY894" fmla="*/ 3782629 h 6383892"/>
                <a:gd name="connsiteX895" fmla="*/ 688818 w 11461244"/>
                <a:gd name="connsiteY895" fmla="*/ 3789335 h 6383892"/>
                <a:gd name="connsiteX896" fmla="*/ 693033 w 11461244"/>
                <a:gd name="connsiteY896" fmla="*/ 3795223 h 6383892"/>
                <a:gd name="connsiteX897" fmla="*/ 698064 w 11461244"/>
                <a:gd name="connsiteY897" fmla="*/ 3800790 h 6383892"/>
                <a:gd name="connsiteX898" fmla="*/ 703504 w 11461244"/>
                <a:gd name="connsiteY898" fmla="*/ 3806195 h 6383892"/>
                <a:gd name="connsiteX899" fmla="*/ 708698 w 11461244"/>
                <a:gd name="connsiteY899" fmla="*/ 3812170 h 6383892"/>
                <a:gd name="connsiteX900" fmla="*/ 713804 w 11461244"/>
                <a:gd name="connsiteY900" fmla="*/ 3819122 h 6383892"/>
                <a:gd name="connsiteX901" fmla="*/ 719482 w 11461244"/>
                <a:gd name="connsiteY901" fmla="*/ 3826323 h 6383892"/>
                <a:gd name="connsiteX902" fmla="*/ 724180 w 11461244"/>
                <a:gd name="connsiteY902" fmla="*/ 3833437 h 6383892"/>
                <a:gd name="connsiteX903" fmla="*/ 729696 w 11461244"/>
                <a:gd name="connsiteY903" fmla="*/ 3840229 h 6383892"/>
                <a:gd name="connsiteX904" fmla="*/ 734641 w 11461244"/>
                <a:gd name="connsiteY904" fmla="*/ 3846773 h 6383892"/>
                <a:gd name="connsiteX905" fmla="*/ 739350 w 11461244"/>
                <a:gd name="connsiteY905" fmla="*/ 3851523 h 6383892"/>
                <a:gd name="connsiteX906" fmla="*/ 762143 w 11461244"/>
                <a:gd name="connsiteY906" fmla="*/ 3879345 h 6383892"/>
                <a:gd name="connsiteX907" fmla="*/ 767497 w 11461244"/>
                <a:gd name="connsiteY907" fmla="*/ 3885728 h 6383892"/>
                <a:gd name="connsiteX908" fmla="*/ 770980 w 11461244"/>
                <a:gd name="connsiteY908" fmla="*/ 3890961 h 6383892"/>
                <a:gd name="connsiteX909" fmla="*/ 774788 w 11461244"/>
                <a:gd name="connsiteY909" fmla="*/ 3897011 h 6383892"/>
                <a:gd name="connsiteX910" fmla="*/ 780872 w 11461244"/>
                <a:gd name="connsiteY910" fmla="*/ 3904050 h 6383892"/>
                <a:gd name="connsiteX911" fmla="*/ 787688 w 11461244"/>
                <a:gd name="connsiteY911" fmla="*/ 3911744 h 6383892"/>
                <a:gd name="connsiteX912" fmla="*/ 790689 w 11461244"/>
                <a:gd name="connsiteY912" fmla="*/ 3915752 h 6383892"/>
                <a:gd name="connsiteX913" fmla="*/ 792464 w 11461244"/>
                <a:gd name="connsiteY913" fmla="*/ 3920245 h 6383892"/>
                <a:gd name="connsiteX914" fmla="*/ 797968 w 11461244"/>
                <a:gd name="connsiteY914" fmla="*/ 3929401 h 6383892"/>
                <a:gd name="connsiteX915" fmla="*/ 802022 w 11461244"/>
                <a:gd name="connsiteY915" fmla="*/ 3934882 h 6383892"/>
                <a:gd name="connsiteX916" fmla="*/ 805515 w 11461244"/>
                <a:gd name="connsiteY916" fmla="*/ 3937750 h 6383892"/>
                <a:gd name="connsiteX917" fmla="*/ 807139 w 11461244"/>
                <a:gd name="connsiteY917" fmla="*/ 3939470 h 6383892"/>
                <a:gd name="connsiteX918" fmla="*/ 809654 w 11461244"/>
                <a:gd name="connsiteY918" fmla="*/ 3942254 h 6383892"/>
                <a:gd name="connsiteX919" fmla="*/ 812171 w 11461244"/>
                <a:gd name="connsiteY919" fmla="*/ 3945037 h 6383892"/>
                <a:gd name="connsiteX920" fmla="*/ 815493 w 11461244"/>
                <a:gd name="connsiteY920" fmla="*/ 3949862 h 6383892"/>
                <a:gd name="connsiteX921" fmla="*/ 833244 w 11461244"/>
                <a:gd name="connsiteY921" fmla="*/ 3974482 h 6383892"/>
                <a:gd name="connsiteX922" fmla="*/ 837943 w 11461244"/>
                <a:gd name="connsiteY922" fmla="*/ 3981596 h 6383892"/>
                <a:gd name="connsiteX923" fmla="*/ 840932 w 11461244"/>
                <a:gd name="connsiteY923" fmla="*/ 3987969 h 6383892"/>
                <a:gd name="connsiteX924" fmla="*/ 844739 w 11461244"/>
                <a:gd name="connsiteY924" fmla="*/ 3994019 h 6383892"/>
                <a:gd name="connsiteX925" fmla="*/ 850254 w 11461244"/>
                <a:gd name="connsiteY925" fmla="*/ 4000811 h 6383892"/>
                <a:gd name="connsiteX926" fmla="*/ 855049 w 11461244"/>
                <a:gd name="connsiteY926" fmla="*/ 4004582 h 6383892"/>
                <a:gd name="connsiteX927" fmla="*/ 855619 w 11461244"/>
                <a:gd name="connsiteY927" fmla="*/ 4004830 h 6383892"/>
                <a:gd name="connsiteX928" fmla="*/ 857242 w 11461244"/>
                <a:gd name="connsiteY928" fmla="*/ 4006549 h 6383892"/>
                <a:gd name="connsiteX929" fmla="*/ 860231 w 11461244"/>
                <a:gd name="connsiteY929" fmla="*/ 4012922 h 6383892"/>
                <a:gd name="connsiteX930" fmla="*/ 868253 w 11461244"/>
                <a:gd name="connsiteY930" fmla="*/ 4024861 h 6383892"/>
                <a:gd name="connsiteX931" fmla="*/ 874661 w 11461244"/>
                <a:gd name="connsiteY931" fmla="*/ 4032716 h 6383892"/>
                <a:gd name="connsiteX932" fmla="*/ 877499 w 11461244"/>
                <a:gd name="connsiteY932" fmla="*/ 4036316 h 6383892"/>
                <a:gd name="connsiteX933" fmla="*/ 880338 w 11461244"/>
                <a:gd name="connsiteY933" fmla="*/ 4039916 h 6383892"/>
                <a:gd name="connsiteX934" fmla="*/ 883338 w 11461244"/>
                <a:gd name="connsiteY934" fmla="*/ 4043925 h 6383892"/>
                <a:gd name="connsiteX935" fmla="*/ 886004 w 11461244"/>
                <a:gd name="connsiteY935" fmla="*/ 4049481 h 6383892"/>
                <a:gd name="connsiteX936" fmla="*/ 888994 w 11461244"/>
                <a:gd name="connsiteY936" fmla="*/ 4055855 h 6383892"/>
                <a:gd name="connsiteX937" fmla="*/ 891832 w 11461244"/>
                <a:gd name="connsiteY937" fmla="*/ 4059455 h 6383892"/>
                <a:gd name="connsiteX938" fmla="*/ 893940 w 11461244"/>
                <a:gd name="connsiteY938" fmla="*/ 4062398 h 6383892"/>
                <a:gd name="connsiteX939" fmla="*/ 895241 w 11461244"/>
                <a:gd name="connsiteY939" fmla="*/ 4063301 h 6383892"/>
                <a:gd name="connsiteX940" fmla="*/ 898895 w 11461244"/>
                <a:gd name="connsiteY940" fmla="*/ 4066579 h 6383892"/>
                <a:gd name="connsiteX941" fmla="*/ 904819 w 11461244"/>
                <a:gd name="connsiteY941" fmla="*/ 4073209 h 6383892"/>
                <a:gd name="connsiteX942" fmla="*/ 921829 w 11461244"/>
                <a:gd name="connsiteY942" fmla="*/ 4099538 h 6383892"/>
                <a:gd name="connsiteX943" fmla="*/ 926044 w 11461244"/>
                <a:gd name="connsiteY943" fmla="*/ 4105427 h 6383892"/>
                <a:gd name="connsiteX944" fmla="*/ 930173 w 11461244"/>
                <a:gd name="connsiteY944" fmla="*/ 4112295 h 6383892"/>
                <a:gd name="connsiteX945" fmla="*/ 934786 w 11461244"/>
                <a:gd name="connsiteY945" fmla="*/ 4120387 h 6383892"/>
                <a:gd name="connsiteX946" fmla="*/ 938346 w 11461244"/>
                <a:gd name="connsiteY946" fmla="*/ 4127007 h 6383892"/>
                <a:gd name="connsiteX947" fmla="*/ 943452 w 11461244"/>
                <a:gd name="connsiteY947" fmla="*/ 4133959 h 6383892"/>
                <a:gd name="connsiteX948" fmla="*/ 947592 w 11461244"/>
                <a:gd name="connsiteY948" fmla="*/ 4138462 h 6383892"/>
                <a:gd name="connsiteX949" fmla="*/ 951322 w 11461244"/>
                <a:gd name="connsiteY949" fmla="*/ 4143126 h 6383892"/>
                <a:gd name="connsiteX950" fmla="*/ 955128 w 11461244"/>
                <a:gd name="connsiteY950" fmla="*/ 4149177 h 6383892"/>
                <a:gd name="connsiteX951" fmla="*/ 959903 w 11461244"/>
                <a:gd name="connsiteY951" fmla="*/ 4157677 h 6383892"/>
                <a:gd name="connsiteX952" fmla="*/ 962484 w 11461244"/>
                <a:gd name="connsiteY952" fmla="*/ 4164212 h 6383892"/>
                <a:gd name="connsiteX953" fmla="*/ 964022 w 11461244"/>
                <a:gd name="connsiteY953" fmla="*/ 4166908 h 6383892"/>
                <a:gd name="connsiteX954" fmla="*/ 966129 w 11461244"/>
                <a:gd name="connsiteY954" fmla="*/ 4169853 h 6383892"/>
                <a:gd name="connsiteX955" fmla="*/ 968806 w 11461244"/>
                <a:gd name="connsiteY955" fmla="*/ 4173045 h 6383892"/>
                <a:gd name="connsiteX956" fmla="*/ 972376 w 11461244"/>
                <a:gd name="connsiteY956" fmla="*/ 4177300 h 6383892"/>
                <a:gd name="connsiteX957" fmla="*/ 975945 w 11461244"/>
                <a:gd name="connsiteY957" fmla="*/ 4181556 h 6383892"/>
                <a:gd name="connsiteX958" fmla="*/ 979268 w 11461244"/>
                <a:gd name="connsiteY958" fmla="*/ 4186381 h 6383892"/>
                <a:gd name="connsiteX959" fmla="*/ 982096 w 11461244"/>
                <a:gd name="connsiteY959" fmla="*/ 4192346 h 6383892"/>
                <a:gd name="connsiteX960" fmla="*/ 984849 w 11461244"/>
                <a:gd name="connsiteY960" fmla="*/ 4196924 h 6383892"/>
                <a:gd name="connsiteX961" fmla="*/ 987677 w 11461244"/>
                <a:gd name="connsiteY961" fmla="*/ 4202888 h 6383892"/>
                <a:gd name="connsiteX962" fmla="*/ 990999 w 11461244"/>
                <a:gd name="connsiteY962" fmla="*/ 4207714 h 6383892"/>
                <a:gd name="connsiteX963" fmla="*/ 994483 w 11461244"/>
                <a:gd name="connsiteY963" fmla="*/ 4212947 h 6383892"/>
                <a:gd name="connsiteX964" fmla="*/ 998375 w 11461244"/>
                <a:gd name="connsiteY964" fmla="*/ 4218020 h 6383892"/>
                <a:gd name="connsiteX965" fmla="*/ 1004536 w 11461244"/>
                <a:gd name="connsiteY965" fmla="*/ 4226444 h 6383892"/>
                <a:gd name="connsiteX966" fmla="*/ 1010848 w 11461244"/>
                <a:gd name="connsiteY966" fmla="*/ 4237643 h 6383892"/>
                <a:gd name="connsiteX967" fmla="*/ 1016998 w 11461244"/>
                <a:gd name="connsiteY967" fmla="*/ 4248433 h 6383892"/>
                <a:gd name="connsiteX968" fmla="*/ 1023320 w 11461244"/>
                <a:gd name="connsiteY968" fmla="*/ 4257266 h 6383892"/>
                <a:gd name="connsiteX969" fmla="*/ 1029890 w 11461244"/>
                <a:gd name="connsiteY969" fmla="*/ 4265530 h 6383892"/>
                <a:gd name="connsiteX970" fmla="*/ 1034911 w 11461244"/>
                <a:gd name="connsiteY970" fmla="*/ 4273461 h 6383892"/>
                <a:gd name="connsiteX971" fmla="*/ 1038878 w 11461244"/>
                <a:gd name="connsiteY971" fmla="*/ 4279920 h 6383892"/>
                <a:gd name="connsiteX972" fmla="*/ 1042191 w 11461244"/>
                <a:gd name="connsiteY972" fmla="*/ 4287110 h 6383892"/>
                <a:gd name="connsiteX973" fmla="*/ 1045589 w 11461244"/>
                <a:gd name="connsiteY973" fmla="*/ 4293321 h 6383892"/>
                <a:gd name="connsiteX974" fmla="*/ 1048664 w 11461244"/>
                <a:gd name="connsiteY974" fmla="*/ 4298716 h 6383892"/>
                <a:gd name="connsiteX975" fmla="*/ 1052470 w 11461244"/>
                <a:gd name="connsiteY975" fmla="*/ 4304766 h 6383892"/>
                <a:gd name="connsiteX976" fmla="*/ 1057824 w 11461244"/>
                <a:gd name="connsiteY976" fmla="*/ 4311149 h 6383892"/>
                <a:gd name="connsiteX977" fmla="*/ 1062039 w 11461244"/>
                <a:gd name="connsiteY977" fmla="*/ 4317039 h 6383892"/>
                <a:gd name="connsiteX978" fmla="*/ 1066007 w 11461244"/>
                <a:gd name="connsiteY978" fmla="*/ 4323498 h 6383892"/>
                <a:gd name="connsiteX979" fmla="*/ 1069320 w 11461244"/>
                <a:gd name="connsiteY979" fmla="*/ 4330688 h 6383892"/>
                <a:gd name="connsiteX980" fmla="*/ 1073201 w 11461244"/>
                <a:gd name="connsiteY980" fmla="*/ 4338125 h 6383892"/>
                <a:gd name="connsiteX981" fmla="*/ 1076674 w 11461244"/>
                <a:gd name="connsiteY981" fmla="*/ 4345722 h 6383892"/>
                <a:gd name="connsiteX982" fmla="*/ 1080718 w 11461244"/>
                <a:gd name="connsiteY982" fmla="*/ 4353568 h 6383892"/>
                <a:gd name="connsiteX983" fmla="*/ 1084278 w 11461244"/>
                <a:gd name="connsiteY983" fmla="*/ 4360187 h 6383892"/>
                <a:gd name="connsiteX984" fmla="*/ 1089223 w 11461244"/>
                <a:gd name="connsiteY984" fmla="*/ 4366732 h 6383892"/>
                <a:gd name="connsiteX985" fmla="*/ 1094653 w 11461244"/>
                <a:gd name="connsiteY985" fmla="*/ 4374501 h 6383892"/>
                <a:gd name="connsiteX986" fmla="*/ 1098943 w 11461244"/>
                <a:gd name="connsiteY986" fmla="*/ 4381777 h 6383892"/>
                <a:gd name="connsiteX987" fmla="*/ 1102417 w 11461244"/>
                <a:gd name="connsiteY987" fmla="*/ 4389375 h 6383892"/>
                <a:gd name="connsiteX988" fmla="*/ 1105159 w 11461244"/>
                <a:gd name="connsiteY988" fmla="*/ 4396318 h 6383892"/>
                <a:gd name="connsiteX989" fmla="*/ 1111128 w 11461244"/>
                <a:gd name="connsiteY989" fmla="*/ 4411429 h 6383892"/>
                <a:gd name="connsiteX990" fmla="*/ 1120106 w 11461244"/>
                <a:gd name="connsiteY990" fmla="*/ 4428183 h 6383892"/>
                <a:gd name="connsiteX991" fmla="*/ 1124311 w 11461244"/>
                <a:gd name="connsiteY991" fmla="*/ 4436436 h 6383892"/>
                <a:gd name="connsiteX992" fmla="*/ 1129418 w 11461244"/>
                <a:gd name="connsiteY992" fmla="*/ 4443389 h 6383892"/>
                <a:gd name="connsiteX993" fmla="*/ 1133956 w 11461244"/>
                <a:gd name="connsiteY993" fmla="*/ 4450095 h 6383892"/>
                <a:gd name="connsiteX994" fmla="*/ 1137440 w 11461244"/>
                <a:gd name="connsiteY994" fmla="*/ 4455329 h 6383892"/>
                <a:gd name="connsiteX995" fmla="*/ 1143665 w 11461244"/>
                <a:gd name="connsiteY995" fmla="*/ 4467506 h 6383892"/>
                <a:gd name="connsiteX996" fmla="*/ 1148913 w 11461244"/>
                <a:gd name="connsiteY996" fmla="*/ 4479596 h 6383892"/>
                <a:gd name="connsiteX997" fmla="*/ 1154484 w 11461244"/>
                <a:gd name="connsiteY997" fmla="*/ 4492503 h 6383892"/>
                <a:gd name="connsiteX998" fmla="*/ 1159485 w 11461244"/>
                <a:gd name="connsiteY998" fmla="*/ 4505164 h 6383892"/>
                <a:gd name="connsiteX999" fmla="*/ 1164239 w 11461244"/>
                <a:gd name="connsiteY999" fmla="*/ 4518394 h 6383892"/>
                <a:gd name="connsiteX1000" fmla="*/ 1169810 w 11461244"/>
                <a:gd name="connsiteY1000" fmla="*/ 4531301 h 6383892"/>
                <a:gd name="connsiteX1001" fmla="*/ 1175467 w 11461244"/>
                <a:gd name="connsiteY1001" fmla="*/ 4543230 h 6383892"/>
                <a:gd name="connsiteX1002" fmla="*/ 1181531 w 11461244"/>
                <a:gd name="connsiteY1002" fmla="*/ 4554998 h 6383892"/>
                <a:gd name="connsiteX1003" fmla="*/ 1185650 w 11461244"/>
                <a:gd name="connsiteY1003" fmla="*/ 4564230 h 6383892"/>
                <a:gd name="connsiteX1004" fmla="*/ 1189124 w 11461244"/>
                <a:gd name="connsiteY1004" fmla="*/ 4571828 h 6383892"/>
                <a:gd name="connsiteX1005" fmla="*/ 1192189 w 11461244"/>
                <a:gd name="connsiteY1005" fmla="*/ 4579588 h 6383892"/>
                <a:gd name="connsiteX1006" fmla="*/ 1195899 w 11461244"/>
                <a:gd name="connsiteY1006" fmla="*/ 4588981 h 6383892"/>
                <a:gd name="connsiteX1007" fmla="*/ 1198158 w 11461244"/>
                <a:gd name="connsiteY1007" fmla="*/ 4594699 h 6383892"/>
                <a:gd name="connsiteX1008" fmla="*/ 1200749 w 11461244"/>
                <a:gd name="connsiteY1008" fmla="*/ 4598868 h 6383892"/>
                <a:gd name="connsiteX1009" fmla="*/ 1203265 w 11461244"/>
                <a:gd name="connsiteY1009" fmla="*/ 4601651 h 6383892"/>
                <a:gd name="connsiteX1010" fmla="*/ 1204803 w 11461244"/>
                <a:gd name="connsiteY1010" fmla="*/ 4604348 h 6383892"/>
                <a:gd name="connsiteX1011" fmla="*/ 1206673 w 11461244"/>
                <a:gd name="connsiteY1011" fmla="*/ 4605499 h 6383892"/>
                <a:gd name="connsiteX1012" fmla="*/ 1207888 w 11461244"/>
                <a:gd name="connsiteY1012" fmla="*/ 4607379 h 6383892"/>
                <a:gd name="connsiteX1013" fmla="*/ 1209995 w 11461244"/>
                <a:gd name="connsiteY1013" fmla="*/ 4610324 h 6383892"/>
                <a:gd name="connsiteX1014" fmla="*/ 1211608 w 11461244"/>
                <a:gd name="connsiteY1014" fmla="*/ 4614407 h 6383892"/>
                <a:gd name="connsiteX1015" fmla="*/ 1269684 w 11461244"/>
                <a:gd name="connsiteY1015" fmla="*/ 4761430 h 6383892"/>
                <a:gd name="connsiteX1016" fmla="*/ 1271449 w 11461244"/>
                <a:gd name="connsiteY1016" fmla="*/ 4768287 h 6383892"/>
                <a:gd name="connsiteX1017" fmla="*/ 1272150 w 11461244"/>
                <a:gd name="connsiteY1017" fmla="*/ 4776036 h 6383892"/>
                <a:gd name="connsiteX1018" fmla="*/ 1273011 w 11461244"/>
                <a:gd name="connsiteY1018" fmla="*/ 4784194 h 6383892"/>
                <a:gd name="connsiteX1019" fmla="*/ 1274282 w 11461244"/>
                <a:gd name="connsiteY1019" fmla="*/ 4792191 h 6383892"/>
                <a:gd name="connsiteX1020" fmla="*/ 1276121 w 11461244"/>
                <a:gd name="connsiteY1020" fmla="*/ 4800434 h 6383892"/>
                <a:gd name="connsiteX1021" fmla="*/ 1278778 w 11461244"/>
                <a:gd name="connsiteY1021" fmla="*/ 4808354 h 6383892"/>
                <a:gd name="connsiteX1022" fmla="*/ 1281273 w 11461244"/>
                <a:gd name="connsiteY1022" fmla="*/ 4815867 h 6383892"/>
                <a:gd name="connsiteX1023" fmla="*/ 1283038 w 11461244"/>
                <a:gd name="connsiteY1023" fmla="*/ 4822724 h 6383892"/>
                <a:gd name="connsiteX1024" fmla="*/ 1287697 w 11461244"/>
                <a:gd name="connsiteY1024" fmla="*/ 4839297 h 6383892"/>
                <a:gd name="connsiteX1025" fmla="*/ 1290408 w 11461244"/>
                <a:gd name="connsiteY1025" fmla="*/ 4853333 h 6383892"/>
                <a:gd name="connsiteX1026" fmla="*/ 1291764 w 11461244"/>
                <a:gd name="connsiteY1026" fmla="*/ 4860352 h 6383892"/>
                <a:gd name="connsiteX1027" fmla="*/ 1293937 w 11461244"/>
                <a:gd name="connsiteY1027" fmla="*/ 4867047 h 6383892"/>
                <a:gd name="connsiteX1028" fmla="*/ 1295938 w 11461244"/>
                <a:gd name="connsiteY1028" fmla="*/ 4875700 h 6383892"/>
                <a:gd name="connsiteX1029" fmla="*/ 1299401 w 11461244"/>
                <a:gd name="connsiteY1029" fmla="*/ 4885662 h 6383892"/>
                <a:gd name="connsiteX1030" fmla="*/ 1301166 w 11461244"/>
                <a:gd name="connsiteY1030" fmla="*/ 4892519 h 6383892"/>
                <a:gd name="connsiteX1031" fmla="*/ 1303339 w 11461244"/>
                <a:gd name="connsiteY1031" fmla="*/ 4899215 h 6383892"/>
                <a:gd name="connsiteX1032" fmla="*/ 1304285 w 11461244"/>
                <a:gd name="connsiteY1032" fmla="*/ 4906394 h 6383892"/>
                <a:gd name="connsiteX1033" fmla="*/ 1305642 w 11461244"/>
                <a:gd name="connsiteY1033" fmla="*/ 4913413 h 6383892"/>
                <a:gd name="connsiteX1034" fmla="*/ 1306751 w 11461244"/>
                <a:gd name="connsiteY1034" fmla="*/ 4921001 h 6383892"/>
                <a:gd name="connsiteX1035" fmla="*/ 1308021 w 11461244"/>
                <a:gd name="connsiteY1035" fmla="*/ 4928997 h 6383892"/>
                <a:gd name="connsiteX1036" fmla="*/ 1309861 w 11461244"/>
                <a:gd name="connsiteY1036" fmla="*/ 4937240 h 6383892"/>
                <a:gd name="connsiteX1037" fmla="*/ 1312024 w 11461244"/>
                <a:gd name="connsiteY1037" fmla="*/ 4946301 h 6383892"/>
                <a:gd name="connsiteX1038" fmla="*/ 1313863 w 11461244"/>
                <a:gd name="connsiteY1038" fmla="*/ 4954545 h 6383892"/>
                <a:gd name="connsiteX1039" fmla="*/ 1314489 w 11461244"/>
                <a:gd name="connsiteY1039" fmla="*/ 4960907 h 6383892"/>
                <a:gd name="connsiteX1040" fmla="*/ 1314952 w 11461244"/>
                <a:gd name="connsiteY1040" fmla="*/ 4966861 h 6383892"/>
                <a:gd name="connsiteX1041" fmla="*/ 1315491 w 11461244"/>
                <a:gd name="connsiteY1041" fmla="*/ 4974202 h 6383892"/>
                <a:gd name="connsiteX1042" fmla="*/ 1317579 w 11461244"/>
                <a:gd name="connsiteY1042" fmla="*/ 4981876 h 6383892"/>
                <a:gd name="connsiteX1043" fmla="*/ 1319504 w 11461244"/>
                <a:gd name="connsiteY1043" fmla="*/ 4989142 h 6383892"/>
                <a:gd name="connsiteX1044" fmla="*/ 1321676 w 11461244"/>
                <a:gd name="connsiteY1044" fmla="*/ 4995837 h 6383892"/>
                <a:gd name="connsiteX1045" fmla="*/ 1324086 w 11461244"/>
                <a:gd name="connsiteY1045" fmla="*/ 5004328 h 6383892"/>
                <a:gd name="connsiteX1046" fmla="*/ 1325614 w 11461244"/>
                <a:gd name="connsiteY1046" fmla="*/ 5009390 h 6383892"/>
                <a:gd name="connsiteX1047" fmla="*/ 1325679 w 11461244"/>
                <a:gd name="connsiteY1047" fmla="*/ 5013141 h 6383892"/>
                <a:gd name="connsiteX1048" fmla="*/ 1326400 w 11461244"/>
                <a:gd name="connsiteY1048" fmla="*/ 5016161 h 6383892"/>
                <a:gd name="connsiteX1049" fmla="*/ 1326142 w 11461244"/>
                <a:gd name="connsiteY1049" fmla="*/ 5019096 h 6383892"/>
                <a:gd name="connsiteX1050" fmla="*/ 1326047 w 11461244"/>
                <a:gd name="connsiteY1050" fmla="*/ 5022439 h 6383892"/>
                <a:gd name="connsiteX1051" fmla="*/ 1325790 w 11461244"/>
                <a:gd name="connsiteY1051" fmla="*/ 5025372 h 6383892"/>
                <a:gd name="connsiteX1052" fmla="*/ 1326995 w 11461244"/>
                <a:gd name="connsiteY1052" fmla="*/ 5029618 h 6383892"/>
                <a:gd name="connsiteX1053" fmla="*/ 1327543 w 11461244"/>
                <a:gd name="connsiteY1053" fmla="*/ 5034594 h 6383892"/>
                <a:gd name="connsiteX1054" fmla="*/ 1330523 w 11461244"/>
                <a:gd name="connsiteY1054" fmla="*/ 5043331 h 6383892"/>
                <a:gd name="connsiteX1055" fmla="*/ 1331234 w 11461244"/>
                <a:gd name="connsiteY1055" fmla="*/ 5048717 h 6383892"/>
                <a:gd name="connsiteX1056" fmla="*/ 1332429 w 11461244"/>
                <a:gd name="connsiteY1056" fmla="*/ 5055326 h 6383892"/>
                <a:gd name="connsiteX1057" fmla="*/ 1332559 w 11461244"/>
                <a:gd name="connsiteY1057" fmla="*/ 5062829 h 6383892"/>
                <a:gd name="connsiteX1058" fmla="*/ 1332615 w 11461244"/>
                <a:gd name="connsiteY1058" fmla="*/ 5068944 h 6383892"/>
                <a:gd name="connsiteX1059" fmla="*/ 1333088 w 11461244"/>
                <a:gd name="connsiteY1059" fmla="*/ 5072534 h 6383892"/>
                <a:gd name="connsiteX1060" fmla="*/ 1333648 w 11461244"/>
                <a:gd name="connsiteY1060" fmla="*/ 5075146 h 6383892"/>
                <a:gd name="connsiteX1061" fmla="*/ 1334207 w 11461244"/>
                <a:gd name="connsiteY1061" fmla="*/ 5077757 h 6383892"/>
                <a:gd name="connsiteX1062" fmla="*/ 1336305 w 11461244"/>
                <a:gd name="connsiteY1062" fmla="*/ 5083067 h 6383892"/>
                <a:gd name="connsiteX1063" fmla="*/ 1338468 w 11461244"/>
                <a:gd name="connsiteY1063" fmla="*/ 5092127 h 6383892"/>
                <a:gd name="connsiteX1064" fmla="*/ 1339737 w 11461244"/>
                <a:gd name="connsiteY1064" fmla="*/ 5100124 h 6383892"/>
                <a:gd name="connsiteX1065" fmla="*/ 1339062 w 11461244"/>
                <a:gd name="connsiteY1065" fmla="*/ 5105584 h 6383892"/>
                <a:gd name="connsiteX1066" fmla="*/ 1338643 w 11461244"/>
                <a:gd name="connsiteY1066" fmla="*/ 5108109 h 6383892"/>
                <a:gd name="connsiteX1067" fmla="*/ 1338386 w 11461244"/>
                <a:gd name="connsiteY1067" fmla="*/ 5111044 h 6383892"/>
                <a:gd name="connsiteX1068" fmla="*/ 1338451 w 11461244"/>
                <a:gd name="connsiteY1068" fmla="*/ 5114795 h 6383892"/>
                <a:gd name="connsiteX1069" fmla="*/ 1339656 w 11461244"/>
                <a:gd name="connsiteY1069" fmla="*/ 5119040 h 6383892"/>
                <a:gd name="connsiteX1070" fmla="*/ 1342474 w 11461244"/>
                <a:gd name="connsiteY1070" fmla="*/ 5127370 h 6383892"/>
                <a:gd name="connsiteX1071" fmla="*/ 1344636 w 11461244"/>
                <a:gd name="connsiteY1071" fmla="*/ 5136430 h 6383892"/>
                <a:gd name="connsiteX1072" fmla="*/ 1344768 w 11461244"/>
                <a:gd name="connsiteY1072" fmla="*/ 5143932 h 6383892"/>
                <a:gd name="connsiteX1073" fmla="*/ 1344500 w 11461244"/>
                <a:gd name="connsiteY1073" fmla="*/ 5149231 h 6383892"/>
                <a:gd name="connsiteX1074" fmla="*/ 1344933 w 11461244"/>
                <a:gd name="connsiteY1074" fmla="*/ 5162280 h 6383892"/>
                <a:gd name="connsiteX1075" fmla="*/ 1346581 w 11461244"/>
                <a:gd name="connsiteY1075" fmla="*/ 5177208 h 6383892"/>
                <a:gd name="connsiteX1076" fmla="*/ 1347659 w 11461244"/>
                <a:gd name="connsiteY1076" fmla="*/ 5191891 h 6383892"/>
                <a:gd name="connsiteX1077" fmla="*/ 1347856 w 11461244"/>
                <a:gd name="connsiteY1077" fmla="*/ 5203144 h 6383892"/>
                <a:gd name="connsiteX1078" fmla="*/ 1347826 w 11461244"/>
                <a:gd name="connsiteY1078" fmla="*/ 5210238 h 6383892"/>
                <a:gd name="connsiteX1079" fmla="*/ 1348450 w 11461244"/>
                <a:gd name="connsiteY1079" fmla="*/ 5216600 h 6383892"/>
                <a:gd name="connsiteX1080" fmla="*/ 1349076 w 11461244"/>
                <a:gd name="connsiteY1080" fmla="*/ 5222964 h 6383892"/>
                <a:gd name="connsiteX1081" fmla="*/ 1349614 w 11461244"/>
                <a:gd name="connsiteY1081" fmla="*/ 5230304 h 6383892"/>
                <a:gd name="connsiteX1082" fmla="*/ 1348639 w 11461244"/>
                <a:gd name="connsiteY1082" fmla="*/ 5419066 h 6383892"/>
                <a:gd name="connsiteX1083" fmla="*/ 1346666 w 11461244"/>
                <a:gd name="connsiteY1083" fmla="*/ 5441562 h 6383892"/>
                <a:gd name="connsiteX1084" fmla="*/ 1345102 w 11461244"/>
                <a:gd name="connsiteY1084" fmla="*/ 5463898 h 6383892"/>
                <a:gd name="connsiteX1085" fmla="*/ 1344109 w 11461244"/>
                <a:gd name="connsiteY1085" fmla="*/ 5486480 h 6383892"/>
                <a:gd name="connsiteX1086" fmla="*/ 1341566 w 11461244"/>
                <a:gd name="connsiteY1086" fmla="*/ 5508730 h 6383892"/>
                <a:gd name="connsiteX1087" fmla="*/ 1338005 w 11461244"/>
                <a:gd name="connsiteY1087" fmla="*/ 5540352 h 6383892"/>
                <a:gd name="connsiteX1088" fmla="*/ 1338167 w 11461244"/>
                <a:gd name="connsiteY1088" fmla="*/ 5540760 h 6383892"/>
                <a:gd name="connsiteX1089" fmla="*/ 1338081 w 11461244"/>
                <a:gd name="connsiteY1089" fmla="*/ 5541739 h 6383892"/>
                <a:gd name="connsiteX1090" fmla="*/ 1320536 w 11461244"/>
                <a:gd name="connsiteY1090" fmla="*/ 5658673 h 6383892"/>
                <a:gd name="connsiteX1091" fmla="*/ 1319623 w 11461244"/>
                <a:gd name="connsiteY1091" fmla="*/ 5662338 h 6383892"/>
                <a:gd name="connsiteX1092" fmla="*/ 1319613 w 11461244"/>
                <a:gd name="connsiteY1092" fmla="*/ 5664703 h 6383892"/>
                <a:gd name="connsiteX1093" fmla="*/ 1318957 w 11461244"/>
                <a:gd name="connsiteY1093" fmla="*/ 5665434 h 6383892"/>
                <a:gd name="connsiteX1094" fmla="*/ 1319033 w 11461244"/>
                <a:gd name="connsiteY1094" fmla="*/ 5666820 h 6383892"/>
                <a:gd name="connsiteX1095" fmla="*/ 1318540 w 11461244"/>
                <a:gd name="connsiteY1095" fmla="*/ 5667960 h 6383892"/>
                <a:gd name="connsiteX1096" fmla="*/ 1318453 w 11461244"/>
                <a:gd name="connsiteY1096" fmla="*/ 5668939 h 6383892"/>
                <a:gd name="connsiteX1097" fmla="*/ 1267098 w 11461244"/>
                <a:gd name="connsiteY1097" fmla="*/ 5892708 h 6383892"/>
                <a:gd name="connsiteX1098" fmla="*/ 1267088 w 11461244"/>
                <a:gd name="connsiteY1098" fmla="*/ 5895073 h 6383892"/>
                <a:gd name="connsiteX1099" fmla="*/ 1265767 w 11461244"/>
                <a:gd name="connsiteY1099" fmla="*/ 5898900 h 6383892"/>
                <a:gd name="connsiteX1100" fmla="*/ 1249937 w 11461244"/>
                <a:gd name="connsiteY1100" fmla="*/ 5958029 h 6383892"/>
                <a:gd name="connsiteX1101" fmla="*/ 1248854 w 11461244"/>
                <a:gd name="connsiteY1101" fmla="*/ 5963651 h 6383892"/>
                <a:gd name="connsiteX1102" fmla="*/ 1247361 w 11461244"/>
                <a:gd name="connsiteY1102" fmla="*/ 5969434 h 6383892"/>
                <a:gd name="connsiteX1103" fmla="*/ 1245717 w 11461244"/>
                <a:gd name="connsiteY1103" fmla="*/ 5972444 h 6383892"/>
                <a:gd name="connsiteX1104" fmla="*/ 1245299 w 11461244"/>
                <a:gd name="connsiteY1104" fmla="*/ 5974970 h 6383892"/>
                <a:gd name="connsiteX1105" fmla="*/ 1245052 w 11461244"/>
                <a:gd name="connsiteY1105" fmla="*/ 5975540 h 6383892"/>
                <a:gd name="connsiteX1106" fmla="*/ 1244558 w 11461244"/>
                <a:gd name="connsiteY1106" fmla="*/ 5976679 h 6383892"/>
                <a:gd name="connsiteX1107" fmla="*/ 1244310 w 11461244"/>
                <a:gd name="connsiteY1107" fmla="*/ 5977249 h 6383892"/>
                <a:gd name="connsiteX1108" fmla="*/ 1243816 w 11461244"/>
                <a:gd name="connsiteY1108" fmla="*/ 5978388 h 6383892"/>
                <a:gd name="connsiteX1109" fmla="*/ 1243730 w 11461244"/>
                <a:gd name="connsiteY1109" fmla="*/ 5979366 h 6383892"/>
                <a:gd name="connsiteX1110" fmla="*/ 1243483 w 11461244"/>
                <a:gd name="connsiteY1110" fmla="*/ 5979936 h 6383892"/>
                <a:gd name="connsiteX1111" fmla="*/ 1132602 w 11461244"/>
                <a:gd name="connsiteY1111" fmla="*/ 6280098 h 6383892"/>
                <a:gd name="connsiteX1112" fmla="*/ 1132355 w 11461244"/>
                <a:gd name="connsiteY1112" fmla="*/ 6280667 h 6383892"/>
                <a:gd name="connsiteX1113" fmla="*/ 1131451 w 11461244"/>
                <a:gd name="connsiteY1113" fmla="*/ 6281968 h 6383892"/>
                <a:gd name="connsiteX1114" fmla="*/ 1131204 w 11461244"/>
                <a:gd name="connsiteY1114" fmla="*/ 6282538 h 6383892"/>
                <a:gd name="connsiteX1115" fmla="*/ 1130710 w 11461244"/>
                <a:gd name="connsiteY1115" fmla="*/ 6283677 h 6383892"/>
                <a:gd name="connsiteX1116" fmla="*/ 1129056 w 11461244"/>
                <a:gd name="connsiteY1116" fmla="*/ 6289051 h 6383892"/>
                <a:gd name="connsiteX1117" fmla="*/ 1126424 w 11461244"/>
                <a:gd name="connsiteY1117" fmla="*/ 6294340 h 6383892"/>
                <a:gd name="connsiteX1118" fmla="*/ 1125103 w 11461244"/>
                <a:gd name="connsiteY1118" fmla="*/ 6298167 h 6383892"/>
                <a:gd name="connsiteX1119" fmla="*/ 1123213 w 11461244"/>
                <a:gd name="connsiteY1119" fmla="*/ 6301747 h 6383892"/>
                <a:gd name="connsiteX1120" fmla="*/ 1117273 w 11461244"/>
                <a:gd name="connsiteY1120" fmla="*/ 6317785 h 6383892"/>
                <a:gd name="connsiteX1121" fmla="*/ 1116617 w 11461244"/>
                <a:gd name="connsiteY1121" fmla="*/ 6318516 h 6383892"/>
                <a:gd name="connsiteX1122" fmla="*/ 1116532 w 11461244"/>
                <a:gd name="connsiteY1122" fmla="*/ 6319494 h 6383892"/>
                <a:gd name="connsiteX1123" fmla="*/ 1114641 w 11461244"/>
                <a:gd name="connsiteY1123" fmla="*/ 6323074 h 6383892"/>
                <a:gd name="connsiteX1124" fmla="*/ 1113405 w 11461244"/>
                <a:gd name="connsiteY1124" fmla="*/ 6325922 h 6383892"/>
                <a:gd name="connsiteX1125" fmla="*/ 1112578 w 11461244"/>
                <a:gd name="connsiteY1125" fmla="*/ 6328610 h 6383892"/>
                <a:gd name="connsiteX1126" fmla="*/ 1095948 w 11461244"/>
                <a:gd name="connsiteY1126" fmla="*/ 6365394 h 6383892"/>
                <a:gd name="connsiteX1127" fmla="*/ 1094799 w 11461244"/>
                <a:gd name="connsiteY1127" fmla="*/ 6367265 h 6383892"/>
                <a:gd name="connsiteX1128" fmla="*/ 1094058 w 11461244"/>
                <a:gd name="connsiteY1128" fmla="*/ 6368974 h 6383892"/>
                <a:gd name="connsiteX1129" fmla="*/ 1093972 w 11461244"/>
                <a:gd name="connsiteY1129" fmla="*/ 6369952 h 6383892"/>
                <a:gd name="connsiteX1130" fmla="*/ 1093478 w 11461244"/>
                <a:gd name="connsiteY1130" fmla="*/ 6371091 h 6383892"/>
                <a:gd name="connsiteX1131" fmla="*/ 1091501 w 11461244"/>
                <a:gd name="connsiteY1131" fmla="*/ 6375649 h 6383892"/>
                <a:gd name="connsiteX1132" fmla="*/ 1090684 w 11461244"/>
                <a:gd name="connsiteY1132" fmla="*/ 6375971 h 6383892"/>
                <a:gd name="connsiteX1133" fmla="*/ 1090922 w 11461244"/>
                <a:gd name="connsiteY1133" fmla="*/ 6377767 h 6383892"/>
                <a:gd name="connsiteX1134" fmla="*/ 1093341 w 11461244"/>
                <a:gd name="connsiteY1134" fmla="*/ 6383892 h 6383892"/>
                <a:gd name="connsiteX1135" fmla="*/ 1106001 w 11461244"/>
                <a:gd name="connsiteY1135" fmla="*/ 6378891 h 6383892"/>
                <a:gd name="connsiteX1136" fmla="*/ 1120049 w 11461244"/>
                <a:gd name="connsiteY1136" fmla="*/ 6373815 h 6383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</a:cxnLst>
              <a:rect l="l" t="t" r="r" b="b"/>
              <a:pathLst>
                <a:path w="11461244" h="6383892">
                  <a:moveTo>
                    <a:pt x="1135073" y="6368823"/>
                  </a:moveTo>
                  <a:lnTo>
                    <a:pt x="1150592" y="6362693"/>
                  </a:lnTo>
                  <a:lnTo>
                    <a:pt x="1166111" y="6356563"/>
                  </a:lnTo>
                  <a:lnTo>
                    <a:pt x="1180405" y="6350917"/>
                  </a:lnTo>
                  <a:lnTo>
                    <a:pt x="1193559" y="6344777"/>
                  </a:lnTo>
                  <a:lnTo>
                    <a:pt x="1204510" y="6339035"/>
                  </a:lnTo>
                  <a:lnTo>
                    <a:pt x="1216365" y="6331991"/>
                  </a:lnTo>
                  <a:lnTo>
                    <a:pt x="1228949" y="6325604"/>
                  </a:lnTo>
                  <a:lnTo>
                    <a:pt x="1241942" y="6319056"/>
                  </a:lnTo>
                  <a:lnTo>
                    <a:pt x="1254119" y="6312829"/>
                  </a:lnTo>
                  <a:lnTo>
                    <a:pt x="1266703" y="6306441"/>
                  </a:lnTo>
                  <a:lnTo>
                    <a:pt x="1278718" y="6299807"/>
                  </a:lnTo>
                  <a:lnTo>
                    <a:pt x="1289916" y="6293495"/>
                  </a:lnTo>
                  <a:lnTo>
                    <a:pt x="1301039" y="6285797"/>
                  </a:lnTo>
                  <a:lnTo>
                    <a:pt x="1311506" y="6278829"/>
                  </a:lnTo>
                  <a:lnTo>
                    <a:pt x="1322628" y="6271131"/>
                  </a:lnTo>
                  <a:lnTo>
                    <a:pt x="1333418" y="6264980"/>
                  </a:lnTo>
                  <a:lnTo>
                    <a:pt x="1344133" y="6257443"/>
                  </a:lnTo>
                  <a:lnTo>
                    <a:pt x="1355578" y="6250562"/>
                  </a:lnTo>
                  <a:lnTo>
                    <a:pt x="1366453" y="6243433"/>
                  </a:lnTo>
                  <a:lnTo>
                    <a:pt x="1377329" y="6236304"/>
                  </a:lnTo>
                  <a:lnTo>
                    <a:pt x="1387882" y="6228359"/>
                  </a:lnTo>
                  <a:lnTo>
                    <a:pt x="1507983" y="6135594"/>
                  </a:lnTo>
                  <a:lnTo>
                    <a:pt x="1516171" y="6127638"/>
                  </a:lnTo>
                  <a:lnTo>
                    <a:pt x="1524198" y="6119273"/>
                  </a:lnTo>
                  <a:lnTo>
                    <a:pt x="1532224" y="6110909"/>
                  </a:lnTo>
                  <a:lnTo>
                    <a:pt x="1540499" y="6101976"/>
                  </a:lnTo>
                  <a:lnTo>
                    <a:pt x="1617284" y="6013101"/>
                  </a:lnTo>
                  <a:lnTo>
                    <a:pt x="1620647" y="6008468"/>
                  </a:lnTo>
                  <a:lnTo>
                    <a:pt x="1624989" y="6003920"/>
                  </a:lnTo>
                  <a:lnTo>
                    <a:pt x="1627374" y="5999201"/>
                  </a:lnTo>
                  <a:lnTo>
                    <a:pt x="1630984" y="5993998"/>
                  </a:lnTo>
                  <a:lnTo>
                    <a:pt x="1676893" y="5917792"/>
                  </a:lnTo>
                  <a:lnTo>
                    <a:pt x="1679687" y="5912912"/>
                  </a:lnTo>
                  <a:lnTo>
                    <a:pt x="1683297" y="5907709"/>
                  </a:lnTo>
                  <a:lnTo>
                    <a:pt x="1753752" y="5774124"/>
                  </a:lnTo>
                  <a:lnTo>
                    <a:pt x="1754245" y="5772984"/>
                  </a:lnTo>
                  <a:lnTo>
                    <a:pt x="1754331" y="5772006"/>
                  </a:lnTo>
                  <a:lnTo>
                    <a:pt x="1820512" y="5608476"/>
                  </a:lnTo>
                  <a:lnTo>
                    <a:pt x="1822736" y="5603349"/>
                  </a:lnTo>
                  <a:lnTo>
                    <a:pt x="1824229" y="5597566"/>
                  </a:lnTo>
                  <a:lnTo>
                    <a:pt x="1843420" y="5533803"/>
                  </a:lnTo>
                  <a:lnTo>
                    <a:pt x="1846052" y="5528514"/>
                  </a:lnTo>
                  <a:lnTo>
                    <a:pt x="1847791" y="5522161"/>
                  </a:lnTo>
                  <a:lnTo>
                    <a:pt x="1867563" y="5456281"/>
                  </a:lnTo>
                  <a:lnTo>
                    <a:pt x="1871118" y="5444961"/>
                  </a:lnTo>
                  <a:lnTo>
                    <a:pt x="1874996" y="5434460"/>
                  </a:lnTo>
                  <a:lnTo>
                    <a:pt x="1881536" y="5411575"/>
                  </a:lnTo>
                  <a:lnTo>
                    <a:pt x="1882772" y="5408727"/>
                  </a:lnTo>
                  <a:lnTo>
                    <a:pt x="1883599" y="5406039"/>
                  </a:lnTo>
                  <a:lnTo>
                    <a:pt x="1884340" y="5404330"/>
                  </a:lnTo>
                  <a:lnTo>
                    <a:pt x="1884350" y="5401965"/>
                  </a:lnTo>
                  <a:lnTo>
                    <a:pt x="1885005" y="5401234"/>
                  </a:lnTo>
                  <a:lnTo>
                    <a:pt x="1885091" y="5400256"/>
                  </a:lnTo>
                  <a:lnTo>
                    <a:pt x="1926073" y="5256595"/>
                  </a:lnTo>
                  <a:lnTo>
                    <a:pt x="1926576" y="5253091"/>
                  </a:lnTo>
                  <a:lnTo>
                    <a:pt x="1927651" y="5249835"/>
                  </a:lnTo>
                  <a:lnTo>
                    <a:pt x="1927994" y="5245922"/>
                  </a:lnTo>
                  <a:lnTo>
                    <a:pt x="1928734" y="5244212"/>
                  </a:lnTo>
                  <a:lnTo>
                    <a:pt x="1929067" y="5242665"/>
                  </a:lnTo>
                  <a:lnTo>
                    <a:pt x="1930389" y="5238838"/>
                  </a:lnTo>
                  <a:lnTo>
                    <a:pt x="1966126" y="5101026"/>
                  </a:lnTo>
                  <a:lnTo>
                    <a:pt x="1968027" y="5095082"/>
                  </a:lnTo>
                  <a:lnTo>
                    <a:pt x="1969358" y="5088890"/>
                  </a:lnTo>
                  <a:lnTo>
                    <a:pt x="1976231" y="5064458"/>
                  </a:lnTo>
                  <a:lnTo>
                    <a:pt x="1983029" y="5038639"/>
                  </a:lnTo>
                  <a:lnTo>
                    <a:pt x="1986508" y="5025934"/>
                  </a:lnTo>
                  <a:lnTo>
                    <a:pt x="1989988" y="5013228"/>
                  </a:lnTo>
                  <a:lnTo>
                    <a:pt x="1993629" y="5000932"/>
                  </a:lnTo>
                  <a:lnTo>
                    <a:pt x="1998247" y="4988720"/>
                  </a:lnTo>
                  <a:lnTo>
                    <a:pt x="2029278" y="4902339"/>
                  </a:lnTo>
                  <a:lnTo>
                    <a:pt x="2030932" y="4896965"/>
                  </a:lnTo>
                  <a:lnTo>
                    <a:pt x="2033564" y="4891676"/>
                  </a:lnTo>
                  <a:lnTo>
                    <a:pt x="2034058" y="4890537"/>
                  </a:lnTo>
                  <a:lnTo>
                    <a:pt x="2034305" y="4889967"/>
                  </a:lnTo>
                  <a:lnTo>
                    <a:pt x="2039590" y="4874660"/>
                  </a:lnTo>
                  <a:lnTo>
                    <a:pt x="2040578" y="4872382"/>
                  </a:lnTo>
                  <a:lnTo>
                    <a:pt x="2041404" y="4869694"/>
                  </a:lnTo>
                  <a:lnTo>
                    <a:pt x="2069859" y="4794718"/>
                  </a:lnTo>
                  <a:lnTo>
                    <a:pt x="2073243" y="4785355"/>
                  </a:lnTo>
                  <a:lnTo>
                    <a:pt x="2077614" y="4773714"/>
                  </a:lnTo>
                  <a:lnTo>
                    <a:pt x="2082309" y="4762889"/>
                  </a:lnTo>
                  <a:lnTo>
                    <a:pt x="2086670" y="4753612"/>
                  </a:lnTo>
                  <a:lnTo>
                    <a:pt x="2091526" y="4743197"/>
                  </a:lnTo>
                  <a:lnTo>
                    <a:pt x="2096220" y="4732372"/>
                  </a:lnTo>
                  <a:lnTo>
                    <a:pt x="2105770" y="4711131"/>
                  </a:lnTo>
                  <a:lnTo>
                    <a:pt x="2110787" y="4701123"/>
                  </a:lnTo>
                  <a:lnTo>
                    <a:pt x="2115234" y="4690868"/>
                  </a:lnTo>
                  <a:lnTo>
                    <a:pt x="2120821" y="4681108"/>
                  </a:lnTo>
                  <a:lnTo>
                    <a:pt x="2126322" y="4672325"/>
                  </a:lnTo>
                  <a:lnTo>
                    <a:pt x="2194997" y="4554550"/>
                  </a:lnTo>
                  <a:lnTo>
                    <a:pt x="2198199" y="4549508"/>
                  </a:lnTo>
                  <a:lnTo>
                    <a:pt x="2201562" y="4544875"/>
                  </a:lnTo>
                  <a:lnTo>
                    <a:pt x="2217228" y="4523579"/>
                  </a:lnTo>
                  <a:lnTo>
                    <a:pt x="2232808" y="4503261"/>
                  </a:lnTo>
                  <a:lnTo>
                    <a:pt x="2240845" y="4492533"/>
                  </a:lnTo>
                  <a:lnTo>
                    <a:pt x="2248635" y="4482373"/>
                  </a:lnTo>
                  <a:lnTo>
                    <a:pt x="2257726" y="4473117"/>
                  </a:lnTo>
                  <a:lnTo>
                    <a:pt x="2266333" y="4462635"/>
                  </a:lnTo>
                  <a:lnTo>
                    <a:pt x="2293035" y="4434618"/>
                  </a:lnTo>
                  <a:lnTo>
                    <a:pt x="2312613" y="4413665"/>
                  </a:lnTo>
                  <a:lnTo>
                    <a:pt x="2327689" y="4396852"/>
                  </a:lnTo>
                  <a:lnTo>
                    <a:pt x="2340960" y="4382639"/>
                  </a:lnTo>
                  <a:lnTo>
                    <a:pt x="2354306" y="4369813"/>
                  </a:lnTo>
                  <a:lnTo>
                    <a:pt x="2370759" y="4355289"/>
                  </a:lnTo>
                  <a:lnTo>
                    <a:pt x="2391875" y="4337033"/>
                  </a:lnTo>
                  <a:lnTo>
                    <a:pt x="2421492" y="4314003"/>
                  </a:lnTo>
                  <a:lnTo>
                    <a:pt x="2440630" y="4300305"/>
                  </a:lnTo>
                  <a:lnTo>
                    <a:pt x="2465487" y="4284348"/>
                  </a:lnTo>
                  <a:lnTo>
                    <a:pt x="2494267" y="4266371"/>
                  </a:lnTo>
                  <a:lnTo>
                    <a:pt x="2525250" y="4247995"/>
                  </a:lnTo>
                  <a:lnTo>
                    <a:pt x="2556233" y="4229618"/>
                  </a:lnTo>
                  <a:lnTo>
                    <a:pt x="2585163" y="4214413"/>
                  </a:lnTo>
                  <a:lnTo>
                    <a:pt x="2585730" y="4214124"/>
                  </a:lnTo>
                  <a:lnTo>
                    <a:pt x="2583790" y="4209215"/>
                  </a:lnTo>
                  <a:lnTo>
                    <a:pt x="3265165" y="3930984"/>
                  </a:lnTo>
                  <a:cubicBezTo>
                    <a:pt x="4769273" y="3304715"/>
                    <a:pt x="6253195" y="2623027"/>
                    <a:pt x="7783555" y="2048858"/>
                  </a:cubicBezTo>
                  <a:lnTo>
                    <a:pt x="8391230" y="1828427"/>
                  </a:lnTo>
                  <a:lnTo>
                    <a:pt x="8393033" y="1832991"/>
                  </a:lnTo>
                  <a:lnTo>
                    <a:pt x="8430816" y="1817308"/>
                  </a:lnTo>
                  <a:lnTo>
                    <a:pt x="8478190" y="1798594"/>
                  </a:lnTo>
                  <a:lnTo>
                    <a:pt x="8521395" y="1782472"/>
                  </a:lnTo>
                  <a:lnTo>
                    <a:pt x="8539772" y="1775213"/>
                  </a:lnTo>
                  <a:lnTo>
                    <a:pt x="8556270" y="1769168"/>
                  </a:lnTo>
                  <a:lnTo>
                    <a:pt x="8569414" y="1765392"/>
                  </a:lnTo>
                  <a:lnTo>
                    <a:pt x="8578721" y="1762659"/>
                  </a:lnTo>
                  <a:lnTo>
                    <a:pt x="8589007" y="1760013"/>
                  </a:lnTo>
                  <a:lnTo>
                    <a:pt x="8600355" y="1756474"/>
                  </a:lnTo>
                  <a:lnTo>
                    <a:pt x="8611382" y="1752119"/>
                  </a:lnTo>
                  <a:lnTo>
                    <a:pt x="8622817" y="1747602"/>
                  </a:lnTo>
                  <a:lnTo>
                    <a:pt x="8645279" y="1738729"/>
                  </a:lnTo>
                  <a:lnTo>
                    <a:pt x="8666183" y="1731887"/>
                  </a:lnTo>
                  <a:lnTo>
                    <a:pt x="8717697" y="1717677"/>
                  </a:lnTo>
                  <a:lnTo>
                    <a:pt x="8761127" y="1705715"/>
                  </a:lnTo>
                  <a:lnTo>
                    <a:pt x="8798356" y="1694786"/>
                  </a:lnTo>
                  <a:lnTo>
                    <a:pt x="8833135" y="1684823"/>
                  </a:lnTo>
                  <a:lnTo>
                    <a:pt x="8868645" y="1675518"/>
                  </a:lnTo>
                  <a:lnTo>
                    <a:pt x="8907251" y="1666878"/>
                  </a:lnTo>
                  <a:lnTo>
                    <a:pt x="8950748" y="1658667"/>
                  </a:lnTo>
                  <a:lnTo>
                    <a:pt x="9004357" y="1649764"/>
                  </a:lnTo>
                  <a:lnTo>
                    <a:pt x="9025004" y="1645858"/>
                  </a:lnTo>
                  <a:lnTo>
                    <a:pt x="9046628" y="1642037"/>
                  </a:lnTo>
                  <a:lnTo>
                    <a:pt x="9067845" y="1638377"/>
                  </a:lnTo>
                  <a:lnTo>
                    <a:pt x="9087921" y="1634224"/>
                  </a:lnTo>
                  <a:lnTo>
                    <a:pt x="9099186" y="1631663"/>
                  </a:lnTo>
                  <a:lnTo>
                    <a:pt x="9108815" y="1629748"/>
                  </a:lnTo>
                  <a:lnTo>
                    <a:pt x="9119262" y="1627510"/>
                  </a:lnTo>
                  <a:lnTo>
                    <a:pt x="9130117" y="1625110"/>
                  </a:lnTo>
                  <a:lnTo>
                    <a:pt x="9169529" y="1618512"/>
                  </a:lnTo>
                  <a:lnTo>
                    <a:pt x="9171445" y="1628142"/>
                  </a:lnTo>
                  <a:lnTo>
                    <a:pt x="9174501" y="1638266"/>
                  </a:lnTo>
                  <a:lnTo>
                    <a:pt x="9178285" y="1649046"/>
                  </a:lnTo>
                  <a:lnTo>
                    <a:pt x="9182233" y="1660234"/>
                  </a:lnTo>
                  <a:lnTo>
                    <a:pt x="9185611" y="1671175"/>
                  </a:lnTo>
                  <a:lnTo>
                    <a:pt x="9189235" y="1681545"/>
                  </a:lnTo>
                  <a:lnTo>
                    <a:pt x="9191720" y="1691423"/>
                  </a:lnTo>
                  <a:lnTo>
                    <a:pt x="9193313" y="1700236"/>
                  </a:lnTo>
                  <a:lnTo>
                    <a:pt x="9194574" y="1710597"/>
                  </a:lnTo>
                  <a:lnTo>
                    <a:pt x="9196736" y="1719657"/>
                  </a:lnTo>
                  <a:lnTo>
                    <a:pt x="9199554" y="1727987"/>
                  </a:lnTo>
                  <a:lnTo>
                    <a:pt x="9203824" y="1739992"/>
                  </a:lnTo>
                  <a:lnTo>
                    <a:pt x="9206395" y="1748891"/>
                  </a:lnTo>
                  <a:lnTo>
                    <a:pt x="9210665" y="1760896"/>
                  </a:lnTo>
                  <a:lnTo>
                    <a:pt x="9212656" y="1771912"/>
                  </a:lnTo>
                  <a:lnTo>
                    <a:pt x="9214410" y="1781134"/>
                  </a:lnTo>
                  <a:lnTo>
                    <a:pt x="9215035" y="1787496"/>
                  </a:lnTo>
                  <a:lnTo>
                    <a:pt x="9215746" y="1792881"/>
                  </a:lnTo>
                  <a:lnTo>
                    <a:pt x="9217112" y="1797534"/>
                  </a:lnTo>
                  <a:lnTo>
                    <a:pt x="9217747" y="1801532"/>
                  </a:lnTo>
                  <a:lnTo>
                    <a:pt x="9220974" y="1809700"/>
                  </a:lnTo>
                  <a:lnTo>
                    <a:pt x="9223213" y="1820147"/>
                  </a:lnTo>
                  <a:lnTo>
                    <a:pt x="9224321" y="1827736"/>
                  </a:lnTo>
                  <a:lnTo>
                    <a:pt x="9224365" y="1836216"/>
                  </a:lnTo>
                  <a:lnTo>
                    <a:pt x="9224592" y="1840375"/>
                  </a:lnTo>
                  <a:lnTo>
                    <a:pt x="9224980" y="1844943"/>
                  </a:lnTo>
                  <a:lnTo>
                    <a:pt x="9226261" y="1850575"/>
                  </a:lnTo>
                  <a:lnTo>
                    <a:pt x="9228025" y="1857432"/>
                  </a:lnTo>
                  <a:lnTo>
                    <a:pt x="9230284" y="1863150"/>
                  </a:lnTo>
                  <a:lnTo>
                    <a:pt x="9231897" y="1867234"/>
                  </a:lnTo>
                  <a:lnTo>
                    <a:pt x="9232941" y="1871071"/>
                  </a:lnTo>
                  <a:lnTo>
                    <a:pt x="9234135" y="1877680"/>
                  </a:lnTo>
                  <a:lnTo>
                    <a:pt x="9239680" y="1915620"/>
                  </a:lnTo>
                  <a:lnTo>
                    <a:pt x="9241918" y="1926068"/>
                  </a:lnTo>
                  <a:lnTo>
                    <a:pt x="9243027" y="1933655"/>
                  </a:lnTo>
                  <a:lnTo>
                    <a:pt x="9243072" y="1942135"/>
                  </a:lnTo>
                  <a:lnTo>
                    <a:pt x="9244170" y="1952089"/>
                  </a:lnTo>
                  <a:lnTo>
                    <a:pt x="9245440" y="1960084"/>
                  </a:lnTo>
                  <a:lnTo>
                    <a:pt x="9245592" y="1962858"/>
                  </a:lnTo>
                  <a:lnTo>
                    <a:pt x="9245582" y="1965223"/>
                  </a:lnTo>
                  <a:lnTo>
                    <a:pt x="9245153" y="1970113"/>
                  </a:lnTo>
                  <a:lnTo>
                    <a:pt x="9245778" y="1976476"/>
                  </a:lnTo>
                  <a:lnTo>
                    <a:pt x="9246659" y="1979905"/>
                  </a:lnTo>
                  <a:lnTo>
                    <a:pt x="9247134" y="1983494"/>
                  </a:lnTo>
                  <a:lnTo>
                    <a:pt x="9248984" y="1989372"/>
                  </a:lnTo>
                  <a:lnTo>
                    <a:pt x="9251061" y="1999412"/>
                  </a:lnTo>
                  <a:lnTo>
                    <a:pt x="9250783" y="2007075"/>
                  </a:lnTo>
                  <a:lnTo>
                    <a:pt x="9251075" y="2014986"/>
                  </a:lnTo>
                  <a:lnTo>
                    <a:pt x="9252819" y="2026572"/>
                  </a:lnTo>
                  <a:lnTo>
                    <a:pt x="9254584" y="2033428"/>
                  </a:lnTo>
                  <a:lnTo>
                    <a:pt x="9254574" y="2035793"/>
                  </a:lnTo>
                  <a:lnTo>
                    <a:pt x="9254155" y="2038319"/>
                  </a:lnTo>
                  <a:lnTo>
                    <a:pt x="9254048" y="2044027"/>
                  </a:lnTo>
                  <a:lnTo>
                    <a:pt x="9254986" y="2053571"/>
                  </a:lnTo>
                  <a:lnTo>
                    <a:pt x="9256741" y="2062792"/>
                  </a:lnTo>
                  <a:lnTo>
                    <a:pt x="9258010" y="2070789"/>
                  </a:lnTo>
                  <a:lnTo>
                    <a:pt x="9257431" y="2072906"/>
                  </a:lnTo>
                  <a:lnTo>
                    <a:pt x="9257012" y="2075433"/>
                  </a:lnTo>
                  <a:lnTo>
                    <a:pt x="9257153" y="2080570"/>
                  </a:lnTo>
                  <a:lnTo>
                    <a:pt x="9259230" y="2090608"/>
                  </a:lnTo>
                  <a:lnTo>
                    <a:pt x="9260737" y="2100400"/>
                  </a:lnTo>
                  <a:lnTo>
                    <a:pt x="9261523" y="2107171"/>
                  </a:lnTo>
                  <a:lnTo>
                    <a:pt x="9260943" y="2109289"/>
                  </a:lnTo>
                  <a:lnTo>
                    <a:pt x="9260116" y="2111976"/>
                  </a:lnTo>
                  <a:lnTo>
                    <a:pt x="9260258" y="2117113"/>
                  </a:lnTo>
                  <a:lnTo>
                    <a:pt x="9262335" y="2127152"/>
                  </a:lnTo>
                  <a:lnTo>
                    <a:pt x="9264658" y="2136621"/>
                  </a:lnTo>
                  <a:lnTo>
                    <a:pt x="9265122" y="2142575"/>
                  </a:lnTo>
                  <a:lnTo>
                    <a:pt x="9264703" y="2145101"/>
                  </a:lnTo>
                  <a:lnTo>
                    <a:pt x="9264446" y="2148035"/>
                  </a:lnTo>
                  <a:lnTo>
                    <a:pt x="9264093" y="2154313"/>
                  </a:lnTo>
                  <a:lnTo>
                    <a:pt x="9265847" y="2163534"/>
                  </a:lnTo>
                  <a:lnTo>
                    <a:pt x="9268170" y="2173003"/>
                  </a:lnTo>
                  <a:lnTo>
                    <a:pt x="9268226" y="2179118"/>
                  </a:lnTo>
                  <a:lnTo>
                    <a:pt x="9267969" y="2182053"/>
                  </a:lnTo>
                  <a:lnTo>
                    <a:pt x="9267550" y="2184579"/>
                  </a:lnTo>
                  <a:lnTo>
                    <a:pt x="9268014" y="2190533"/>
                  </a:lnTo>
                  <a:lnTo>
                    <a:pt x="9270337" y="2200002"/>
                  </a:lnTo>
                  <a:lnTo>
                    <a:pt x="9272414" y="2210041"/>
                  </a:lnTo>
                  <a:lnTo>
                    <a:pt x="9272480" y="2213791"/>
                  </a:lnTo>
                  <a:lnTo>
                    <a:pt x="9272233" y="2214361"/>
                  </a:lnTo>
                  <a:lnTo>
                    <a:pt x="9271481" y="2218435"/>
                  </a:lnTo>
                  <a:lnTo>
                    <a:pt x="9271859" y="2225367"/>
                  </a:lnTo>
                  <a:lnTo>
                    <a:pt x="9273300" y="2231407"/>
                  </a:lnTo>
                  <a:lnTo>
                    <a:pt x="9274581" y="2237040"/>
                  </a:lnTo>
                  <a:lnTo>
                    <a:pt x="9275121" y="2244380"/>
                  </a:lnTo>
                  <a:lnTo>
                    <a:pt x="9274938" y="2248701"/>
                  </a:lnTo>
                  <a:lnTo>
                    <a:pt x="9274112" y="2251389"/>
                  </a:lnTo>
                  <a:lnTo>
                    <a:pt x="9273769" y="2255301"/>
                  </a:lnTo>
                  <a:lnTo>
                    <a:pt x="9274641" y="2261094"/>
                  </a:lnTo>
                  <a:lnTo>
                    <a:pt x="9275674" y="2267295"/>
                  </a:lnTo>
                  <a:lnTo>
                    <a:pt x="9277288" y="2271380"/>
                  </a:lnTo>
                  <a:lnTo>
                    <a:pt x="9278578" y="2274646"/>
                  </a:lnTo>
                  <a:lnTo>
                    <a:pt x="9278225" y="2280924"/>
                  </a:lnTo>
                  <a:lnTo>
                    <a:pt x="9280391" y="2307923"/>
                  </a:lnTo>
                  <a:lnTo>
                    <a:pt x="9281758" y="2312576"/>
                  </a:lnTo>
                  <a:lnTo>
                    <a:pt x="9281415" y="2316489"/>
                  </a:lnTo>
                  <a:lnTo>
                    <a:pt x="9285501" y="2371057"/>
                  </a:lnTo>
                  <a:lnTo>
                    <a:pt x="9285310" y="2377743"/>
                  </a:lnTo>
                  <a:lnTo>
                    <a:pt x="9284644" y="2380838"/>
                  </a:lnTo>
                  <a:lnTo>
                    <a:pt x="9284226" y="2383364"/>
                  </a:lnTo>
                  <a:lnTo>
                    <a:pt x="9284206" y="2388093"/>
                  </a:lnTo>
                  <a:lnTo>
                    <a:pt x="9286166" y="2406204"/>
                  </a:lnTo>
                  <a:lnTo>
                    <a:pt x="9285167" y="2410848"/>
                  </a:lnTo>
                  <a:lnTo>
                    <a:pt x="9284749" y="2413373"/>
                  </a:lnTo>
                  <a:lnTo>
                    <a:pt x="9285061" y="2416555"/>
                  </a:lnTo>
                  <a:lnTo>
                    <a:pt x="9285278" y="2423079"/>
                  </a:lnTo>
                  <a:lnTo>
                    <a:pt x="9285353" y="2424466"/>
                  </a:lnTo>
                  <a:lnTo>
                    <a:pt x="9285837" y="2425690"/>
                  </a:lnTo>
                  <a:lnTo>
                    <a:pt x="9286159" y="2426507"/>
                  </a:lnTo>
                  <a:lnTo>
                    <a:pt x="9286236" y="2427894"/>
                  </a:lnTo>
                  <a:lnTo>
                    <a:pt x="9286264" y="2459043"/>
                  </a:lnTo>
                  <a:lnTo>
                    <a:pt x="9286082" y="2463363"/>
                  </a:lnTo>
                  <a:lnTo>
                    <a:pt x="9285579" y="2466867"/>
                  </a:lnTo>
                  <a:lnTo>
                    <a:pt x="9285246" y="2468414"/>
                  </a:lnTo>
                  <a:lnTo>
                    <a:pt x="9285569" y="2469232"/>
                  </a:lnTo>
                  <a:lnTo>
                    <a:pt x="9286210" y="2547350"/>
                  </a:lnTo>
                  <a:lnTo>
                    <a:pt x="9285716" y="2548489"/>
                  </a:lnTo>
                  <a:lnTo>
                    <a:pt x="9285792" y="2549876"/>
                  </a:lnTo>
                  <a:lnTo>
                    <a:pt x="9286354" y="2608669"/>
                  </a:lnTo>
                  <a:lnTo>
                    <a:pt x="9285840" y="2614538"/>
                  </a:lnTo>
                  <a:lnTo>
                    <a:pt x="9285411" y="2619428"/>
                  </a:lnTo>
                  <a:lnTo>
                    <a:pt x="9284735" y="2624889"/>
                  </a:lnTo>
                  <a:lnTo>
                    <a:pt x="9284866" y="2632390"/>
                  </a:lnTo>
                  <a:lnTo>
                    <a:pt x="9285879" y="2643321"/>
                  </a:lnTo>
                  <a:lnTo>
                    <a:pt x="9285259" y="2654897"/>
                  </a:lnTo>
                  <a:lnTo>
                    <a:pt x="9284885" y="2665904"/>
                  </a:lnTo>
                  <a:lnTo>
                    <a:pt x="9284673" y="2677318"/>
                  </a:lnTo>
                  <a:lnTo>
                    <a:pt x="9285620" y="2684498"/>
                  </a:lnTo>
                  <a:lnTo>
                    <a:pt x="9286321" y="2692248"/>
                  </a:lnTo>
                  <a:lnTo>
                    <a:pt x="9286224" y="2695590"/>
                  </a:lnTo>
                  <a:lnTo>
                    <a:pt x="9285484" y="2697300"/>
                  </a:lnTo>
                  <a:lnTo>
                    <a:pt x="9284324" y="2701535"/>
                  </a:lnTo>
                  <a:lnTo>
                    <a:pt x="9286295" y="2717280"/>
                  </a:lnTo>
                  <a:lnTo>
                    <a:pt x="9285457" y="2722332"/>
                  </a:lnTo>
                  <a:lnTo>
                    <a:pt x="9285201" y="2725266"/>
                  </a:lnTo>
                  <a:lnTo>
                    <a:pt x="9284857" y="2729179"/>
                  </a:lnTo>
                  <a:lnTo>
                    <a:pt x="9284666" y="2735864"/>
                  </a:lnTo>
                  <a:lnTo>
                    <a:pt x="9285214" y="2740841"/>
                  </a:lnTo>
                  <a:lnTo>
                    <a:pt x="9284872" y="2744753"/>
                  </a:lnTo>
                  <a:lnTo>
                    <a:pt x="9285330" y="2771011"/>
                  </a:lnTo>
                  <a:lnTo>
                    <a:pt x="9284150" y="2779976"/>
                  </a:lnTo>
                  <a:lnTo>
                    <a:pt x="9284129" y="2784705"/>
                  </a:lnTo>
                  <a:lnTo>
                    <a:pt x="9284774" y="2786338"/>
                  </a:lnTo>
                  <a:lnTo>
                    <a:pt x="9285989" y="2788219"/>
                  </a:lnTo>
                  <a:lnTo>
                    <a:pt x="9289322" y="2790680"/>
                  </a:lnTo>
                  <a:lnTo>
                    <a:pt x="9293138" y="2794366"/>
                  </a:lnTo>
                  <a:lnTo>
                    <a:pt x="9312973" y="2808720"/>
                  </a:lnTo>
                  <a:lnTo>
                    <a:pt x="9315896" y="2811342"/>
                  </a:lnTo>
                  <a:lnTo>
                    <a:pt x="9317606" y="2812084"/>
                  </a:lnTo>
                  <a:lnTo>
                    <a:pt x="9319315" y="2812824"/>
                  </a:lnTo>
                  <a:lnTo>
                    <a:pt x="9323464" y="2814963"/>
                  </a:lnTo>
                  <a:lnTo>
                    <a:pt x="9333804" y="2818431"/>
                  </a:lnTo>
                  <a:lnTo>
                    <a:pt x="9334944" y="2818926"/>
                  </a:lnTo>
                  <a:lnTo>
                    <a:pt x="9335514" y="2819173"/>
                  </a:lnTo>
                  <a:lnTo>
                    <a:pt x="9421763" y="2842701"/>
                  </a:lnTo>
                  <a:lnTo>
                    <a:pt x="9440015" y="2845879"/>
                  </a:lnTo>
                  <a:lnTo>
                    <a:pt x="9457536" y="2848400"/>
                  </a:lnTo>
                  <a:lnTo>
                    <a:pt x="9474410" y="2849288"/>
                  </a:lnTo>
                  <a:lnTo>
                    <a:pt x="9491779" y="2849037"/>
                  </a:lnTo>
                  <a:lnTo>
                    <a:pt x="9509073" y="2847399"/>
                  </a:lnTo>
                  <a:lnTo>
                    <a:pt x="9525549" y="2846084"/>
                  </a:lnTo>
                  <a:lnTo>
                    <a:pt x="9543499" y="2843714"/>
                  </a:lnTo>
                  <a:lnTo>
                    <a:pt x="9560223" y="2841830"/>
                  </a:lnTo>
                  <a:lnTo>
                    <a:pt x="9577033" y="2838967"/>
                  </a:lnTo>
                  <a:lnTo>
                    <a:pt x="9590661" y="2836416"/>
                  </a:lnTo>
                  <a:lnTo>
                    <a:pt x="9602494" y="2834102"/>
                  </a:lnTo>
                  <a:lnTo>
                    <a:pt x="9613596" y="2831134"/>
                  </a:lnTo>
                  <a:lnTo>
                    <a:pt x="9624613" y="2829142"/>
                  </a:lnTo>
                  <a:lnTo>
                    <a:pt x="9636123" y="2826011"/>
                  </a:lnTo>
                  <a:lnTo>
                    <a:pt x="9649590" y="2823053"/>
                  </a:lnTo>
                  <a:lnTo>
                    <a:pt x="9665099" y="2819286"/>
                  </a:lnTo>
                  <a:lnTo>
                    <a:pt x="9691871" y="2812960"/>
                  </a:lnTo>
                  <a:lnTo>
                    <a:pt x="9719708" y="2805741"/>
                  </a:lnTo>
                  <a:lnTo>
                    <a:pt x="9746651" y="2797460"/>
                  </a:lnTo>
                  <a:lnTo>
                    <a:pt x="9775230" y="2788531"/>
                  </a:lnTo>
                  <a:lnTo>
                    <a:pt x="9803161" y="2777970"/>
                  </a:lnTo>
                  <a:lnTo>
                    <a:pt x="9830523" y="2767161"/>
                  </a:lnTo>
                  <a:lnTo>
                    <a:pt x="9858134" y="2755782"/>
                  </a:lnTo>
                  <a:lnTo>
                    <a:pt x="9885829" y="2743426"/>
                  </a:lnTo>
                  <a:lnTo>
                    <a:pt x="9939832" y="2718789"/>
                  </a:lnTo>
                  <a:lnTo>
                    <a:pt x="9954535" y="2712981"/>
                  </a:lnTo>
                  <a:lnTo>
                    <a:pt x="9967851" y="2707249"/>
                  </a:lnTo>
                  <a:lnTo>
                    <a:pt x="9980189" y="2701432"/>
                  </a:lnTo>
                  <a:lnTo>
                    <a:pt x="9993182" y="2694883"/>
                  </a:lnTo>
                  <a:lnTo>
                    <a:pt x="10242285" y="2562962"/>
                  </a:lnTo>
                  <a:lnTo>
                    <a:pt x="10270161" y="2546286"/>
                  </a:lnTo>
                  <a:lnTo>
                    <a:pt x="10297876" y="2529200"/>
                  </a:lnTo>
                  <a:lnTo>
                    <a:pt x="10325108" y="2510889"/>
                  </a:lnTo>
                  <a:lnTo>
                    <a:pt x="10352341" y="2492578"/>
                  </a:lnTo>
                  <a:lnTo>
                    <a:pt x="10378679" y="2473203"/>
                  </a:lnTo>
                  <a:lnTo>
                    <a:pt x="10405589" y="2454075"/>
                  </a:lnTo>
                  <a:lnTo>
                    <a:pt x="10431928" y="2434701"/>
                  </a:lnTo>
                  <a:lnTo>
                    <a:pt x="10457944" y="2414509"/>
                  </a:lnTo>
                  <a:lnTo>
                    <a:pt x="10477825" y="2399103"/>
                  </a:lnTo>
                  <a:lnTo>
                    <a:pt x="10497298" y="2383857"/>
                  </a:lnTo>
                  <a:lnTo>
                    <a:pt x="10516856" y="2367633"/>
                  </a:lnTo>
                  <a:lnTo>
                    <a:pt x="10536574" y="2351817"/>
                  </a:lnTo>
                  <a:lnTo>
                    <a:pt x="10556133" y="2335593"/>
                  </a:lnTo>
                  <a:lnTo>
                    <a:pt x="10575122" y="2319123"/>
                  </a:lnTo>
                  <a:lnTo>
                    <a:pt x="10594109" y="2302652"/>
                  </a:lnTo>
                  <a:lnTo>
                    <a:pt x="10613098" y="2286181"/>
                  </a:lnTo>
                  <a:lnTo>
                    <a:pt x="10640683" y="2261593"/>
                  </a:lnTo>
                  <a:lnTo>
                    <a:pt x="10667451" y="2237328"/>
                  </a:lnTo>
                  <a:lnTo>
                    <a:pt x="10694057" y="2212653"/>
                  </a:lnTo>
                  <a:lnTo>
                    <a:pt x="10720911" y="2187410"/>
                  </a:lnTo>
                  <a:lnTo>
                    <a:pt x="10747195" y="2161920"/>
                  </a:lnTo>
                  <a:lnTo>
                    <a:pt x="10772910" y="2136183"/>
                  </a:lnTo>
                  <a:lnTo>
                    <a:pt x="10798302" y="2109628"/>
                  </a:lnTo>
                  <a:lnTo>
                    <a:pt x="10822963" y="2082418"/>
                  </a:lnTo>
                  <a:lnTo>
                    <a:pt x="10841476" y="2062357"/>
                  </a:lnTo>
                  <a:lnTo>
                    <a:pt x="10856885" y="2043996"/>
                  </a:lnTo>
                  <a:lnTo>
                    <a:pt x="10872122" y="2027590"/>
                  </a:lnTo>
                  <a:lnTo>
                    <a:pt x="10885974" y="2011260"/>
                  </a:lnTo>
                  <a:lnTo>
                    <a:pt x="10899985" y="1995339"/>
                  </a:lnTo>
                  <a:lnTo>
                    <a:pt x="10914491" y="1978277"/>
                  </a:lnTo>
                  <a:lnTo>
                    <a:pt x="10929416" y="1958690"/>
                  </a:lnTo>
                  <a:lnTo>
                    <a:pt x="10946715" y="1936749"/>
                  </a:lnTo>
                  <a:lnTo>
                    <a:pt x="10960899" y="1918871"/>
                  </a:lnTo>
                  <a:lnTo>
                    <a:pt x="10975652" y="1901241"/>
                  </a:lnTo>
                  <a:lnTo>
                    <a:pt x="10989265" y="1883116"/>
                  </a:lnTo>
                  <a:lnTo>
                    <a:pt x="11002965" y="1864013"/>
                  </a:lnTo>
                  <a:lnTo>
                    <a:pt x="11096990" y="1729142"/>
                  </a:lnTo>
                  <a:lnTo>
                    <a:pt x="11099784" y="1724262"/>
                  </a:lnTo>
                  <a:lnTo>
                    <a:pt x="11102577" y="1719382"/>
                  </a:lnTo>
                  <a:lnTo>
                    <a:pt x="11105780" y="1714340"/>
                  </a:lnTo>
                  <a:lnTo>
                    <a:pt x="11109390" y="1709137"/>
                  </a:lnTo>
                  <a:lnTo>
                    <a:pt x="11182470" y="1590565"/>
                  </a:lnTo>
                  <a:lnTo>
                    <a:pt x="11183620" y="1588695"/>
                  </a:lnTo>
                  <a:lnTo>
                    <a:pt x="11184362" y="1586986"/>
                  </a:lnTo>
                  <a:lnTo>
                    <a:pt x="11318274" y="1316441"/>
                  </a:lnTo>
                  <a:lnTo>
                    <a:pt x="11319509" y="1313592"/>
                  </a:lnTo>
                  <a:lnTo>
                    <a:pt x="11320336" y="1310905"/>
                  </a:lnTo>
                  <a:lnTo>
                    <a:pt x="11345623" y="1251816"/>
                  </a:lnTo>
                  <a:lnTo>
                    <a:pt x="11346612" y="1249537"/>
                  </a:lnTo>
                  <a:lnTo>
                    <a:pt x="11348416" y="1246935"/>
                  </a:lnTo>
                  <a:lnTo>
                    <a:pt x="11360211" y="1215837"/>
                  </a:lnTo>
                  <a:lnTo>
                    <a:pt x="11361199" y="1213559"/>
                  </a:lnTo>
                  <a:lnTo>
                    <a:pt x="11362026" y="1210872"/>
                  </a:lnTo>
                  <a:lnTo>
                    <a:pt x="11412598" y="1036512"/>
                  </a:lnTo>
                  <a:lnTo>
                    <a:pt x="11414822" y="1031384"/>
                  </a:lnTo>
                  <a:lnTo>
                    <a:pt x="11415582" y="1024946"/>
                  </a:lnTo>
                  <a:lnTo>
                    <a:pt x="11429586" y="973146"/>
                  </a:lnTo>
                  <a:lnTo>
                    <a:pt x="11430574" y="970868"/>
                  </a:lnTo>
                  <a:lnTo>
                    <a:pt x="11431079" y="967364"/>
                  </a:lnTo>
                  <a:lnTo>
                    <a:pt x="11435728" y="948059"/>
                  </a:lnTo>
                  <a:lnTo>
                    <a:pt x="11435975" y="947489"/>
                  </a:lnTo>
                  <a:lnTo>
                    <a:pt x="11435491" y="946264"/>
                  </a:lnTo>
                  <a:lnTo>
                    <a:pt x="11435986" y="945125"/>
                  </a:lnTo>
                  <a:lnTo>
                    <a:pt x="11436071" y="944146"/>
                  </a:lnTo>
                  <a:lnTo>
                    <a:pt x="11445531" y="905945"/>
                  </a:lnTo>
                  <a:lnTo>
                    <a:pt x="11445617" y="904967"/>
                  </a:lnTo>
                  <a:lnTo>
                    <a:pt x="11445949" y="903419"/>
                  </a:lnTo>
                  <a:lnTo>
                    <a:pt x="11455989" y="863099"/>
                  </a:lnTo>
                  <a:lnTo>
                    <a:pt x="11457064" y="859843"/>
                  </a:lnTo>
                  <a:lnTo>
                    <a:pt x="11457396" y="858294"/>
                  </a:lnTo>
                  <a:lnTo>
                    <a:pt x="11458299" y="856994"/>
                  </a:lnTo>
                  <a:lnTo>
                    <a:pt x="11461244" y="854887"/>
                  </a:lnTo>
                  <a:lnTo>
                    <a:pt x="11458501" y="847944"/>
                  </a:lnTo>
                  <a:lnTo>
                    <a:pt x="11455663" y="844344"/>
                  </a:lnTo>
                  <a:lnTo>
                    <a:pt x="11455093" y="844096"/>
                  </a:lnTo>
                  <a:lnTo>
                    <a:pt x="11452975" y="843517"/>
                  </a:lnTo>
                  <a:lnTo>
                    <a:pt x="11450203" y="843668"/>
                  </a:lnTo>
                  <a:lnTo>
                    <a:pt x="11446860" y="843572"/>
                  </a:lnTo>
                  <a:lnTo>
                    <a:pt x="11437563" y="843940"/>
                  </a:lnTo>
                  <a:lnTo>
                    <a:pt x="11428019" y="844877"/>
                  </a:lnTo>
                  <a:lnTo>
                    <a:pt x="11319881" y="848407"/>
                  </a:lnTo>
                  <a:lnTo>
                    <a:pt x="11271923" y="851299"/>
                  </a:lnTo>
                  <a:lnTo>
                    <a:pt x="11224610" y="855825"/>
                  </a:lnTo>
                  <a:lnTo>
                    <a:pt x="11176964" y="861898"/>
                  </a:lnTo>
                  <a:lnTo>
                    <a:pt x="11129565" y="867402"/>
                  </a:lnTo>
                  <a:lnTo>
                    <a:pt x="11081996" y="874863"/>
                  </a:lnTo>
                  <a:lnTo>
                    <a:pt x="11034748" y="883139"/>
                  </a:lnTo>
                  <a:lnTo>
                    <a:pt x="10987909" y="891254"/>
                  </a:lnTo>
                  <a:lnTo>
                    <a:pt x="10940984" y="900348"/>
                  </a:lnTo>
                  <a:lnTo>
                    <a:pt x="10892920" y="908948"/>
                  </a:lnTo>
                  <a:lnTo>
                    <a:pt x="10843792" y="918439"/>
                  </a:lnTo>
                  <a:lnTo>
                    <a:pt x="10795889" y="927447"/>
                  </a:lnTo>
                  <a:lnTo>
                    <a:pt x="10747330" y="937186"/>
                  </a:lnTo>
                  <a:lnTo>
                    <a:pt x="10698203" y="946678"/>
                  </a:lnTo>
                  <a:lnTo>
                    <a:pt x="10650622" y="956502"/>
                  </a:lnTo>
                  <a:lnTo>
                    <a:pt x="10601656" y="966403"/>
                  </a:lnTo>
                  <a:lnTo>
                    <a:pt x="10553581" y="977367"/>
                  </a:lnTo>
                  <a:lnTo>
                    <a:pt x="10530323" y="981833"/>
                  </a:lnTo>
                  <a:lnTo>
                    <a:pt x="10492534" y="990150"/>
                  </a:lnTo>
                  <a:lnTo>
                    <a:pt x="10444706" y="1000545"/>
                  </a:lnTo>
                  <a:lnTo>
                    <a:pt x="10391903" y="1011489"/>
                  </a:lnTo>
                  <a:lnTo>
                    <a:pt x="10340648" y="1022765"/>
                  </a:lnTo>
                  <a:lnTo>
                    <a:pt x="10295593" y="1033008"/>
                  </a:lnTo>
                  <a:lnTo>
                    <a:pt x="10260738" y="1041583"/>
                  </a:lnTo>
                  <a:lnTo>
                    <a:pt x="10242779" y="1046316"/>
                  </a:lnTo>
                  <a:lnTo>
                    <a:pt x="10245991" y="1038910"/>
                  </a:lnTo>
                  <a:lnTo>
                    <a:pt x="10251503" y="1027763"/>
                  </a:lnTo>
                  <a:lnTo>
                    <a:pt x="10259549" y="1014670"/>
                  </a:lnTo>
                  <a:lnTo>
                    <a:pt x="10268661" y="1000684"/>
                  </a:lnTo>
                  <a:lnTo>
                    <a:pt x="10287130" y="972143"/>
                  </a:lnTo>
                  <a:lnTo>
                    <a:pt x="10300336" y="954179"/>
                  </a:lnTo>
                  <a:lnTo>
                    <a:pt x="10366589" y="868521"/>
                  </a:lnTo>
                  <a:lnTo>
                    <a:pt x="10375604" y="857878"/>
                  </a:lnTo>
                  <a:lnTo>
                    <a:pt x="10384780" y="847643"/>
                  </a:lnTo>
                  <a:lnTo>
                    <a:pt x="10394118" y="837817"/>
                  </a:lnTo>
                  <a:lnTo>
                    <a:pt x="10403789" y="826443"/>
                  </a:lnTo>
                  <a:lnTo>
                    <a:pt x="10418618" y="810199"/>
                  </a:lnTo>
                  <a:lnTo>
                    <a:pt x="10432382" y="794848"/>
                  </a:lnTo>
                  <a:lnTo>
                    <a:pt x="10447287" y="779990"/>
                  </a:lnTo>
                  <a:lnTo>
                    <a:pt x="10463492" y="766034"/>
                  </a:lnTo>
                  <a:lnTo>
                    <a:pt x="10525141" y="708162"/>
                  </a:lnTo>
                  <a:lnTo>
                    <a:pt x="10536435" y="698507"/>
                  </a:lnTo>
                  <a:lnTo>
                    <a:pt x="10546912" y="689174"/>
                  </a:lnTo>
                  <a:lnTo>
                    <a:pt x="10558368" y="679928"/>
                  </a:lnTo>
                  <a:lnTo>
                    <a:pt x="10570070" y="670112"/>
                  </a:lnTo>
                  <a:lnTo>
                    <a:pt x="10586683" y="655996"/>
                  </a:lnTo>
                  <a:lnTo>
                    <a:pt x="10603705" y="641718"/>
                  </a:lnTo>
                  <a:lnTo>
                    <a:pt x="10620727" y="627440"/>
                  </a:lnTo>
                  <a:lnTo>
                    <a:pt x="10637341" y="613324"/>
                  </a:lnTo>
                  <a:lnTo>
                    <a:pt x="10654277" y="600024"/>
                  </a:lnTo>
                  <a:lnTo>
                    <a:pt x="10670891" y="585908"/>
                  </a:lnTo>
                  <a:lnTo>
                    <a:pt x="10688074" y="572038"/>
                  </a:lnTo>
                  <a:lnTo>
                    <a:pt x="10704602" y="558900"/>
                  </a:lnTo>
                  <a:lnTo>
                    <a:pt x="10718916" y="548525"/>
                  </a:lnTo>
                  <a:lnTo>
                    <a:pt x="10742310" y="531257"/>
                  </a:lnTo>
                  <a:lnTo>
                    <a:pt x="10771680" y="508796"/>
                  </a:lnTo>
                  <a:lnTo>
                    <a:pt x="10804155" y="484638"/>
                  </a:lnTo>
                  <a:lnTo>
                    <a:pt x="10836953" y="461296"/>
                  </a:lnTo>
                  <a:lnTo>
                    <a:pt x="10865335" y="441114"/>
                  </a:lnTo>
                  <a:lnTo>
                    <a:pt x="10886602" y="425631"/>
                  </a:lnTo>
                  <a:lnTo>
                    <a:pt x="10898617" y="418997"/>
                  </a:lnTo>
                  <a:lnTo>
                    <a:pt x="10895864" y="414418"/>
                  </a:lnTo>
                  <a:lnTo>
                    <a:pt x="10892456" y="410571"/>
                  </a:lnTo>
                  <a:lnTo>
                    <a:pt x="10889370" y="407541"/>
                  </a:lnTo>
                  <a:lnTo>
                    <a:pt x="10886124" y="404102"/>
                  </a:lnTo>
                  <a:lnTo>
                    <a:pt x="10877911" y="398848"/>
                  </a:lnTo>
                  <a:lnTo>
                    <a:pt x="10870020" y="394412"/>
                  </a:lnTo>
                  <a:lnTo>
                    <a:pt x="10718920" y="301131"/>
                  </a:lnTo>
                  <a:lnTo>
                    <a:pt x="10718189" y="300476"/>
                  </a:lnTo>
                  <a:lnTo>
                    <a:pt x="10717050" y="299982"/>
                  </a:lnTo>
                  <a:lnTo>
                    <a:pt x="10674266" y="275336"/>
                  </a:lnTo>
                  <a:lnTo>
                    <a:pt x="10673212" y="273863"/>
                  </a:lnTo>
                  <a:lnTo>
                    <a:pt x="10671342" y="272714"/>
                  </a:lnTo>
                  <a:lnTo>
                    <a:pt x="10657432" y="264989"/>
                  </a:lnTo>
                  <a:lnTo>
                    <a:pt x="10642704" y="257587"/>
                  </a:lnTo>
                  <a:lnTo>
                    <a:pt x="10628462" y="251409"/>
                  </a:lnTo>
                  <a:lnTo>
                    <a:pt x="10613488" y="244578"/>
                  </a:lnTo>
                  <a:lnTo>
                    <a:pt x="10523321" y="202767"/>
                  </a:lnTo>
                  <a:lnTo>
                    <a:pt x="10520719" y="200962"/>
                  </a:lnTo>
                  <a:lnTo>
                    <a:pt x="10516893" y="199640"/>
                  </a:lnTo>
                  <a:lnTo>
                    <a:pt x="10498823" y="192143"/>
                  </a:lnTo>
                  <a:lnTo>
                    <a:pt x="10497845" y="192057"/>
                  </a:lnTo>
                  <a:lnTo>
                    <a:pt x="10497114" y="191402"/>
                  </a:lnTo>
                  <a:lnTo>
                    <a:pt x="10477582" y="182593"/>
                  </a:lnTo>
                  <a:lnTo>
                    <a:pt x="10474164" y="181111"/>
                  </a:lnTo>
                  <a:lnTo>
                    <a:pt x="10470176" y="179381"/>
                  </a:lnTo>
                  <a:lnTo>
                    <a:pt x="10203779" y="85849"/>
                  </a:lnTo>
                  <a:lnTo>
                    <a:pt x="10187978" y="81704"/>
                  </a:lnTo>
                  <a:lnTo>
                    <a:pt x="10171360" y="77882"/>
                  </a:lnTo>
                  <a:lnTo>
                    <a:pt x="10154173" y="73812"/>
                  </a:lnTo>
                  <a:lnTo>
                    <a:pt x="10137641" y="69012"/>
                  </a:lnTo>
                  <a:lnTo>
                    <a:pt x="10129418" y="66123"/>
                  </a:lnTo>
                  <a:lnTo>
                    <a:pt x="10121431" y="65029"/>
                  </a:lnTo>
                  <a:lnTo>
                    <a:pt x="10114101" y="63203"/>
                  </a:lnTo>
                  <a:lnTo>
                    <a:pt x="10106199" y="61130"/>
                  </a:lnTo>
                  <a:lnTo>
                    <a:pt x="10097483" y="59380"/>
                  </a:lnTo>
                  <a:lnTo>
                    <a:pt x="10088765" y="57630"/>
                  </a:lnTo>
                  <a:lnTo>
                    <a:pt x="10008278" y="40323"/>
                  </a:lnTo>
                  <a:lnTo>
                    <a:pt x="9992230" y="36748"/>
                  </a:lnTo>
                  <a:lnTo>
                    <a:pt x="9975773" y="33334"/>
                  </a:lnTo>
                  <a:lnTo>
                    <a:pt x="9958501" y="30243"/>
                  </a:lnTo>
                  <a:lnTo>
                    <a:pt x="9941958" y="27807"/>
                  </a:lnTo>
                  <a:lnTo>
                    <a:pt x="9924600" y="25694"/>
                  </a:lnTo>
                  <a:lnTo>
                    <a:pt x="9907649" y="23419"/>
                  </a:lnTo>
                  <a:lnTo>
                    <a:pt x="9890946" y="20575"/>
                  </a:lnTo>
                  <a:lnTo>
                    <a:pt x="9873994" y="18300"/>
                  </a:lnTo>
                  <a:lnTo>
                    <a:pt x="9841319" y="13267"/>
                  </a:lnTo>
                  <a:lnTo>
                    <a:pt x="9832269" y="13065"/>
                  </a:lnTo>
                  <a:lnTo>
                    <a:pt x="9822896" y="12046"/>
                  </a:lnTo>
                  <a:lnTo>
                    <a:pt x="9815479" y="11199"/>
                  </a:lnTo>
                  <a:lnTo>
                    <a:pt x="9807654" y="10513"/>
                  </a:lnTo>
                  <a:lnTo>
                    <a:pt x="9543835" y="0"/>
                  </a:lnTo>
                  <a:lnTo>
                    <a:pt x="9509581" y="1728"/>
                  </a:lnTo>
                  <a:lnTo>
                    <a:pt x="9475488" y="3864"/>
                  </a:lnTo>
                  <a:lnTo>
                    <a:pt x="9441395" y="6001"/>
                  </a:lnTo>
                  <a:lnTo>
                    <a:pt x="9407055" y="8707"/>
                  </a:lnTo>
                  <a:lnTo>
                    <a:pt x="9373693" y="11499"/>
                  </a:lnTo>
                  <a:lnTo>
                    <a:pt x="9339590" y="16000"/>
                  </a:lnTo>
                  <a:lnTo>
                    <a:pt x="9306143" y="19770"/>
                  </a:lnTo>
                  <a:lnTo>
                    <a:pt x="9271545" y="25410"/>
                  </a:lnTo>
                  <a:lnTo>
                    <a:pt x="9121075" y="50856"/>
                  </a:lnTo>
                  <a:lnTo>
                    <a:pt x="9082308" y="59087"/>
                  </a:lnTo>
                  <a:lnTo>
                    <a:pt x="9042886" y="68050"/>
                  </a:lnTo>
                  <a:lnTo>
                    <a:pt x="9003216" y="77582"/>
                  </a:lnTo>
                  <a:lnTo>
                    <a:pt x="8963461" y="88093"/>
                  </a:lnTo>
                  <a:lnTo>
                    <a:pt x="8923867" y="99012"/>
                  </a:lnTo>
                  <a:lnTo>
                    <a:pt x="8885003" y="110586"/>
                  </a:lnTo>
                  <a:lnTo>
                    <a:pt x="8846054" y="123140"/>
                  </a:lnTo>
                  <a:lnTo>
                    <a:pt x="8808493" y="135616"/>
                  </a:lnTo>
                  <a:lnTo>
                    <a:pt x="8769221" y="147353"/>
                  </a:lnTo>
                  <a:lnTo>
                    <a:pt x="8748725" y="154032"/>
                  </a:lnTo>
                  <a:lnTo>
                    <a:pt x="8726350" y="161926"/>
                  </a:lnTo>
                  <a:lnTo>
                    <a:pt x="8704704" y="170477"/>
                  </a:lnTo>
                  <a:lnTo>
                    <a:pt x="8683876" y="178704"/>
                  </a:lnTo>
                  <a:lnTo>
                    <a:pt x="8672442" y="183221"/>
                  </a:lnTo>
                  <a:lnTo>
                    <a:pt x="8663285" y="188726"/>
                  </a:lnTo>
                  <a:lnTo>
                    <a:pt x="8654871" y="192523"/>
                  </a:lnTo>
                  <a:lnTo>
                    <a:pt x="8644167" y="197695"/>
                  </a:lnTo>
                  <a:lnTo>
                    <a:pt x="8623091" y="206492"/>
                  </a:lnTo>
                  <a:lnTo>
                    <a:pt x="8603402" y="215214"/>
                  </a:lnTo>
                  <a:lnTo>
                    <a:pt x="8584122" y="223773"/>
                  </a:lnTo>
                  <a:lnTo>
                    <a:pt x="8563455" y="232409"/>
                  </a:lnTo>
                  <a:lnTo>
                    <a:pt x="8567338" y="239846"/>
                  </a:lnTo>
                  <a:lnTo>
                    <a:pt x="8570649" y="247036"/>
                  </a:lnTo>
                  <a:lnTo>
                    <a:pt x="8573639" y="253409"/>
                  </a:lnTo>
                  <a:lnTo>
                    <a:pt x="8577123" y="258643"/>
                  </a:lnTo>
                  <a:lnTo>
                    <a:pt x="8584498" y="268949"/>
                  </a:lnTo>
                  <a:lnTo>
                    <a:pt x="8591874" y="279255"/>
                  </a:lnTo>
                  <a:lnTo>
                    <a:pt x="8595681" y="285305"/>
                  </a:lnTo>
                  <a:lnTo>
                    <a:pt x="8599078" y="291516"/>
                  </a:lnTo>
                  <a:lnTo>
                    <a:pt x="8602391" y="298706"/>
                  </a:lnTo>
                  <a:lnTo>
                    <a:pt x="8605874" y="303940"/>
                  </a:lnTo>
                  <a:lnTo>
                    <a:pt x="8610411" y="310647"/>
                  </a:lnTo>
                  <a:lnTo>
                    <a:pt x="8613250" y="314246"/>
                  </a:lnTo>
                  <a:lnTo>
                    <a:pt x="8616335" y="317277"/>
                  </a:lnTo>
                  <a:lnTo>
                    <a:pt x="8620067" y="321940"/>
                  </a:lnTo>
                  <a:lnTo>
                    <a:pt x="8623873" y="327991"/>
                  </a:lnTo>
                  <a:lnTo>
                    <a:pt x="8627593" y="335019"/>
                  </a:lnTo>
                  <a:lnTo>
                    <a:pt x="8630335" y="341962"/>
                  </a:lnTo>
                  <a:lnTo>
                    <a:pt x="8633572" y="347765"/>
                  </a:lnTo>
                  <a:lnTo>
                    <a:pt x="8637873" y="352676"/>
                  </a:lnTo>
                  <a:lnTo>
                    <a:pt x="8640464" y="356845"/>
                  </a:lnTo>
                  <a:lnTo>
                    <a:pt x="8644120" y="360122"/>
                  </a:lnTo>
                  <a:lnTo>
                    <a:pt x="8647850" y="364787"/>
                  </a:lnTo>
                  <a:lnTo>
                    <a:pt x="8652141" y="372062"/>
                  </a:lnTo>
                  <a:lnTo>
                    <a:pt x="8654722" y="378596"/>
                  </a:lnTo>
                  <a:lnTo>
                    <a:pt x="8657303" y="385131"/>
                  </a:lnTo>
                  <a:lnTo>
                    <a:pt x="8660453" y="391913"/>
                  </a:lnTo>
                  <a:lnTo>
                    <a:pt x="8664260" y="397962"/>
                  </a:lnTo>
                  <a:lnTo>
                    <a:pt x="8667421" y="402380"/>
                  </a:lnTo>
                  <a:lnTo>
                    <a:pt x="8670830" y="406227"/>
                  </a:lnTo>
                  <a:lnTo>
                    <a:pt x="8674560" y="410890"/>
                  </a:lnTo>
                  <a:lnTo>
                    <a:pt x="8681033" y="422497"/>
                  </a:lnTo>
                  <a:lnTo>
                    <a:pt x="8687098" y="434264"/>
                  </a:lnTo>
                  <a:lnTo>
                    <a:pt x="8690335" y="440068"/>
                  </a:lnTo>
                  <a:lnTo>
                    <a:pt x="8693410" y="445463"/>
                  </a:lnTo>
                  <a:lnTo>
                    <a:pt x="8697217" y="451513"/>
                  </a:lnTo>
                  <a:lnTo>
                    <a:pt x="8701108" y="456585"/>
                  </a:lnTo>
                  <a:lnTo>
                    <a:pt x="8706785" y="463786"/>
                  </a:lnTo>
                  <a:lnTo>
                    <a:pt x="8709130" y="468525"/>
                  </a:lnTo>
                  <a:lnTo>
                    <a:pt x="8711711" y="475059"/>
                  </a:lnTo>
                  <a:lnTo>
                    <a:pt x="8716238" y="484130"/>
                  </a:lnTo>
                  <a:lnTo>
                    <a:pt x="8725702" y="502110"/>
                  </a:lnTo>
                  <a:lnTo>
                    <a:pt x="8736626" y="521400"/>
                  </a:lnTo>
                  <a:lnTo>
                    <a:pt x="8742539" y="530395"/>
                  </a:lnTo>
                  <a:lnTo>
                    <a:pt x="8747314" y="538896"/>
                  </a:lnTo>
                  <a:lnTo>
                    <a:pt x="8751518" y="547150"/>
                  </a:lnTo>
                  <a:lnTo>
                    <a:pt x="8754099" y="553683"/>
                  </a:lnTo>
                  <a:lnTo>
                    <a:pt x="8760562" y="567655"/>
                  </a:lnTo>
                  <a:lnTo>
                    <a:pt x="8766134" y="580562"/>
                  </a:lnTo>
                  <a:lnTo>
                    <a:pt x="8772768" y="592578"/>
                  </a:lnTo>
                  <a:lnTo>
                    <a:pt x="8779735" y="603044"/>
                  </a:lnTo>
                  <a:lnTo>
                    <a:pt x="8785241" y="612201"/>
                  </a:lnTo>
                  <a:lnTo>
                    <a:pt x="8790585" y="620948"/>
                  </a:lnTo>
                  <a:lnTo>
                    <a:pt x="8795274" y="630427"/>
                  </a:lnTo>
                  <a:lnTo>
                    <a:pt x="8799230" y="639251"/>
                  </a:lnTo>
                  <a:lnTo>
                    <a:pt x="8803919" y="648730"/>
                  </a:lnTo>
                  <a:lnTo>
                    <a:pt x="8808930" y="659025"/>
                  </a:lnTo>
                  <a:lnTo>
                    <a:pt x="8814188" y="668751"/>
                  </a:lnTo>
                  <a:lnTo>
                    <a:pt x="8820833" y="678402"/>
                  </a:lnTo>
                  <a:lnTo>
                    <a:pt x="8824317" y="683635"/>
                  </a:lnTo>
                  <a:lnTo>
                    <a:pt x="8826823" y="688782"/>
                  </a:lnTo>
                  <a:lnTo>
                    <a:pt x="8830060" y="694586"/>
                  </a:lnTo>
                  <a:lnTo>
                    <a:pt x="8833048" y="700960"/>
                  </a:lnTo>
                  <a:lnTo>
                    <a:pt x="8840006" y="713791"/>
                  </a:lnTo>
                  <a:lnTo>
                    <a:pt x="8844534" y="722861"/>
                  </a:lnTo>
                  <a:lnTo>
                    <a:pt x="8848974" y="732910"/>
                  </a:lnTo>
                  <a:lnTo>
                    <a:pt x="8858770" y="749341"/>
                  </a:lnTo>
                  <a:lnTo>
                    <a:pt x="8865888" y="762582"/>
                  </a:lnTo>
                  <a:lnTo>
                    <a:pt x="8872599" y="775983"/>
                  </a:lnTo>
                  <a:lnTo>
                    <a:pt x="8878654" y="790116"/>
                  </a:lnTo>
                  <a:lnTo>
                    <a:pt x="8884623" y="805226"/>
                  </a:lnTo>
                  <a:lnTo>
                    <a:pt x="8890269" y="819520"/>
                  </a:lnTo>
                  <a:lnTo>
                    <a:pt x="8895915" y="833814"/>
                  </a:lnTo>
                  <a:lnTo>
                    <a:pt x="8901153" y="848269"/>
                  </a:lnTo>
                  <a:lnTo>
                    <a:pt x="8906799" y="862563"/>
                  </a:lnTo>
                  <a:lnTo>
                    <a:pt x="8917532" y="888539"/>
                  </a:lnTo>
                  <a:lnTo>
                    <a:pt x="8929082" y="914193"/>
                  </a:lnTo>
                  <a:lnTo>
                    <a:pt x="8940632" y="939845"/>
                  </a:lnTo>
                  <a:lnTo>
                    <a:pt x="8952590" y="965338"/>
                  </a:lnTo>
                  <a:lnTo>
                    <a:pt x="8964141" y="990991"/>
                  </a:lnTo>
                  <a:lnTo>
                    <a:pt x="8975689" y="1016645"/>
                  </a:lnTo>
                  <a:lnTo>
                    <a:pt x="8980444" y="1029874"/>
                  </a:lnTo>
                  <a:lnTo>
                    <a:pt x="8985607" y="1042943"/>
                  </a:lnTo>
                  <a:lnTo>
                    <a:pt x="8989952" y="1056334"/>
                  </a:lnTo>
                  <a:lnTo>
                    <a:pt x="8993889" y="1069887"/>
                  </a:lnTo>
                  <a:lnTo>
                    <a:pt x="8998954" y="1086298"/>
                  </a:lnTo>
                  <a:lnTo>
                    <a:pt x="9005161" y="1103204"/>
                  </a:lnTo>
                  <a:lnTo>
                    <a:pt x="9012744" y="1122399"/>
                  </a:lnTo>
                  <a:lnTo>
                    <a:pt x="9020164" y="1141184"/>
                  </a:lnTo>
                  <a:lnTo>
                    <a:pt x="9027176" y="1160132"/>
                  </a:lnTo>
                  <a:lnTo>
                    <a:pt x="9033619" y="1178833"/>
                  </a:lnTo>
                  <a:lnTo>
                    <a:pt x="9036598" y="1187571"/>
                  </a:lnTo>
                  <a:lnTo>
                    <a:pt x="9038761" y="1196631"/>
                  </a:lnTo>
                  <a:lnTo>
                    <a:pt x="9040278" y="1204058"/>
                  </a:lnTo>
                  <a:lnTo>
                    <a:pt x="9041957" y="1211893"/>
                  </a:lnTo>
                  <a:lnTo>
                    <a:pt x="9044271" y="1223726"/>
                  </a:lnTo>
                  <a:lnTo>
                    <a:pt x="9046348" y="1233764"/>
                  </a:lnTo>
                  <a:lnTo>
                    <a:pt x="9049564" y="1244296"/>
                  </a:lnTo>
                  <a:lnTo>
                    <a:pt x="9054726" y="1257366"/>
                  </a:lnTo>
                  <a:lnTo>
                    <a:pt x="9057791" y="1265125"/>
                  </a:lnTo>
                  <a:lnTo>
                    <a:pt x="9059803" y="1271412"/>
                  </a:lnTo>
                  <a:lnTo>
                    <a:pt x="9060771" y="1273863"/>
                  </a:lnTo>
                  <a:lnTo>
                    <a:pt x="9060760" y="1276227"/>
                  </a:lnTo>
                  <a:lnTo>
                    <a:pt x="9060835" y="1277614"/>
                  </a:lnTo>
                  <a:lnTo>
                    <a:pt x="9060095" y="1279323"/>
                  </a:lnTo>
                  <a:lnTo>
                    <a:pt x="9059192" y="1280623"/>
                  </a:lnTo>
                  <a:lnTo>
                    <a:pt x="9057882" y="1282086"/>
                  </a:lnTo>
                  <a:lnTo>
                    <a:pt x="9056409" y="1283140"/>
                  </a:lnTo>
                  <a:lnTo>
                    <a:pt x="9053958" y="1284108"/>
                  </a:lnTo>
                  <a:lnTo>
                    <a:pt x="9048080" y="1285958"/>
                  </a:lnTo>
                  <a:lnTo>
                    <a:pt x="9040084" y="1287227"/>
                  </a:lnTo>
                  <a:lnTo>
                    <a:pt x="9029229" y="1289627"/>
                  </a:lnTo>
                  <a:lnTo>
                    <a:pt x="9018287" y="1293004"/>
                  </a:lnTo>
                  <a:lnTo>
                    <a:pt x="9008078" y="1297037"/>
                  </a:lnTo>
                  <a:lnTo>
                    <a:pt x="8997051" y="1301393"/>
                  </a:lnTo>
                  <a:lnTo>
                    <a:pt x="8975728" y="1310761"/>
                  </a:lnTo>
                  <a:lnTo>
                    <a:pt x="8954492" y="1319149"/>
                  </a:lnTo>
                  <a:lnTo>
                    <a:pt x="8943465" y="1323505"/>
                  </a:lnTo>
                  <a:lnTo>
                    <a:pt x="8933426" y="1325582"/>
                  </a:lnTo>
                  <a:lnTo>
                    <a:pt x="8924280" y="1328722"/>
                  </a:lnTo>
                  <a:lnTo>
                    <a:pt x="8912524" y="1332422"/>
                  </a:lnTo>
                  <a:lnTo>
                    <a:pt x="8826351" y="1366462"/>
                  </a:lnTo>
                  <a:lnTo>
                    <a:pt x="8814917" y="1370979"/>
                  </a:lnTo>
                  <a:lnTo>
                    <a:pt x="8804631" y="1373626"/>
                  </a:lnTo>
                  <a:lnTo>
                    <a:pt x="8794754" y="1376110"/>
                  </a:lnTo>
                  <a:lnTo>
                    <a:pt x="8784544" y="1380143"/>
                  </a:lnTo>
                  <a:lnTo>
                    <a:pt x="8773518" y="1384499"/>
                  </a:lnTo>
                  <a:lnTo>
                    <a:pt x="8763307" y="1388532"/>
                  </a:lnTo>
                  <a:lnTo>
                    <a:pt x="8752281" y="1392888"/>
                  </a:lnTo>
                  <a:lnTo>
                    <a:pt x="8741254" y="1397243"/>
                  </a:lnTo>
                  <a:lnTo>
                    <a:pt x="8730636" y="1401438"/>
                  </a:lnTo>
                  <a:lnTo>
                    <a:pt x="8719609" y="1405793"/>
                  </a:lnTo>
                  <a:lnTo>
                    <a:pt x="8708991" y="1409988"/>
                  </a:lnTo>
                  <a:lnTo>
                    <a:pt x="8698373" y="1414182"/>
                  </a:lnTo>
                  <a:lnTo>
                    <a:pt x="8613114" y="1444557"/>
                  </a:lnTo>
                  <a:lnTo>
                    <a:pt x="8602335" y="1448342"/>
                  </a:lnTo>
                  <a:lnTo>
                    <a:pt x="8591716" y="1452537"/>
                  </a:lnTo>
                  <a:lnTo>
                    <a:pt x="8581098" y="1456731"/>
                  </a:lnTo>
                  <a:lnTo>
                    <a:pt x="8570071" y="1461087"/>
                  </a:lnTo>
                  <a:lnTo>
                    <a:pt x="8559045" y="1465443"/>
                  </a:lnTo>
                  <a:lnTo>
                    <a:pt x="8548179" y="1470207"/>
                  </a:lnTo>
                  <a:lnTo>
                    <a:pt x="8537561" y="1474401"/>
                  </a:lnTo>
                  <a:lnTo>
                    <a:pt x="8526942" y="1478596"/>
                  </a:lnTo>
                  <a:lnTo>
                    <a:pt x="8504320" y="1487060"/>
                  </a:lnTo>
                  <a:lnTo>
                    <a:pt x="8483986" y="1494147"/>
                  </a:lnTo>
                  <a:lnTo>
                    <a:pt x="8463490" y="1500827"/>
                  </a:lnTo>
                  <a:lnTo>
                    <a:pt x="8442253" y="1509216"/>
                  </a:lnTo>
                  <a:lnTo>
                    <a:pt x="8419469" y="1517272"/>
                  </a:lnTo>
                  <a:lnTo>
                    <a:pt x="8398232" y="1525661"/>
                  </a:lnTo>
                  <a:lnTo>
                    <a:pt x="8376835" y="1533641"/>
                  </a:lnTo>
                  <a:lnTo>
                    <a:pt x="8355683" y="1541051"/>
                  </a:lnTo>
                  <a:lnTo>
                    <a:pt x="8336942" y="1548454"/>
                  </a:lnTo>
                  <a:lnTo>
                    <a:pt x="8336153" y="1546500"/>
                  </a:lnTo>
                  <a:lnTo>
                    <a:pt x="2383905" y="3936835"/>
                  </a:lnTo>
                  <a:lnTo>
                    <a:pt x="2384924" y="3938947"/>
                  </a:lnTo>
                  <a:lnTo>
                    <a:pt x="2374078" y="3944177"/>
                  </a:lnTo>
                  <a:lnTo>
                    <a:pt x="2357162" y="3952747"/>
                  </a:lnTo>
                  <a:lnTo>
                    <a:pt x="2342535" y="3959941"/>
                  </a:lnTo>
                  <a:lnTo>
                    <a:pt x="2334044" y="3962351"/>
                  </a:lnTo>
                  <a:lnTo>
                    <a:pt x="2326532" y="3964846"/>
                  </a:lnTo>
                  <a:lnTo>
                    <a:pt x="2317311" y="3966601"/>
                  </a:lnTo>
                  <a:lnTo>
                    <a:pt x="2307272" y="3968677"/>
                  </a:lnTo>
                  <a:lnTo>
                    <a:pt x="2291365" y="3970240"/>
                  </a:lnTo>
                  <a:lnTo>
                    <a:pt x="2276275" y="3971479"/>
                  </a:lnTo>
                  <a:lnTo>
                    <a:pt x="2260937" y="3973289"/>
                  </a:lnTo>
                  <a:lnTo>
                    <a:pt x="2245762" y="3975507"/>
                  </a:lnTo>
                  <a:lnTo>
                    <a:pt x="2221943" y="3977361"/>
                  </a:lnTo>
                  <a:lnTo>
                    <a:pt x="2198212" y="3978237"/>
                  </a:lnTo>
                  <a:lnTo>
                    <a:pt x="2175135" y="3978383"/>
                  </a:lnTo>
                  <a:lnTo>
                    <a:pt x="2151242" y="3978850"/>
                  </a:lnTo>
                  <a:lnTo>
                    <a:pt x="2144148" y="3978821"/>
                  </a:lnTo>
                  <a:lnTo>
                    <a:pt x="2137302" y="3978220"/>
                  </a:lnTo>
                  <a:lnTo>
                    <a:pt x="2130701" y="3977050"/>
                  </a:lnTo>
                  <a:lnTo>
                    <a:pt x="2123693" y="3976041"/>
                  </a:lnTo>
                  <a:lnTo>
                    <a:pt x="2102508" y="3972607"/>
                  </a:lnTo>
                  <a:lnTo>
                    <a:pt x="2080344" y="3969087"/>
                  </a:lnTo>
                  <a:lnTo>
                    <a:pt x="2058428" y="3964997"/>
                  </a:lnTo>
                  <a:lnTo>
                    <a:pt x="2037004" y="3959768"/>
                  </a:lnTo>
                  <a:lnTo>
                    <a:pt x="1981776" y="3946646"/>
                  </a:lnTo>
                  <a:lnTo>
                    <a:pt x="1829642" y="3885408"/>
                  </a:lnTo>
                  <a:lnTo>
                    <a:pt x="1814830" y="3878983"/>
                  </a:lnTo>
                  <a:lnTo>
                    <a:pt x="1808239" y="3875449"/>
                  </a:lnTo>
                  <a:lnTo>
                    <a:pt x="1806122" y="3874869"/>
                  </a:lnTo>
                  <a:lnTo>
                    <a:pt x="1804005" y="3874289"/>
                  </a:lnTo>
                  <a:lnTo>
                    <a:pt x="1801232" y="3874440"/>
                  </a:lnTo>
                  <a:lnTo>
                    <a:pt x="1798211" y="3875161"/>
                  </a:lnTo>
                  <a:lnTo>
                    <a:pt x="1795373" y="3871561"/>
                  </a:lnTo>
                  <a:lnTo>
                    <a:pt x="1792288" y="3868531"/>
                  </a:lnTo>
                  <a:lnTo>
                    <a:pt x="1787902" y="3864598"/>
                  </a:lnTo>
                  <a:lnTo>
                    <a:pt x="1783591" y="3862052"/>
                  </a:lnTo>
                  <a:lnTo>
                    <a:pt x="1774561" y="3857120"/>
                  </a:lnTo>
                  <a:lnTo>
                    <a:pt x="1765284" y="3852759"/>
                  </a:lnTo>
                  <a:lnTo>
                    <a:pt x="1730960" y="3832797"/>
                  </a:lnTo>
                  <a:lnTo>
                    <a:pt x="1727950" y="3831153"/>
                  </a:lnTo>
                  <a:lnTo>
                    <a:pt x="1724209" y="3828854"/>
                  </a:lnTo>
                  <a:lnTo>
                    <a:pt x="1722500" y="3828113"/>
                  </a:lnTo>
                  <a:lnTo>
                    <a:pt x="1720629" y="3826963"/>
                  </a:lnTo>
                  <a:lnTo>
                    <a:pt x="1683951" y="3804626"/>
                  </a:lnTo>
                  <a:lnTo>
                    <a:pt x="1683220" y="3803971"/>
                  </a:lnTo>
                  <a:lnTo>
                    <a:pt x="1682242" y="3803885"/>
                  </a:lnTo>
                  <a:lnTo>
                    <a:pt x="1658087" y="3789348"/>
                  </a:lnTo>
                  <a:lnTo>
                    <a:pt x="1657356" y="3788693"/>
                  </a:lnTo>
                  <a:lnTo>
                    <a:pt x="1657033" y="3787876"/>
                  </a:lnTo>
                  <a:lnTo>
                    <a:pt x="1433797" y="3631500"/>
                  </a:lnTo>
                  <a:lnTo>
                    <a:pt x="1427131" y="3626578"/>
                  </a:lnTo>
                  <a:lnTo>
                    <a:pt x="1420466" y="3621657"/>
                  </a:lnTo>
                  <a:lnTo>
                    <a:pt x="1417543" y="3619036"/>
                  </a:lnTo>
                  <a:lnTo>
                    <a:pt x="1413801" y="3616736"/>
                  </a:lnTo>
                  <a:lnTo>
                    <a:pt x="1350150" y="3571533"/>
                  </a:lnTo>
                  <a:lnTo>
                    <a:pt x="1349580" y="3571286"/>
                  </a:lnTo>
                  <a:lnTo>
                    <a:pt x="1348441" y="3570792"/>
                  </a:lnTo>
                  <a:lnTo>
                    <a:pt x="1343807" y="3567429"/>
                  </a:lnTo>
                  <a:lnTo>
                    <a:pt x="1341776" y="3565871"/>
                  </a:lnTo>
                  <a:lnTo>
                    <a:pt x="1340475" y="3564968"/>
                  </a:lnTo>
                  <a:lnTo>
                    <a:pt x="1170045" y="3453829"/>
                  </a:lnTo>
                  <a:lnTo>
                    <a:pt x="1169476" y="3453582"/>
                  </a:lnTo>
                  <a:lnTo>
                    <a:pt x="1168336" y="3453088"/>
                  </a:lnTo>
                  <a:lnTo>
                    <a:pt x="1168175" y="3452679"/>
                  </a:lnTo>
                  <a:lnTo>
                    <a:pt x="1167122" y="3451207"/>
                  </a:lnTo>
                  <a:lnTo>
                    <a:pt x="1128325" y="3428291"/>
                  </a:lnTo>
                  <a:lnTo>
                    <a:pt x="1124745" y="3426400"/>
                  </a:lnTo>
                  <a:lnTo>
                    <a:pt x="1121327" y="3424917"/>
                  </a:lnTo>
                  <a:lnTo>
                    <a:pt x="1080252" y="3401013"/>
                  </a:lnTo>
                  <a:lnTo>
                    <a:pt x="1074479" y="3397155"/>
                  </a:lnTo>
                  <a:lnTo>
                    <a:pt x="1068868" y="3393706"/>
                  </a:lnTo>
                  <a:lnTo>
                    <a:pt x="1067729" y="3393212"/>
                  </a:lnTo>
                  <a:lnTo>
                    <a:pt x="1066998" y="3392557"/>
                  </a:lnTo>
                  <a:lnTo>
                    <a:pt x="842570" y="3285752"/>
                  </a:lnTo>
                  <a:lnTo>
                    <a:pt x="841183" y="3285827"/>
                  </a:lnTo>
                  <a:lnTo>
                    <a:pt x="840129" y="3284355"/>
                  </a:lnTo>
                  <a:lnTo>
                    <a:pt x="773311" y="3255039"/>
                  </a:lnTo>
                  <a:lnTo>
                    <a:pt x="770301" y="3253395"/>
                  </a:lnTo>
                  <a:lnTo>
                    <a:pt x="766313" y="3251666"/>
                  </a:lnTo>
                  <a:lnTo>
                    <a:pt x="762894" y="3250183"/>
                  </a:lnTo>
                  <a:lnTo>
                    <a:pt x="758906" y="3248453"/>
                  </a:lnTo>
                  <a:lnTo>
                    <a:pt x="755717" y="3247310"/>
                  </a:lnTo>
                  <a:lnTo>
                    <a:pt x="723643" y="3224009"/>
                  </a:lnTo>
                  <a:lnTo>
                    <a:pt x="718374" y="3221035"/>
                  </a:lnTo>
                  <a:lnTo>
                    <a:pt x="713983" y="3218062"/>
                  </a:lnTo>
                  <a:lnTo>
                    <a:pt x="643287" y="3172342"/>
                  </a:lnTo>
                  <a:lnTo>
                    <a:pt x="638018" y="3169369"/>
                  </a:lnTo>
                  <a:lnTo>
                    <a:pt x="634066" y="3166395"/>
                  </a:lnTo>
                  <a:lnTo>
                    <a:pt x="628357" y="3164165"/>
                  </a:lnTo>
                  <a:lnTo>
                    <a:pt x="623527" y="3161563"/>
                  </a:lnTo>
                  <a:lnTo>
                    <a:pt x="519460" y="3115472"/>
                  </a:lnTo>
                  <a:lnTo>
                    <a:pt x="508482" y="3111012"/>
                  </a:lnTo>
                  <a:lnTo>
                    <a:pt x="497944" y="3106923"/>
                  </a:lnTo>
                  <a:lnTo>
                    <a:pt x="487405" y="3102834"/>
                  </a:lnTo>
                  <a:lnTo>
                    <a:pt x="476867" y="3099117"/>
                  </a:lnTo>
                  <a:lnTo>
                    <a:pt x="331084" y="3063433"/>
                  </a:lnTo>
                  <a:lnTo>
                    <a:pt x="318350" y="3060460"/>
                  </a:lnTo>
                  <a:lnTo>
                    <a:pt x="305616" y="3058230"/>
                  </a:lnTo>
                  <a:lnTo>
                    <a:pt x="292882" y="3056000"/>
                  </a:lnTo>
                  <a:lnTo>
                    <a:pt x="279709" y="3054141"/>
                  </a:lnTo>
                  <a:lnTo>
                    <a:pt x="266975" y="3051539"/>
                  </a:lnTo>
                  <a:lnTo>
                    <a:pt x="254680" y="3050053"/>
                  </a:lnTo>
                  <a:lnTo>
                    <a:pt x="241507" y="3047450"/>
                  </a:lnTo>
                  <a:lnTo>
                    <a:pt x="229212" y="3045220"/>
                  </a:lnTo>
                  <a:lnTo>
                    <a:pt x="216039" y="3042619"/>
                  </a:lnTo>
                  <a:lnTo>
                    <a:pt x="203305" y="3041132"/>
                  </a:lnTo>
                  <a:lnTo>
                    <a:pt x="189693" y="3039645"/>
                  </a:lnTo>
                  <a:lnTo>
                    <a:pt x="175642" y="3038529"/>
                  </a:lnTo>
                  <a:lnTo>
                    <a:pt x="162029" y="3037415"/>
                  </a:lnTo>
                  <a:lnTo>
                    <a:pt x="147539" y="3036300"/>
                  </a:lnTo>
                  <a:lnTo>
                    <a:pt x="133488" y="3035185"/>
                  </a:lnTo>
                  <a:lnTo>
                    <a:pt x="119875" y="3033326"/>
                  </a:lnTo>
                  <a:lnTo>
                    <a:pt x="107580" y="3032211"/>
                  </a:lnTo>
                  <a:lnTo>
                    <a:pt x="93090" y="3031468"/>
                  </a:lnTo>
                  <a:lnTo>
                    <a:pt x="77721" y="3031468"/>
                  </a:lnTo>
                  <a:lnTo>
                    <a:pt x="61035" y="3031468"/>
                  </a:lnTo>
                  <a:lnTo>
                    <a:pt x="44350" y="3031468"/>
                  </a:lnTo>
                  <a:lnTo>
                    <a:pt x="28542" y="3032211"/>
                  </a:lnTo>
                  <a:lnTo>
                    <a:pt x="13612" y="3032583"/>
                  </a:lnTo>
                  <a:lnTo>
                    <a:pt x="0" y="3032583"/>
                  </a:lnTo>
                  <a:lnTo>
                    <a:pt x="0" y="3038158"/>
                  </a:lnTo>
                  <a:cubicBezTo>
                    <a:pt x="146" y="3038654"/>
                    <a:pt x="293" y="3039149"/>
                    <a:pt x="439" y="3039645"/>
                  </a:cubicBezTo>
                  <a:lnTo>
                    <a:pt x="1317" y="3039645"/>
                  </a:lnTo>
                  <a:lnTo>
                    <a:pt x="4830" y="3042619"/>
                  </a:lnTo>
                  <a:lnTo>
                    <a:pt x="5708" y="3043362"/>
                  </a:lnTo>
                  <a:lnTo>
                    <a:pt x="6148" y="3044105"/>
                  </a:lnTo>
                  <a:lnTo>
                    <a:pt x="7465" y="3045220"/>
                  </a:lnTo>
                  <a:lnTo>
                    <a:pt x="9221" y="3046336"/>
                  </a:lnTo>
                  <a:lnTo>
                    <a:pt x="38202" y="3070124"/>
                  </a:lnTo>
                  <a:lnTo>
                    <a:pt x="39958" y="3071983"/>
                  </a:lnTo>
                  <a:lnTo>
                    <a:pt x="42154" y="3073841"/>
                  </a:lnTo>
                  <a:lnTo>
                    <a:pt x="45228" y="3076072"/>
                  </a:lnTo>
                  <a:lnTo>
                    <a:pt x="45667" y="3076815"/>
                  </a:lnTo>
                  <a:lnTo>
                    <a:pt x="46545" y="3077187"/>
                  </a:lnTo>
                  <a:lnTo>
                    <a:pt x="57963" y="3087966"/>
                  </a:lnTo>
                  <a:lnTo>
                    <a:pt x="61035" y="3090196"/>
                  </a:lnTo>
                  <a:lnTo>
                    <a:pt x="61852" y="3091003"/>
                  </a:lnTo>
                  <a:lnTo>
                    <a:pt x="61843" y="3091341"/>
                  </a:lnTo>
                  <a:lnTo>
                    <a:pt x="62811" y="3093792"/>
                  </a:lnTo>
                  <a:lnTo>
                    <a:pt x="66864" y="3099272"/>
                  </a:lnTo>
                  <a:lnTo>
                    <a:pt x="72712" y="3104516"/>
                  </a:lnTo>
                  <a:lnTo>
                    <a:pt x="120189" y="3156581"/>
                  </a:lnTo>
                  <a:lnTo>
                    <a:pt x="123437" y="3160019"/>
                  </a:lnTo>
                  <a:lnTo>
                    <a:pt x="125307" y="3161169"/>
                  </a:lnTo>
                  <a:lnTo>
                    <a:pt x="127338" y="3162727"/>
                  </a:lnTo>
                  <a:lnTo>
                    <a:pt x="130586" y="3166166"/>
                  </a:lnTo>
                  <a:lnTo>
                    <a:pt x="134800" y="3172054"/>
                  </a:lnTo>
                  <a:lnTo>
                    <a:pt x="139015" y="3177943"/>
                  </a:lnTo>
                  <a:lnTo>
                    <a:pt x="185040" y="3226332"/>
                  </a:lnTo>
                  <a:lnTo>
                    <a:pt x="185933" y="3227396"/>
                  </a:lnTo>
                  <a:lnTo>
                    <a:pt x="186502" y="3227643"/>
                  </a:lnTo>
                  <a:lnTo>
                    <a:pt x="189824" y="3232468"/>
                  </a:lnTo>
                  <a:lnTo>
                    <a:pt x="190631" y="3234510"/>
                  </a:lnTo>
                  <a:lnTo>
                    <a:pt x="192824" y="3236477"/>
                  </a:lnTo>
                  <a:lnTo>
                    <a:pt x="196888" y="3239593"/>
                  </a:lnTo>
                  <a:lnTo>
                    <a:pt x="235033" y="3281179"/>
                  </a:lnTo>
                  <a:lnTo>
                    <a:pt x="245020" y="3290925"/>
                  </a:lnTo>
                  <a:lnTo>
                    <a:pt x="254352" y="3301403"/>
                  </a:lnTo>
                  <a:lnTo>
                    <a:pt x="264006" y="3312697"/>
                  </a:lnTo>
                  <a:lnTo>
                    <a:pt x="273748" y="3323013"/>
                  </a:lnTo>
                  <a:lnTo>
                    <a:pt x="331373" y="3385231"/>
                  </a:lnTo>
                  <a:lnTo>
                    <a:pt x="335749" y="3391529"/>
                  </a:lnTo>
                  <a:lnTo>
                    <a:pt x="341512" y="3397751"/>
                  </a:lnTo>
                  <a:lnTo>
                    <a:pt x="363755" y="3420596"/>
                  </a:lnTo>
                  <a:lnTo>
                    <a:pt x="365948" y="3422562"/>
                  </a:lnTo>
                  <a:lnTo>
                    <a:pt x="368464" y="3425346"/>
                  </a:lnTo>
                  <a:lnTo>
                    <a:pt x="370980" y="3428129"/>
                  </a:lnTo>
                  <a:lnTo>
                    <a:pt x="374141" y="3432546"/>
                  </a:lnTo>
                  <a:lnTo>
                    <a:pt x="447194" y="3509916"/>
                  </a:lnTo>
                  <a:lnTo>
                    <a:pt x="447678" y="3511141"/>
                  </a:lnTo>
                  <a:lnTo>
                    <a:pt x="448410" y="3511796"/>
                  </a:lnTo>
                  <a:lnTo>
                    <a:pt x="511382" y="3582035"/>
                  </a:lnTo>
                  <a:lnTo>
                    <a:pt x="537024" y="3619498"/>
                  </a:lnTo>
                  <a:lnTo>
                    <a:pt x="537463" y="3620242"/>
                  </a:lnTo>
                  <a:lnTo>
                    <a:pt x="537463" y="3620614"/>
                  </a:lnTo>
                  <a:lnTo>
                    <a:pt x="614001" y="3700122"/>
                  </a:lnTo>
                  <a:lnTo>
                    <a:pt x="615250" y="3700128"/>
                  </a:lnTo>
                  <a:lnTo>
                    <a:pt x="665466" y="3758901"/>
                  </a:lnTo>
                  <a:lnTo>
                    <a:pt x="667573" y="3761845"/>
                  </a:lnTo>
                  <a:lnTo>
                    <a:pt x="669594" y="3765768"/>
                  </a:lnTo>
                  <a:lnTo>
                    <a:pt x="673002" y="3769615"/>
                  </a:lnTo>
                  <a:lnTo>
                    <a:pt x="674949" y="3772151"/>
                  </a:lnTo>
                  <a:lnTo>
                    <a:pt x="676734" y="3774278"/>
                  </a:lnTo>
                  <a:lnTo>
                    <a:pt x="680066" y="3776739"/>
                  </a:lnTo>
                  <a:lnTo>
                    <a:pt x="684281" y="3782629"/>
                  </a:lnTo>
                  <a:lnTo>
                    <a:pt x="688818" y="3789335"/>
                  </a:lnTo>
                  <a:lnTo>
                    <a:pt x="693033" y="3795223"/>
                  </a:lnTo>
                  <a:lnTo>
                    <a:pt x="698064" y="3800790"/>
                  </a:lnTo>
                  <a:lnTo>
                    <a:pt x="703504" y="3806195"/>
                  </a:lnTo>
                  <a:lnTo>
                    <a:pt x="708698" y="3812170"/>
                  </a:lnTo>
                  <a:lnTo>
                    <a:pt x="713804" y="3819122"/>
                  </a:lnTo>
                  <a:lnTo>
                    <a:pt x="719482" y="3826323"/>
                  </a:lnTo>
                  <a:lnTo>
                    <a:pt x="724180" y="3833437"/>
                  </a:lnTo>
                  <a:lnTo>
                    <a:pt x="729696" y="3840229"/>
                  </a:lnTo>
                  <a:lnTo>
                    <a:pt x="734641" y="3846773"/>
                  </a:lnTo>
                  <a:lnTo>
                    <a:pt x="739350" y="3851523"/>
                  </a:lnTo>
                  <a:lnTo>
                    <a:pt x="762143" y="3879345"/>
                  </a:lnTo>
                  <a:lnTo>
                    <a:pt x="767497" y="3885728"/>
                  </a:lnTo>
                  <a:lnTo>
                    <a:pt x="770980" y="3890961"/>
                  </a:lnTo>
                  <a:lnTo>
                    <a:pt x="774788" y="3897011"/>
                  </a:lnTo>
                  <a:lnTo>
                    <a:pt x="780872" y="3904050"/>
                  </a:lnTo>
                  <a:lnTo>
                    <a:pt x="787688" y="3911744"/>
                  </a:lnTo>
                  <a:lnTo>
                    <a:pt x="790689" y="3915752"/>
                  </a:lnTo>
                  <a:lnTo>
                    <a:pt x="792464" y="3920245"/>
                  </a:lnTo>
                  <a:lnTo>
                    <a:pt x="797968" y="3929401"/>
                  </a:lnTo>
                  <a:lnTo>
                    <a:pt x="802022" y="3934882"/>
                  </a:lnTo>
                  <a:lnTo>
                    <a:pt x="805515" y="3937750"/>
                  </a:lnTo>
                  <a:lnTo>
                    <a:pt x="807139" y="3939470"/>
                  </a:lnTo>
                  <a:lnTo>
                    <a:pt x="809654" y="3942254"/>
                  </a:lnTo>
                  <a:lnTo>
                    <a:pt x="812171" y="3945037"/>
                  </a:lnTo>
                  <a:lnTo>
                    <a:pt x="815493" y="3949862"/>
                  </a:lnTo>
                  <a:lnTo>
                    <a:pt x="833244" y="3974482"/>
                  </a:lnTo>
                  <a:lnTo>
                    <a:pt x="837943" y="3981596"/>
                  </a:lnTo>
                  <a:lnTo>
                    <a:pt x="840932" y="3987969"/>
                  </a:lnTo>
                  <a:lnTo>
                    <a:pt x="844739" y="3994019"/>
                  </a:lnTo>
                  <a:lnTo>
                    <a:pt x="850254" y="4000811"/>
                  </a:lnTo>
                  <a:lnTo>
                    <a:pt x="855049" y="4004582"/>
                  </a:lnTo>
                  <a:lnTo>
                    <a:pt x="855619" y="4004830"/>
                  </a:lnTo>
                  <a:lnTo>
                    <a:pt x="857242" y="4006549"/>
                  </a:lnTo>
                  <a:lnTo>
                    <a:pt x="860231" y="4012922"/>
                  </a:lnTo>
                  <a:lnTo>
                    <a:pt x="868253" y="4024861"/>
                  </a:lnTo>
                  <a:lnTo>
                    <a:pt x="874661" y="4032716"/>
                  </a:lnTo>
                  <a:lnTo>
                    <a:pt x="877499" y="4036316"/>
                  </a:lnTo>
                  <a:lnTo>
                    <a:pt x="880338" y="4039916"/>
                  </a:lnTo>
                  <a:lnTo>
                    <a:pt x="883338" y="4043925"/>
                  </a:lnTo>
                  <a:lnTo>
                    <a:pt x="886004" y="4049481"/>
                  </a:lnTo>
                  <a:lnTo>
                    <a:pt x="888994" y="4055855"/>
                  </a:lnTo>
                  <a:lnTo>
                    <a:pt x="891832" y="4059455"/>
                  </a:lnTo>
                  <a:lnTo>
                    <a:pt x="893940" y="4062398"/>
                  </a:lnTo>
                  <a:lnTo>
                    <a:pt x="895241" y="4063301"/>
                  </a:lnTo>
                  <a:lnTo>
                    <a:pt x="898895" y="4066579"/>
                  </a:lnTo>
                  <a:lnTo>
                    <a:pt x="904819" y="4073209"/>
                  </a:lnTo>
                  <a:lnTo>
                    <a:pt x="921829" y="4099538"/>
                  </a:lnTo>
                  <a:lnTo>
                    <a:pt x="926044" y="4105427"/>
                  </a:lnTo>
                  <a:lnTo>
                    <a:pt x="930173" y="4112295"/>
                  </a:lnTo>
                  <a:lnTo>
                    <a:pt x="934786" y="4120387"/>
                  </a:lnTo>
                  <a:lnTo>
                    <a:pt x="938346" y="4127007"/>
                  </a:lnTo>
                  <a:lnTo>
                    <a:pt x="943452" y="4133959"/>
                  </a:lnTo>
                  <a:lnTo>
                    <a:pt x="947592" y="4138462"/>
                  </a:lnTo>
                  <a:lnTo>
                    <a:pt x="951322" y="4143126"/>
                  </a:lnTo>
                  <a:lnTo>
                    <a:pt x="955128" y="4149177"/>
                  </a:lnTo>
                  <a:lnTo>
                    <a:pt x="959903" y="4157677"/>
                  </a:lnTo>
                  <a:lnTo>
                    <a:pt x="962484" y="4164212"/>
                  </a:lnTo>
                  <a:lnTo>
                    <a:pt x="964022" y="4166908"/>
                  </a:lnTo>
                  <a:lnTo>
                    <a:pt x="966129" y="4169853"/>
                  </a:lnTo>
                  <a:lnTo>
                    <a:pt x="968806" y="4173045"/>
                  </a:lnTo>
                  <a:lnTo>
                    <a:pt x="972376" y="4177300"/>
                  </a:lnTo>
                  <a:lnTo>
                    <a:pt x="975945" y="4181556"/>
                  </a:lnTo>
                  <a:lnTo>
                    <a:pt x="979268" y="4186381"/>
                  </a:lnTo>
                  <a:lnTo>
                    <a:pt x="982096" y="4192346"/>
                  </a:lnTo>
                  <a:lnTo>
                    <a:pt x="984849" y="4196924"/>
                  </a:lnTo>
                  <a:lnTo>
                    <a:pt x="987677" y="4202888"/>
                  </a:lnTo>
                  <a:lnTo>
                    <a:pt x="990999" y="4207714"/>
                  </a:lnTo>
                  <a:lnTo>
                    <a:pt x="994483" y="4212947"/>
                  </a:lnTo>
                  <a:lnTo>
                    <a:pt x="998375" y="4218020"/>
                  </a:lnTo>
                  <a:lnTo>
                    <a:pt x="1004536" y="4226444"/>
                  </a:lnTo>
                  <a:lnTo>
                    <a:pt x="1010848" y="4237643"/>
                  </a:lnTo>
                  <a:lnTo>
                    <a:pt x="1016998" y="4248433"/>
                  </a:lnTo>
                  <a:lnTo>
                    <a:pt x="1023320" y="4257266"/>
                  </a:lnTo>
                  <a:lnTo>
                    <a:pt x="1029890" y="4265530"/>
                  </a:lnTo>
                  <a:lnTo>
                    <a:pt x="1034911" y="4273461"/>
                  </a:lnTo>
                  <a:lnTo>
                    <a:pt x="1038878" y="4279920"/>
                  </a:lnTo>
                  <a:lnTo>
                    <a:pt x="1042191" y="4287110"/>
                  </a:lnTo>
                  <a:lnTo>
                    <a:pt x="1045589" y="4293321"/>
                  </a:lnTo>
                  <a:lnTo>
                    <a:pt x="1048664" y="4298716"/>
                  </a:lnTo>
                  <a:lnTo>
                    <a:pt x="1052470" y="4304766"/>
                  </a:lnTo>
                  <a:lnTo>
                    <a:pt x="1057824" y="4311149"/>
                  </a:lnTo>
                  <a:lnTo>
                    <a:pt x="1062039" y="4317039"/>
                  </a:lnTo>
                  <a:lnTo>
                    <a:pt x="1066007" y="4323498"/>
                  </a:lnTo>
                  <a:lnTo>
                    <a:pt x="1069320" y="4330688"/>
                  </a:lnTo>
                  <a:lnTo>
                    <a:pt x="1073201" y="4338125"/>
                  </a:lnTo>
                  <a:lnTo>
                    <a:pt x="1076674" y="4345722"/>
                  </a:lnTo>
                  <a:lnTo>
                    <a:pt x="1080718" y="4353568"/>
                  </a:lnTo>
                  <a:lnTo>
                    <a:pt x="1084278" y="4360187"/>
                  </a:lnTo>
                  <a:lnTo>
                    <a:pt x="1089223" y="4366732"/>
                  </a:lnTo>
                  <a:lnTo>
                    <a:pt x="1094653" y="4374501"/>
                  </a:lnTo>
                  <a:lnTo>
                    <a:pt x="1098943" y="4381777"/>
                  </a:lnTo>
                  <a:lnTo>
                    <a:pt x="1102417" y="4389375"/>
                  </a:lnTo>
                  <a:lnTo>
                    <a:pt x="1105159" y="4396318"/>
                  </a:lnTo>
                  <a:lnTo>
                    <a:pt x="1111128" y="4411429"/>
                  </a:lnTo>
                  <a:lnTo>
                    <a:pt x="1120106" y="4428183"/>
                  </a:lnTo>
                  <a:lnTo>
                    <a:pt x="1124311" y="4436436"/>
                  </a:lnTo>
                  <a:lnTo>
                    <a:pt x="1129418" y="4443389"/>
                  </a:lnTo>
                  <a:lnTo>
                    <a:pt x="1133956" y="4450095"/>
                  </a:lnTo>
                  <a:lnTo>
                    <a:pt x="1137440" y="4455329"/>
                  </a:lnTo>
                  <a:lnTo>
                    <a:pt x="1143665" y="4467506"/>
                  </a:lnTo>
                  <a:lnTo>
                    <a:pt x="1148913" y="4479596"/>
                  </a:lnTo>
                  <a:lnTo>
                    <a:pt x="1154484" y="4492503"/>
                  </a:lnTo>
                  <a:lnTo>
                    <a:pt x="1159485" y="4505164"/>
                  </a:lnTo>
                  <a:lnTo>
                    <a:pt x="1164239" y="4518394"/>
                  </a:lnTo>
                  <a:lnTo>
                    <a:pt x="1169810" y="4531301"/>
                  </a:lnTo>
                  <a:lnTo>
                    <a:pt x="1175467" y="4543230"/>
                  </a:lnTo>
                  <a:lnTo>
                    <a:pt x="1181531" y="4554998"/>
                  </a:lnTo>
                  <a:lnTo>
                    <a:pt x="1185650" y="4564230"/>
                  </a:lnTo>
                  <a:lnTo>
                    <a:pt x="1189124" y="4571828"/>
                  </a:lnTo>
                  <a:lnTo>
                    <a:pt x="1192189" y="4579588"/>
                  </a:lnTo>
                  <a:lnTo>
                    <a:pt x="1195899" y="4588981"/>
                  </a:lnTo>
                  <a:lnTo>
                    <a:pt x="1198158" y="4594699"/>
                  </a:lnTo>
                  <a:lnTo>
                    <a:pt x="1200749" y="4598868"/>
                  </a:lnTo>
                  <a:lnTo>
                    <a:pt x="1203265" y="4601651"/>
                  </a:lnTo>
                  <a:lnTo>
                    <a:pt x="1204803" y="4604348"/>
                  </a:lnTo>
                  <a:lnTo>
                    <a:pt x="1206673" y="4605499"/>
                  </a:lnTo>
                  <a:lnTo>
                    <a:pt x="1207888" y="4607379"/>
                  </a:lnTo>
                  <a:lnTo>
                    <a:pt x="1209995" y="4610324"/>
                  </a:lnTo>
                  <a:lnTo>
                    <a:pt x="1211608" y="4614407"/>
                  </a:lnTo>
                  <a:lnTo>
                    <a:pt x="1269684" y="4761430"/>
                  </a:lnTo>
                  <a:lnTo>
                    <a:pt x="1271449" y="4768287"/>
                  </a:lnTo>
                  <a:lnTo>
                    <a:pt x="1272150" y="4776036"/>
                  </a:lnTo>
                  <a:lnTo>
                    <a:pt x="1273011" y="4784194"/>
                  </a:lnTo>
                  <a:lnTo>
                    <a:pt x="1274282" y="4792191"/>
                  </a:lnTo>
                  <a:lnTo>
                    <a:pt x="1276121" y="4800434"/>
                  </a:lnTo>
                  <a:lnTo>
                    <a:pt x="1278778" y="4808354"/>
                  </a:lnTo>
                  <a:lnTo>
                    <a:pt x="1281273" y="4815867"/>
                  </a:lnTo>
                  <a:lnTo>
                    <a:pt x="1283038" y="4822724"/>
                  </a:lnTo>
                  <a:lnTo>
                    <a:pt x="1287697" y="4839297"/>
                  </a:lnTo>
                  <a:lnTo>
                    <a:pt x="1290408" y="4853333"/>
                  </a:lnTo>
                  <a:lnTo>
                    <a:pt x="1291764" y="4860352"/>
                  </a:lnTo>
                  <a:lnTo>
                    <a:pt x="1293937" y="4867047"/>
                  </a:lnTo>
                  <a:lnTo>
                    <a:pt x="1295938" y="4875700"/>
                  </a:lnTo>
                  <a:lnTo>
                    <a:pt x="1299401" y="4885662"/>
                  </a:lnTo>
                  <a:lnTo>
                    <a:pt x="1301166" y="4892519"/>
                  </a:lnTo>
                  <a:lnTo>
                    <a:pt x="1303339" y="4899215"/>
                  </a:lnTo>
                  <a:lnTo>
                    <a:pt x="1304285" y="4906394"/>
                  </a:lnTo>
                  <a:lnTo>
                    <a:pt x="1305642" y="4913413"/>
                  </a:lnTo>
                  <a:lnTo>
                    <a:pt x="1306751" y="4921001"/>
                  </a:lnTo>
                  <a:lnTo>
                    <a:pt x="1308021" y="4928997"/>
                  </a:lnTo>
                  <a:lnTo>
                    <a:pt x="1309861" y="4937240"/>
                  </a:lnTo>
                  <a:lnTo>
                    <a:pt x="1312024" y="4946301"/>
                  </a:lnTo>
                  <a:lnTo>
                    <a:pt x="1313863" y="4954545"/>
                  </a:lnTo>
                  <a:lnTo>
                    <a:pt x="1314489" y="4960907"/>
                  </a:lnTo>
                  <a:lnTo>
                    <a:pt x="1314952" y="4966861"/>
                  </a:lnTo>
                  <a:lnTo>
                    <a:pt x="1315491" y="4974202"/>
                  </a:lnTo>
                  <a:lnTo>
                    <a:pt x="1317579" y="4981876"/>
                  </a:lnTo>
                  <a:lnTo>
                    <a:pt x="1319504" y="4989142"/>
                  </a:lnTo>
                  <a:lnTo>
                    <a:pt x="1321676" y="4995837"/>
                  </a:lnTo>
                  <a:lnTo>
                    <a:pt x="1324086" y="5004328"/>
                  </a:lnTo>
                  <a:lnTo>
                    <a:pt x="1325614" y="5009390"/>
                  </a:lnTo>
                  <a:lnTo>
                    <a:pt x="1325679" y="5013141"/>
                  </a:lnTo>
                  <a:lnTo>
                    <a:pt x="1326400" y="5016161"/>
                  </a:lnTo>
                  <a:lnTo>
                    <a:pt x="1326142" y="5019096"/>
                  </a:lnTo>
                  <a:lnTo>
                    <a:pt x="1326047" y="5022439"/>
                  </a:lnTo>
                  <a:lnTo>
                    <a:pt x="1325790" y="5025372"/>
                  </a:lnTo>
                  <a:lnTo>
                    <a:pt x="1326995" y="5029618"/>
                  </a:lnTo>
                  <a:lnTo>
                    <a:pt x="1327543" y="5034594"/>
                  </a:lnTo>
                  <a:lnTo>
                    <a:pt x="1330523" y="5043331"/>
                  </a:lnTo>
                  <a:lnTo>
                    <a:pt x="1331234" y="5048717"/>
                  </a:lnTo>
                  <a:lnTo>
                    <a:pt x="1332429" y="5055326"/>
                  </a:lnTo>
                  <a:lnTo>
                    <a:pt x="1332559" y="5062829"/>
                  </a:lnTo>
                  <a:lnTo>
                    <a:pt x="1332615" y="5068944"/>
                  </a:lnTo>
                  <a:lnTo>
                    <a:pt x="1333088" y="5072534"/>
                  </a:lnTo>
                  <a:lnTo>
                    <a:pt x="1333648" y="5075146"/>
                  </a:lnTo>
                  <a:lnTo>
                    <a:pt x="1334207" y="5077757"/>
                  </a:lnTo>
                  <a:lnTo>
                    <a:pt x="1336305" y="5083067"/>
                  </a:lnTo>
                  <a:lnTo>
                    <a:pt x="1338468" y="5092127"/>
                  </a:lnTo>
                  <a:lnTo>
                    <a:pt x="1339737" y="5100124"/>
                  </a:lnTo>
                  <a:lnTo>
                    <a:pt x="1339062" y="5105584"/>
                  </a:lnTo>
                  <a:lnTo>
                    <a:pt x="1338643" y="5108109"/>
                  </a:lnTo>
                  <a:lnTo>
                    <a:pt x="1338386" y="5111044"/>
                  </a:lnTo>
                  <a:lnTo>
                    <a:pt x="1338451" y="5114795"/>
                  </a:lnTo>
                  <a:lnTo>
                    <a:pt x="1339656" y="5119040"/>
                  </a:lnTo>
                  <a:lnTo>
                    <a:pt x="1342474" y="5127370"/>
                  </a:lnTo>
                  <a:lnTo>
                    <a:pt x="1344636" y="5136430"/>
                  </a:lnTo>
                  <a:lnTo>
                    <a:pt x="1344768" y="5143932"/>
                  </a:lnTo>
                  <a:lnTo>
                    <a:pt x="1344500" y="5149231"/>
                  </a:lnTo>
                  <a:lnTo>
                    <a:pt x="1344933" y="5162280"/>
                  </a:lnTo>
                  <a:lnTo>
                    <a:pt x="1346581" y="5177208"/>
                  </a:lnTo>
                  <a:lnTo>
                    <a:pt x="1347659" y="5191891"/>
                  </a:lnTo>
                  <a:lnTo>
                    <a:pt x="1347856" y="5203144"/>
                  </a:lnTo>
                  <a:lnTo>
                    <a:pt x="1347826" y="5210238"/>
                  </a:lnTo>
                  <a:lnTo>
                    <a:pt x="1348450" y="5216600"/>
                  </a:lnTo>
                  <a:lnTo>
                    <a:pt x="1349076" y="5222964"/>
                  </a:lnTo>
                  <a:lnTo>
                    <a:pt x="1349614" y="5230304"/>
                  </a:lnTo>
                  <a:lnTo>
                    <a:pt x="1348639" y="5419066"/>
                  </a:lnTo>
                  <a:lnTo>
                    <a:pt x="1346666" y="5441562"/>
                  </a:lnTo>
                  <a:lnTo>
                    <a:pt x="1345102" y="5463898"/>
                  </a:lnTo>
                  <a:lnTo>
                    <a:pt x="1344109" y="5486480"/>
                  </a:lnTo>
                  <a:lnTo>
                    <a:pt x="1341566" y="5508730"/>
                  </a:lnTo>
                  <a:lnTo>
                    <a:pt x="1338005" y="5540352"/>
                  </a:lnTo>
                  <a:lnTo>
                    <a:pt x="1338167" y="5540760"/>
                  </a:lnTo>
                  <a:lnTo>
                    <a:pt x="1338081" y="5541739"/>
                  </a:lnTo>
                  <a:lnTo>
                    <a:pt x="1320536" y="5658673"/>
                  </a:lnTo>
                  <a:lnTo>
                    <a:pt x="1319623" y="5662338"/>
                  </a:lnTo>
                  <a:lnTo>
                    <a:pt x="1319613" y="5664703"/>
                  </a:lnTo>
                  <a:lnTo>
                    <a:pt x="1318957" y="5665434"/>
                  </a:lnTo>
                  <a:lnTo>
                    <a:pt x="1319033" y="5666820"/>
                  </a:lnTo>
                  <a:lnTo>
                    <a:pt x="1318540" y="5667960"/>
                  </a:lnTo>
                  <a:lnTo>
                    <a:pt x="1318453" y="5668939"/>
                  </a:lnTo>
                  <a:lnTo>
                    <a:pt x="1267098" y="5892708"/>
                  </a:lnTo>
                  <a:lnTo>
                    <a:pt x="1267088" y="5895073"/>
                  </a:lnTo>
                  <a:lnTo>
                    <a:pt x="1265767" y="5898900"/>
                  </a:lnTo>
                  <a:lnTo>
                    <a:pt x="1249937" y="5958029"/>
                  </a:lnTo>
                  <a:lnTo>
                    <a:pt x="1248854" y="5963651"/>
                  </a:lnTo>
                  <a:lnTo>
                    <a:pt x="1247361" y="5969434"/>
                  </a:lnTo>
                  <a:lnTo>
                    <a:pt x="1245717" y="5972444"/>
                  </a:lnTo>
                  <a:lnTo>
                    <a:pt x="1245299" y="5974970"/>
                  </a:lnTo>
                  <a:lnTo>
                    <a:pt x="1245052" y="5975540"/>
                  </a:lnTo>
                  <a:lnTo>
                    <a:pt x="1244558" y="5976679"/>
                  </a:lnTo>
                  <a:lnTo>
                    <a:pt x="1244310" y="5977249"/>
                  </a:lnTo>
                  <a:lnTo>
                    <a:pt x="1243816" y="5978388"/>
                  </a:lnTo>
                  <a:lnTo>
                    <a:pt x="1243730" y="5979366"/>
                  </a:lnTo>
                  <a:lnTo>
                    <a:pt x="1243483" y="5979936"/>
                  </a:lnTo>
                  <a:lnTo>
                    <a:pt x="1132602" y="6280098"/>
                  </a:lnTo>
                  <a:lnTo>
                    <a:pt x="1132355" y="6280667"/>
                  </a:lnTo>
                  <a:lnTo>
                    <a:pt x="1131451" y="6281968"/>
                  </a:lnTo>
                  <a:lnTo>
                    <a:pt x="1131204" y="6282538"/>
                  </a:lnTo>
                  <a:lnTo>
                    <a:pt x="1130710" y="6283677"/>
                  </a:lnTo>
                  <a:lnTo>
                    <a:pt x="1129056" y="6289051"/>
                  </a:lnTo>
                  <a:lnTo>
                    <a:pt x="1126424" y="6294340"/>
                  </a:lnTo>
                  <a:lnTo>
                    <a:pt x="1125103" y="6298167"/>
                  </a:lnTo>
                  <a:lnTo>
                    <a:pt x="1123213" y="6301747"/>
                  </a:lnTo>
                  <a:lnTo>
                    <a:pt x="1117273" y="6317785"/>
                  </a:lnTo>
                  <a:lnTo>
                    <a:pt x="1116617" y="6318516"/>
                  </a:lnTo>
                  <a:lnTo>
                    <a:pt x="1116532" y="6319494"/>
                  </a:lnTo>
                  <a:lnTo>
                    <a:pt x="1114641" y="6323074"/>
                  </a:lnTo>
                  <a:lnTo>
                    <a:pt x="1113405" y="6325922"/>
                  </a:lnTo>
                  <a:lnTo>
                    <a:pt x="1112578" y="6328610"/>
                  </a:lnTo>
                  <a:lnTo>
                    <a:pt x="1095948" y="6365394"/>
                  </a:lnTo>
                  <a:lnTo>
                    <a:pt x="1094799" y="6367265"/>
                  </a:lnTo>
                  <a:lnTo>
                    <a:pt x="1094058" y="6368974"/>
                  </a:lnTo>
                  <a:lnTo>
                    <a:pt x="1093972" y="6369952"/>
                  </a:lnTo>
                  <a:lnTo>
                    <a:pt x="1093478" y="6371091"/>
                  </a:lnTo>
                  <a:lnTo>
                    <a:pt x="1091501" y="6375649"/>
                  </a:lnTo>
                  <a:lnTo>
                    <a:pt x="1090684" y="6375971"/>
                  </a:lnTo>
                  <a:lnTo>
                    <a:pt x="1090922" y="6377767"/>
                  </a:lnTo>
                  <a:lnTo>
                    <a:pt x="1093341" y="6383892"/>
                  </a:lnTo>
                  <a:lnTo>
                    <a:pt x="1106001" y="6378891"/>
                  </a:lnTo>
                  <a:lnTo>
                    <a:pt x="1120049" y="6373815"/>
                  </a:lnTo>
                  <a:close/>
                </a:path>
              </a:pathLst>
            </a:custGeom>
            <a:solidFill>
              <a:srgbClr val="0296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68127" y="3144796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</a:t>
              </a:r>
              <a:endPara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</a:t>
              </a:r>
              <a:endPara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</a:p>
          </p:txBody>
        </p:sp>
      </p:grpSp>
      <p:cxnSp>
        <p:nvCxnSpPr>
          <p:cNvPr id="6" name="直接箭头连接符 5"/>
          <p:cNvCxnSpPr/>
          <p:nvPr/>
        </p:nvCxnSpPr>
        <p:spPr>
          <a:xfrm>
            <a:off x="6012879" y="1318602"/>
            <a:ext cx="2172116" cy="2361300"/>
          </a:xfrm>
          <a:prstGeom prst="straightConnector1">
            <a:avLst/>
          </a:prstGeom>
          <a:ln w="4127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6115276" y="3962401"/>
            <a:ext cx="1363475" cy="1836233"/>
          </a:xfrm>
          <a:prstGeom prst="straightConnector1">
            <a:avLst/>
          </a:prstGeom>
          <a:ln w="4127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416169" y="1560780"/>
            <a:ext cx="1949340" cy="2119121"/>
          </a:xfrm>
          <a:prstGeom prst="straightConnector1">
            <a:avLst/>
          </a:prstGeom>
          <a:ln w="4127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144162" y="3962401"/>
            <a:ext cx="1363475" cy="1836233"/>
          </a:xfrm>
          <a:prstGeom prst="straightConnector1">
            <a:avLst/>
          </a:prstGeom>
          <a:ln w="4127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4386146" y="1442224"/>
            <a:ext cx="2123880" cy="826961"/>
            <a:chOff x="4386146" y="1442224"/>
            <a:chExt cx="2123880" cy="826961"/>
          </a:xfrm>
        </p:grpSpPr>
        <p:cxnSp>
          <p:nvCxnSpPr>
            <p:cNvPr id="17" name="直接箭头连接符 16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5196468" y="2317835"/>
            <a:ext cx="2123880" cy="826961"/>
            <a:chOff x="4386146" y="1442224"/>
            <a:chExt cx="2123880" cy="826961"/>
          </a:xfrm>
        </p:grpSpPr>
        <p:cxnSp>
          <p:nvCxnSpPr>
            <p:cNvPr id="33" name="直接箭头连接符 32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 flipH="1">
            <a:off x="6859557" y="1702928"/>
            <a:ext cx="2123880" cy="826961"/>
            <a:chOff x="4386146" y="1442224"/>
            <a:chExt cx="2123880" cy="826961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 flipH="1">
            <a:off x="7065413" y="4116942"/>
            <a:ext cx="2123880" cy="826961"/>
            <a:chOff x="4386146" y="1442224"/>
            <a:chExt cx="2123880" cy="826961"/>
          </a:xfrm>
        </p:grpSpPr>
        <p:cxnSp>
          <p:nvCxnSpPr>
            <p:cNvPr id="45" name="直接箭头连接符 44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 flipH="1">
            <a:off x="6398485" y="5066699"/>
            <a:ext cx="2123880" cy="826961"/>
            <a:chOff x="4386146" y="1442224"/>
            <a:chExt cx="2123880" cy="826961"/>
          </a:xfrm>
        </p:grpSpPr>
        <p:cxnSp>
          <p:nvCxnSpPr>
            <p:cNvPr id="51" name="直接箭头连接符 50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 flipH="1">
            <a:off x="4108847" y="4068126"/>
            <a:ext cx="2123880" cy="826961"/>
            <a:chOff x="4386146" y="1442224"/>
            <a:chExt cx="2123880" cy="826961"/>
          </a:xfrm>
        </p:grpSpPr>
        <p:cxnSp>
          <p:nvCxnSpPr>
            <p:cNvPr id="57" name="直接箭头连接符 56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组合 61"/>
          <p:cNvGrpSpPr/>
          <p:nvPr/>
        </p:nvGrpSpPr>
        <p:grpSpPr>
          <a:xfrm flipH="1">
            <a:off x="3529261" y="4971673"/>
            <a:ext cx="2123880" cy="826961"/>
            <a:chOff x="4386146" y="1442224"/>
            <a:chExt cx="2123880" cy="826961"/>
          </a:xfrm>
        </p:grpSpPr>
        <p:cxnSp>
          <p:nvCxnSpPr>
            <p:cNvPr id="63" name="直接箭头连接符 62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/>
          <p:cNvGrpSpPr/>
          <p:nvPr/>
        </p:nvGrpSpPr>
        <p:grpSpPr>
          <a:xfrm>
            <a:off x="1634752" y="4420145"/>
            <a:ext cx="2123880" cy="826961"/>
            <a:chOff x="4386146" y="1442224"/>
            <a:chExt cx="2123880" cy="826961"/>
          </a:xfrm>
        </p:grpSpPr>
        <p:cxnSp>
          <p:nvCxnSpPr>
            <p:cNvPr id="69" name="直接箭头连接符 68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1889033" y="1762205"/>
            <a:ext cx="2123880" cy="826961"/>
            <a:chOff x="4386146" y="1442224"/>
            <a:chExt cx="2123880" cy="826961"/>
          </a:xfrm>
        </p:grpSpPr>
        <p:cxnSp>
          <p:nvCxnSpPr>
            <p:cNvPr id="75" name="直接箭头连接符 74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2564490" y="2532320"/>
            <a:ext cx="2123880" cy="826961"/>
            <a:chOff x="4386146" y="1442224"/>
            <a:chExt cx="2123880" cy="826961"/>
          </a:xfrm>
        </p:grpSpPr>
        <p:cxnSp>
          <p:nvCxnSpPr>
            <p:cNvPr id="81" name="直接箭头连接符 80"/>
            <p:cNvCxnSpPr/>
            <p:nvPr/>
          </p:nvCxnSpPr>
          <p:spPr>
            <a:xfrm>
              <a:off x="4386146" y="1914982"/>
              <a:ext cx="2123880" cy="0"/>
            </a:xfrm>
            <a:prstGeom prst="straightConnector1">
              <a:avLst/>
            </a:prstGeom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/>
            <p:nvPr/>
          </p:nvCxnSpPr>
          <p:spPr>
            <a:xfrm flipV="1">
              <a:off x="5856571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 flipV="1">
              <a:off x="4983525" y="1914983"/>
              <a:ext cx="258705" cy="354202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/>
            <p:nvPr/>
          </p:nvCxnSpPr>
          <p:spPr>
            <a:xfrm>
              <a:off x="5398538" y="1442224"/>
              <a:ext cx="379251" cy="472758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/>
            <p:nvPr/>
          </p:nvCxnSpPr>
          <p:spPr>
            <a:xfrm>
              <a:off x="4652501" y="1591132"/>
              <a:ext cx="247555" cy="308591"/>
            </a:xfrm>
            <a:prstGeom prst="straightConnector1">
              <a:avLst/>
            </a:prstGeom>
            <a:ln w="158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文本框 85"/>
          <p:cNvSpPr txBox="1"/>
          <p:nvPr/>
        </p:nvSpPr>
        <p:spPr>
          <a:xfrm>
            <a:off x="2901631" y="42398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漂亮的鱼骨图是可以随意编辑的哦</a:t>
            </a:r>
          </a:p>
        </p:txBody>
      </p:sp>
    </p:spTree>
    <p:extLst>
      <p:ext uri="{BB962C8B-B14F-4D97-AF65-F5344CB8AC3E}">
        <p14:creationId xmlns:p14="http://schemas.microsoft.com/office/powerpoint/2010/main" val="31303606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19803" y="2850709"/>
            <a:ext cx="10752022" cy="2123021"/>
            <a:chOff x="470519" y="2369710"/>
            <a:chExt cx="10752022" cy="2123021"/>
          </a:xfrm>
          <a:solidFill>
            <a:srgbClr val="029676"/>
          </a:solidFill>
        </p:grpSpPr>
        <p:sp>
          <p:nvSpPr>
            <p:cNvPr id="3" name="等腰三角形 2"/>
            <p:cNvSpPr/>
            <p:nvPr/>
          </p:nvSpPr>
          <p:spPr>
            <a:xfrm rot="5400000">
              <a:off x="9746780" y="2840294"/>
              <a:ext cx="1585077" cy="1366445"/>
            </a:xfrm>
            <a:prstGeom prst="triangle">
              <a:avLst/>
            </a:prstGeom>
            <a:grpFill/>
            <a:ln>
              <a:solidFill>
                <a:srgbClr val="0296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stCxn id="3" idx="3"/>
            </p:cNvCxnSpPr>
            <p:nvPr/>
          </p:nvCxnSpPr>
          <p:spPr>
            <a:xfrm flipH="1" flipV="1">
              <a:off x="1290072" y="3430025"/>
              <a:ext cx="8566024" cy="93492"/>
            </a:xfrm>
            <a:prstGeom prst="line">
              <a:avLst/>
            </a:prstGeom>
            <a:grpFill/>
            <a:ln w="57150">
              <a:solidFill>
                <a:srgbClr val="0296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任意多边形: 形状 4"/>
            <p:cNvSpPr/>
            <p:nvPr/>
          </p:nvSpPr>
          <p:spPr>
            <a:xfrm rot="5400000">
              <a:off x="-84256" y="2924485"/>
              <a:ext cx="2123021" cy="1013472"/>
            </a:xfrm>
            <a:custGeom>
              <a:avLst/>
              <a:gdLst>
                <a:gd name="connsiteX0" fmla="*/ 0 w 2123021"/>
                <a:gd name="connsiteY0" fmla="*/ 1013469 h 1013472"/>
                <a:gd name="connsiteX1" fmla="*/ 1061509 w 2123021"/>
                <a:gd name="connsiteY1" fmla="*/ 0 h 1013472"/>
                <a:gd name="connsiteX2" fmla="*/ 2123021 w 2123021"/>
                <a:gd name="connsiteY2" fmla="*/ 1013472 h 1013472"/>
                <a:gd name="connsiteX3" fmla="*/ 1061508 w 2123021"/>
                <a:gd name="connsiteY3" fmla="*/ 516943 h 1013472"/>
                <a:gd name="connsiteX4" fmla="*/ 0 w 2123021"/>
                <a:gd name="connsiteY4" fmla="*/ 1013469 h 1013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3021" h="1013472">
                  <a:moveTo>
                    <a:pt x="0" y="1013469"/>
                  </a:moveTo>
                  <a:lnTo>
                    <a:pt x="1061509" y="0"/>
                  </a:lnTo>
                  <a:lnTo>
                    <a:pt x="2123021" y="1013472"/>
                  </a:lnTo>
                  <a:lnTo>
                    <a:pt x="1061508" y="516943"/>
                  </a:lnTo>
                  <a:lnTo>
                    <a:pt x="0" y="1013469"/>
                  </a:lnTo>
                  <a:close/>
                </a:path>
              </a:pathLst>
            </a:custGeom>
            <a:grpFill/>
            <a:ln>
              <a:solidFill>
                <a:srgbClr val="0296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箭头连接符 5"/>
          <p:cNvCxnSpPr/>
          <p:nvPr/>
        </p:nvCxnSpPr>
        <p:spPr>
          <a:xfrm>
            <a:off x="6744805" y="1740663"/>
            <a:ext cx="1823146" cy="2169336"/>
          </a:xfrm>
          <a:prstGeom prst="straightConnector1">
            <a:avLst/>
          </a:prstGeom>
          <a:ln w="4762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6065872" y="4013929"/>
            <a:ext cx="1339018" cy="2154210"/>
          </a:xfrm>
          <a:prstGeom prst="straightConnector1">
            <a:avLst/>
          </a:prstGeom>
          <a:ln w="4762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4088890" y="1623531"/>
            <a:ext cx="1879453" cy="2236334"/>
          </a:xfrm>
          <a:prstGeom prst="straightConnector1">
            <a:avLst/>
          </a:prstGeom>
          <a:ln w="4762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3173235" y="3909999"/>
            <a:ext cx="1339018" cy="2154210"/>
          </a:xfrm>
          <a:prstGeom prst="straightConnector1">
            <a:avLst/>
          </a:prstGeom>
          <a:ln w="47625">
            <a:solidFill>
              <a:srgbClr val="0296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421797" y="1912990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11" name="直接箭头连接符 10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3159340" y="2850709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18" name="直接箭头连接符 17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5030040" y="1948719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25" name="直接箭头连接符 24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5762776" y="2861024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32" name="直接箭头连接符 31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1939356" y="4231288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39" name="直接箭头连接符 38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1334282" y="5163705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46" name="直接箭头连接符 45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/>
          <p:cNvGrpSpPr/>
          <p:nvPr/>
        </p:nvGrpSpPr>
        <p:grpSpPr>
          <a:xfrm>
            <a:off x="4827344" y="4174122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53" name="直接箭头连接符 52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4260749" y="5146435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60" name="直接箭头连接符 59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5910490" y="1183157"/>
            <a:ext cx="1388583" cy="552448"/>
            <a:chOff x="5183967" y="727865"/>
            <a:chExt cx="1388583" cy="552448"/>
          </a:xfrm>
          <a:solidFill>
            <a:srgbClr val="029676"/>
          </a:solidFill>
        </p:grpSpPr>
        <p:sp>
          <p:nvSpPr>
            <p:cNvPr id="67" name="矩形: 圆角 66"/>
            <p:cNvSpPr/>
            <p:nvPr/>
          </p:nvSpPr>
          <p:spPr>
            <a:xfrm>
              <a:off x="5183967" y="727865"/>
              <a:ext cx="1388583" cy="552448"/>
            </a:xfrm>
            <a:prstGeom prst="roundRect">
              <a:avLst>
                <a:gd name="adj" fmla="val 50000"/>
              </a:avLst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5631869" y="773256"/>
              <a:ext cx="492443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3386388" y="1228548"/>
            <a:ext cx="1388583" cy="552448"/>
            <a:chOff x="3156820" y="697316"/>
            <a:chExt cx="1388583" cy="552448"/>
          </a:xfrm>
          <a:solidFill>
            <a:srgbClr val="029676"/>
          </a:solidFill>
        </p:grpSpPr>
        <p:sp>
          <p:nvSpPr>
            <p:cNvPr id="70" name="矩形: 圆角 69"/>
            <p:cNvSpPr/>
            <p:nvPr/>
          </p:nvSpPr>
          <p:spPr>
            <a:xfrm>
              <a:off x="3156820" y="697316"/>
              <a:ext cx="1388583" cy="552448"/>
            </a:xfrm>
            <a:prstGeom prst="roundRect">
              <a:avLst>
                <a:gd name="adj" fmla="val 50000"/>
              </a:avLst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582521" y="732700"/>
              <a:ext cx="492443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</a:t>
              </a: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505596" y="5823171"/>
            <a:ext cx="1388583" cy="876388"/>
            <a:chOff x="4827376" y="5184975"/>
            <a:chExt cx="1388583" cy="876388"/>
          </a:xfrm>
          <a:solidFill>
            <a:srgbClr val="029676"/>
          </a:solidFill>
        </p:grpSpPr>
        <p:sp>
          <p:nvSpPr>
            <p:cNvPr id="73" name="矩形: 圆角 72"/>
            <p:cNvSpPr/>
            <p:nvPr/>
          </p:nvSpPr>
          <p:spPr>
            <a:xfrm>
              <a:off x="4827376" y="5184975"/>
              <a:ext cx="1388583" cy="552448"/>
            </a:xfrm>
            <a:prstGeom prst="roundRect">
              <a:avLst>
                <a:gd name="adj" fmla="val 50000"/>
              </a:avLst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5141221" y="5230366"/>
              <a:ext cx="8002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2619858" y="5875938"/>
            <a:ext cx="1388583" cy="552448"/>
            <a:chOff x="2378420" y="5184975"/>
            <a:chExt cx="1388583" cy="552448"/>
          </a:xfrm>
          <a:solidFill>
            <a:srgbClr val="029676"/>
          </a:solidFill>
        </p:grpSpPr>
        <p:sp>
          <p:nvSpPr>
            <p:cNvPr id="76" name="矩形: 圆角 75"/>
            <p:cNvSpPr/>
            <p:nvPr/>
          </p:nvSpPr>
          <p:spPr>
            <a:xfrm>
              <a:off x="2378420" y="5184975"/>
              <a:ext cx="1388583" cy="552448"/>
            </a:xfrm>
            <a:prstGeom prst="roundRect">
              <a:avLst>
                <a:gd name="adj" fmla="val 50000"/>
              </a:avLst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660883" y="5230366"/>
              <a:ext cx="800219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 flipH="1">
            <a:off x="6844085" y="4671552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79" name="直接箭头连接符 78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组合 84"/>
          <p:cNvGrpSpPr/>
          <p:nvPr/>
        </p:nvGrpSpPr>
        <p:grpSpPr>
          <a:xfrm flipH="1">
            <a:off x="7437036" y="2120282"/>
            <a:ext cx="2175029" cy="649290"/>
            <a:chOff x="2104008" y="1593660"/>
            <a:chExt cx="2175029" cy="649290"/>
          </a:xfrm>
          <a:solidFill>
            <a:srgbClr val="029676"/>
          </a:solidFill>
        </p:grpSpPr>
        <p:cxnSp>
          <p:nvCxnSpPr>
            <p:cNvPr id="86" name="直接箭头连接符 85"/>
            <p:cNvCxnSpPr/>
            <p:nvPr/>
          </p:nvCxnSpPr>
          <p:spPr>
            <a:xfrm>
              <a:off x="2104008" y="1926454"/>
              <a:ext cx="2175029" cy="0"/>
            </a:xfrm>
            <a:prstGeom prst="straightConnector1">
              <a:avLst/>
            </a:prstGeom>
            <a:grpFill/>
            <a:ln w="2857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3572933" y="1593660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>
              <a:off x="2933157" y="1629233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>
              <a:off x="2360850" y="1634072"/>
              <a:ext cx="223663" cy="28397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 flipV="1">
              <a:off x="3348590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/>
            <p:nvPr/>
          </p:nvCxnSpPr>
          <p:spPr>
            <a:xfrm flipV="1">
              <a:off x="2576431" y="1953901"/>
              <a:ext cx="224343" cy="289049"/>
            </a:xfrm>
            <a:prstGeom prst="straightConnector1">
              <a:avLst/>
            </a:prstGeom>
            <a:grpFill/>
            <a:ln w="9525">
              <a:solidFill>
                <a:srgbClr val="02967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文本框 92"/>
          <p:cNvSpPr txBox="1"/>
          <p:nvPr/>
        </p:nvSpPr>
        <p:spPr>
          <a:xfrm>
            <a:off x="2901631" y="42398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漂亮的鱼骨图是可以随意编辑的哦</a:t>
            </a:r>
          </a:p>
        </p:txBody>
      </p:sp>
    </p:spTree>
    <p:extLst>
      <p:ext uri="{BB962C8B-B14F-4D97-AF65-F5344CB8AC3E}">
        <p14:creationId xmlns:p14="http://schemas.microsoft.com/office/powerpoint/2010/main" val="422270267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/>
          <p:cNvSpPr txBox="1"/>
          <p:nvPr/>
        </p:nvSpPr>
        <p:spPr>
          <a:xfrm>
            <a:off x="2901631" y="42398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漂亮的鱼骨图是可以随意编辑的哦</a:t>
            </a:r>
          </a:p>
        </p:txBody>
      </p:sp>
      <p:sp>
        <p:nvSpPr>
          <p:cNvPr id="98" name="Freeform 5"/>
          <p:cNvSpPr>
            <a:spLocks noEditPoints="1"/>
          </p:cNvSpPr>
          <p:nvPr/>
        </p:nvSpPr>
        <p:spPr bwMode="auto">
          <a:xfrm>
            <a:off x="2944667" y="1182673"/>
            <a:ext cx="6302666" cy="5048452"/>
          </a:xfrm>
          <a:custGeom>
            <a:avLst/>
            <a:gdLst>
              <a:gd name="T0" fmla="*/ 2945 w 2945"/>
              <a:gd name="T1" fmla="*/ 1181 h 2362"/>
              <a:gd name="T2" fmla="*/ 2880 w 2945"/>
              <a:gd name="T3" fmla="*/ 1002 h 2362"/>
              <a:gd name="T4" fmla="*/ 1887 w 2945"/>
              <a:gd name="T5" fmla="*/ 503 h 2362"/>
              <a:gd name="T6" fmla="*/ 1461 w 2945"/>
              <a:gd name="T7" fmla="*/ 144 h 2362"/>
              <a:gd name="T8" fmla="*/ 1277 w 2945"/>
              <a:gd name="T9" fmla="*/ 144 h 2362"/>
              <a:gd name="T10" fmla="*/ 1277 w 2945"/>
              <a:gd name="T11" fmla="*/ 592 h 2362"/>
              <a:gd name="T12" fmla="*/ 666 w 2945"/>
              <a:gd name="T13" fmla="*/ 1071 h 2362"/>
              <a:gd name="T14" fmla="*/ 254 w 2945"/>
              <a:gd name="T15" fmla="*/ 790 h 2362"/>
              <a:gd name="T16" fmla="*/ 10 w 2945"/>
              <a:gd name="T17" fmla="*/ 790 h 2362"/>
              <a:gd name="T18" fmla="*/ 137 w 2945"/>
              <a:gd name="T19" fmla="*/ 1137 h 2362"/>
              <a:gd name="T20" fmla="*/ 125 w 2945"/>
              <a:gd name="T21" fmla="*/ 1249 h 2362"/>
              <a:gd name="T22" fmla="*/ 10 w 2945"/>
              <a:gd name="T23" fmla="*/ 1572 h 2362"/>
              <a:gd name="T24" fmla="*/ 254 w 2945"/>
              <a:gd name="T25" fmla="*/ 1572 h 2362"/>
              <a:gd name="T26" fmla="*/ 666 w 2945"/>
              <a:gd name="T27" fmla="*/ 1291 h 2362"/>
              <a:gd name="T28" fmla="*/ 1277 w 2945"/>
              <a:gd name="T29" fmla="*/ 1770 h 2362"/>
              <a:gd name="T30" fmla="*/ 1277 w 2945"/>
              <a:gd name="T31" fmla="*/ 2218 h 2362"/>
              <a:gd name="T32" fmla="*/ 1461 w 2945"/>
              <a:gd name="T33" fmla="*/ 2218 h 2362"/>
              <a:gd name="T34" fmla="*/ 1887 w 2945"/>
              <a:gd name="T35" fmla="*/ 1859 h 2362"/>
              <a:gd name="T36" fmla="*/ 2880 w 2945"/>
              <a:gd name="T37" fmla="*/ 1360 h 2362"/>
              <a:gd name="T38" fmla="*/ 2945 w 2945"/>
              <a:gd name="T39" fmla="*/ 1181 h 2362"/>
              <a:gd name="T40" fmla="*/ 2945 w 2945"/>
              <a:gd name="T41" fmla="*/ 1181 h 2362"/>
              <a:gd name="T42" fmla="*/ 2945 w 2945"/>
              <a:gd name="T43" fmla="*/ 1181 h 2362"/>
              <a:gd name="T44" fmla="*/ 2945 w 2945"/>
              <a:gd name="T45" fmla="*/ 1181 h 2362"/>
              <a:gd name="T46" fmla="*/ 2945 w 2945"/>
              <a:gd name="T47" fmla="*/ 1181 h 2362"/>
              <a:gd name="T48" fmla="*/ 2438 w 2945"/>
              <a:gd name="T49" fmla="*/ 1338 h 2362"/>
              <a:gd name="T50" fmla="*/ 2285 w 2945"/>
              <a:gd name="T51" fmla="*/ 1181 h 2362"/>
              <a:gd name="T52" fmla="*/ 2438 w 2945"/>
              <a:gd name="T53" fmla="*/ 1024 h 2362"/>
              <a:gd name="T54" fmla="*/ 2591 w 2945"/>
              <a:gd name="T55" fmla="*/ 1181 h 2362"/>
              <a:gd name="T56" fmla="*/ 2438 w 2945"/>
              <a:gd name="T57" fmla="*/ 1338 h 2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945" h="2362">
                <a:moveTo>
                  <a:pt x="2945" y="1181"/>
                </a:moveTo>
                <a:cubicBezTo>
                  <a:pt x="2945" y="1121"/>
                  <a:pt x="2913" y="1049"/>
                  <a:pt x="2880" y="1002"/>
                </a:cubicBezTo>
                <a:cubicBezTo>
                  <a:pt x="2620" y="629"/>
                  <a:pt x="2162" y="524"/>
                  <a:pt x="1887" y="503"/>
                </a:cubicBezTo>
                <a:cubicBezTo>
                  <a:pt x="1811" y="416"/>
                  <a:pt x="1461" y="144"/>
                  <a:pt x="1461" y="144"/>
                </a:cubicBezTo>
                <a:cubicBezTo>
                  <a:pt x="1276" y="0"/>
                  <a:pt x="1277" y="144"/>
                  <a:pt x="1277" y="144"/>
                </a:cubicBezTo>
                <a:cubicBezTo>
                  <a:pt x="1277" y="592"/>
                  <a:pt x="1277" y="592"/>
                  <a:pt x="1277" y="592"/>
                </a:cubicBezTo>
                <a:cubicBezTo>
                  <a:pt x="778" y="857"/>
                  <a:pt x="778" y="998"/>
                  <a:pt x="666" y="1071"/>
                </a:cubicBezTo>
                <a:cubicBezTo>
                  <a:pt x="554" y="1144"/>
                  <a:pt x="437" y="951"/>
                  <a:pt x="254" y="790"/>
                </a:cubicBezTo>
                <a:cubicBezTo>
                  <a:pt x="71" y="628"/>
                  <a:pt x="0" y="680"/>
                  <a:pt x="10" y="790"/>
                </a:cubicBezTo>
                <a:cubicBezTo>
                  <a:pt x="18" y="872"/>
                  <a:pt x="98" y="1053"/>
                  <a:pt x="137" y="1137"/>
                </a:cubicBezTo>
                <a:cubicBezTo>
                  <a:pt x="144" y="1160"/>
                  <a:pt x="148" y="1198"/>
                  <a:pt x="125" y="1249"/>
                </a:cubicBezTo>
                <a:cubicBezTo>
                  <a:pt x="84" y="1340"/>
                  <a:pt x="17" y="1497"/>
                  <a:pt x="10" y="1572"/>
                </a:cubicBezTo>
                <a:cubicBezTo>
                  <a:pt x="0" y="1682"/>
                  <a:pt x="71" y="1734"/>
                  <a:pt x="254" y="1572"/>
                </a:cubicBezTo>
                <a:cubicBezTo>
                  <a:pt x="437" y="1411"/>
                  <a:pt x="554" y="1218"/>
                  <a:pt x="666" y="1291"/>
                </a:cubicBezTo>
                <a:cubicBezTo>
                  <a:pt x="778" y="1364"/>
                  <a:pt x="778" y="1505"/>
                  <a:pt x="1277" y="1770"/>
                </a:cubicBezTo>
                <a:cubicBezTo>
                  <a:pt x="1277" y="2218"/>
                  <a:pt x="1277" y="2218"/>
                  <a:pt x="1277" y="2218"/>
                </a:cubicBezTo>
                <a:cubicBezTo>
                  <a:pt x="1277" y="2218"/>
                  <a:pt x="1276" y="2362"/>
                  <a:pt x="1461" y="2218"/>
                </a:cubicBezTo>
                <a:cubicBezTo>
                  <a:pt x="1461" y="2218"/>
                  <a:pt x="1811" y="1946"/>
                  <a:pt x="1887" y="1859"/>
                </a:cubicBezTo>
                <a:cubicBezTo>
                  <a:pt x="2162" y="1838"/>
                  <a:pt x="2620" y="1734"/>
                  <a:pt x="2880" y="1360"/>
                </a:cubicBezTo>
                <a:cubicBezTo>
                  <a:pt x="2913" y="1312"/>
                  <a:pt x="2945" y="1242"/>
                  <a:pt x="2945" y="1181"/>
                </a:cubicBezTo>
                <a:cubicBezTo>
                  <a:pt x="2945" y="1181"/>
                  <a:pt x="2945" y="1181"/>
                  <a:pt x="2945" y="1181"/>
                </a:cubicBezTo>
                <a:cubicBezTo>
                  <a:pt x="2945" y="1181"/>
                  <a:pt x="2945" y="1181"/>
                  <a:pt x="2945" y="1181"/>
                </a:cubicBezTo>
                <a:cubicBezTo>
                  <a:pt x="2945" y="1181"/>
                  <a:pt x="2945" y="1181"/>
                  <a:pt x="2945" y="1181"/>
                </a:cubicBezTo>
                <a:cubicBezTo>
                  <a:pt x="2945" y="1181"/>
                  <a:pt x="2945" y="1181"/>
                  <a:pt x="2945" y="1181"/>
                </a:cubicBezTo>
                <a:moveTo>
                  <a:pt x="2438" y="1338"/>
                </a:moveTo>
                <a:cubicBezTo>
                  <a:pt x="2354" y="1338"/>
                  <a:pt x="2285" y="1267"/>
                  <a:pt x="2285" y="1181"/>
                </a:cubicBezTo>
                <a:cubicBezTo>
                  <a:pt x="2285" y="1094"/>
                  <a:pt x="2354" y="1024"/>
                  <a:pt x="2438" y="1024"/>
                </a:cubicBezTo>
                <a:cubicBezTo>
                  <a:pt x="2522" y="1024"/>
                  <a:pt x="2591" y="1094"/>
                  <a:pt x="2591" y="1181"/>
                </a:cubicBezTo>
                <a:cubicBezTo>
                  <a:pt x="2591" y="1267"/>
                  <a:pt x="2522" y="1338"/>
                  <a:pt x="2438" y="1338"/>
                </a:cubicBezTo>
                <a:close/>
              </a:path>
            </a:pathLst>
          </a:custGeom>
          <a:solidFill>
            <a:srgbClr val="0296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00" name="直接连接符 99"/>
          <p:cNvCxnSpPr>
            <a:stCxn id="98" idx="25"/>
          </p:cNvCxnSpPr>
          <p:nvPr/>
        </p:nvCxnSpPr>
        <p:spPr>
          <a:xfrm flipH="1">
            <a:off x="3234063" y="3706899"/>
            <a:ext cx="4600788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flipH="1" flipV="1">
            <a:off x="6401010" y="2438400"/>
            <a:ext cx="898582" cy="126850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V="1">
            <a:off x="6035931" y="3736314"/>
            <a:ext cx="729352" cy="1664928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flipV="1">
            <a:off x="3345012" y="3706899"/>
            <a:ext cx="392269" cy="600358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H="1" flipV="1">
            <a:off x="3367878" y="3174381"/>
            <a:ext cx="468606" cy="547226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>
            <a:off x="5330493" y="2877015"/>
            <a:ext cx="1323278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5657418" y="179001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5597349" y="540535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2944673" y="2813472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923510" y="4342146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lang="zh-CN" altLang="en-US" sz="1400">
              <a:solidFill>
                <a:schemeClr val="bg1"/>
              </a:solidFill>
            </a:endParaRPr>
          </a:p>
        </p:txBody>
      </p:sp>
      <p:cxnSp>
        <p:nvCxnSpPr>
          <p:cNvPr id="121" name="直接箭头连接符 120"/>
          <p:cNvCxnSpPr/>
          <p:nvPr/>
        </p:nvCxnSpPr>
        <p:spPr>
          <a:xfrm>
            <a:off x="5545244" y="3278459"/>
            <a:ext cx="1323278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5330493" y="4029381"/>
            <a:ext cx="1323278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>
            <a:off x="5456873" y="4342146"/>
            <a:ext cx="1033136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>
            <a:off x="5657418" y="4672830"/>
            <a:ext cx="654171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0859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277544" y="2136172"/>
            <a:ext cx="2439835" cy="914909"/>
            <a:chOff x="9275855" y="1645482"/>
            <a:chExt cx="2541481" cy="914909"/>
          </a:xfrm>
        </p:grpSpPr>
        <p:sp>
          <p:nvSpPr>
            <p:cNvPr id="4" name="矩形标注 108"/>
            <p:cNvSpPr/>
            <p:nvPr/>
          </p:nvSpPr>
          <p:spPr>
            <a:xfrm>
              <a:off x="9275855" y="1645482"/>
              <a:ext cx="2541481" cy="914909"/>
            </a:xfrm>
            <a:prstGeom prst="wedgeRectCallout">
              <a:avLst>
                <a:gd name="adj1" fmla="val -32560"/>
                <a:gd name="adj2" fmla="val 76653"/>
              </a:avLst>
            </a:prstGeom>
            <a:solidFill>
              <a:srgbClr val="029676"/>
            </a:solidFill>
            <a:ln w="15875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9530932" y="1796210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为什么抗肿瘤药物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操作会不规范</a:t>
              </a:r>
            </a:p>
          </p:txBody>
        </p:sp>
      </p:grpSp>
      <p:cxnSp>
        <p:nvCxnSpPr>
          <p:cNvPr id="6" name="直接箭头连接符 5"/>
          <p:cNvCxnSpPr/>
          <p:nvPr/>
        </p:nvCxnSpPr>
        <p:spPr>
          <a:xfrm>
            <a:off x="6363030" y="1978406"/>
            <a:ext cx="2028924" cy="1953871"/>
          </a:xfrm>
          <a:prstGeom prst="straightConnector1">
            <a:avLst/>
          </a:prstGeom>
          <a:noFill/>
          <a:ln w="63500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8" name="矩形 7"/>
          <p:cNvSpPr/>
          <p:nvPr/>
        </p:nvSpPr>
        <p:spPr>
          <a:xfrm>
            <a:off x="7033405" y="2278735"/>
            <a:ext cx="215956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化疗废弃物专用垃圾桶少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7043978" y="2572788"/>
            <a:ext cx="1991472" cy="13724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6738322" y="1952837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无专用化疗操作箱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6748895" y="2246890"/>
            <a:ext cx="1991472" cy="13724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14" name="矩形 13"/>
          <p:cNvSpPr/>
          <p:nvPr/>
        </p:nvSpPr>
        <p:spPr>
          <a:xfrm>
            <a:off x="7454476" y="2656289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专用容器缺乏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7465049" y="2950342"/>
            <a:ext cx="1251311" cy="8623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17" name="矩形 16"/>
          <p:cNvSpPr/>
          <p:nvPr/>
        </p:nvSpPr>
        <p:spPr>
          <a:xfrm>
            <a:off x="6143723" y="2619730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标识不清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6133455" y="2915113"/>
            <a:ext cx="1078927" cy="4968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cxnSp>
        <p:nvCxnSpPr>
          <p:cNvPr id="19" name="直接箭头连接符 18"/>
          <p:cNvCxnSpPr/>
          <p:nvPr/>
        </p:nvCxnSpPr>
        <p:spPr>
          <a:xfrm flipV="1">
            <a:off x="5958769" y="4062021"/>
            <a:ext cx="1993390" cy="1415869"/>
          </a:xfrm>
          <a:prstGeom prst="straightConnector1">
            <a:avLst/>
          </a:prstGeom>
          <a:noFill/>
          <a:ln w="63500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7458838" y="4325275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无静脉给药流程</a:t>
            </a:r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7377492" y="4607915"/>
            <a:ext cx="2083391" cy="25137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24" name="矩形 23"/>
          <p:cNvSpPr/>
          <p:nvPr/>
        </p:nvSpPr>
        <p:spPr>
          <a:xfrm>
            <a:off x="6964485" y="4669350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规程不够细化</a:t>
            </a:r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6862777" y="4984981"/>
            <a:ext cx="1991472" cy="13724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27" name="矩形 26"/>
          <p:cNvSpPr/>
          <p:nvPr/>
        </p:nvSpPr>
        <p:spPr>
          <a:xfrm>
            <a:off x="6473571" y="5019794"/>
            <a:ext cx="198002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与静配室接药流程缺乏</a:t>
            </a: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6371863" y="5335425"/>
            <a:ext cx="1991472" cy="13724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5272951" y="4136226"/>
            <a:ext cx="1441420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化疗药物外渗应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急预案未更新</a:t>
            </a:r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5334281" y="4630405"/>
            <a:ext cx="1715293" cy="1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sp>
        <p:nvSpPr>
          <p:cNvPr id="33" name="矩形 32"/>
          <p:cNvSpPr/>
          <p:nvPr/>
        </p:nvSpPr>
        <p:spPr>
          <a:xfrm>
            <a:off x="4501418" y="4709959"/>
            <a:ext cx="1800493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抗肿瘤药物暴露应急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预案不够</a:t>
            </a: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4562748" y="5204138"/>
            <a:ext cx="1715293" cy="1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cxnSp>
        <p:nvCxnSpPr>
          <p:cNvPr id="35" name="直接箭头连接符 34"/>
          <p:cNvCxnSpPr/>
          <p:nvPr/>
        </p:nvCxnSpPr>
        <p:spPr>
          <a:xfrm>
            <a:off x="2851344" y="1908247"/>
            <a:ext cx="1870204" cy="2051573"/>
          </a:xfrm>
          <a:prstGeom prst="straightConnector1">
            <a:avLst/>
          </a:prstGeom>
          <a:noFill/>
          <a:ln w="63500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cxnSp>
        <p:nvCxnSpPr>
          <p:cNvPr id="36" name="直接箭头连接符 35"/>
          <p:cNvCxnSpPr/>
          <p:nvPr/>
        </p:nvCxnSpPr>
        <p:spPr>
          <a:xfrm flipV="1">
            <a:off x="2392960" y="4038511"/>
            <a:ext cx="1993390" cy="1415869"/>
          </a:xfrm>
          <a:prstGeom prst="straightConnector1">
            <a:avLst/>
          </a:prstGeom>
          <a:noFill/>
          <a:ln w="63500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38" name="矩形 37"/>
          <p:cNvSpPr/>
          <p:nvPr/>
        </p:nvSpPr>
        <p:spPr>
          <a:xfrm>
            <a:off x="3197360" y="1921942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责任心不强</a:t>
            </a:r>
          </a:p>
        </p:txBody>
      </p:sp>
      <p:cxnSp>
        <p:nvCxnSpPr>
          <p:cNvPr id="39" name="直接箭头连接符 38"/>
          <p:cNvCxnSpPr/>
          <p:nvPr/>
        </p:nvCxnSpPr>
        <p:spPr>
          <a:xfrm flipH="1">
            <a:off x="3199629" y="2217702"/>
            <a:ext cx="1299386" cy="24033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grpSp>
        <p:nvGrpSpPr>
          <p:cNvPr id="40" name="组合 39"/>
          <p:cNvGrpSpPr/>
          <p:nvPr/>
        </p:nvGrpSpPr>
        <p:grpSpPr>
          <a:xfrm>
            <a:off x="3525318" y="2285851"/>
            <a:ext cx="1301655" cy="319793"/>
            <a:chOff x="6905438" y="2166698"/>
            <a:chExt cx="1301655" cy="319793"/>
          </a:xfrm>
        </p:grpSpPr>
        <p:sp>
          <p:nvSpPr>
            <p:cNvPr id="41" name="矩形 40"/>
            <p:cNvSpPr/>
            <p:nvPr/>
          </p:nvSpPr>
          <p:spPr>
            <a:xfrm>
              <a:off x="6905438" y="2166698"/>
              <a:ext cx="1261884" cy="307777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防护意识不强</a:t>
              </a:r>
            </a:p>
          </p:txBody>
        </p:sp>
        <p:cxnSp>
          <p:nvCxnSpPr>
            <p:cNvPr id="42" name="直接箭头连接符 41"/>
            <p:cNvCxnSpPr/>
            <p:nvPr/>
          </p:nvCxnSpPr>
          <p:spPr>
            <a:xfrm flipH="1">
              <a:off x="6907707" y="2462458"/>
              <a:ext cx="1299386" cy="24033"/>
            </a:xfrm>
            <a:prstGeom prst="straightConnector1">
              <a:avLst/>
            </a:prstGeom>
            <a:noFill/>
            <a:ln w="22225" cap="flat" cmpd="sng" algn="ctr">
              <a:solidFill>
                <a:srgbClr val="029676"/>
              </a:solidFill>
              <a:prstDash val="solid"/>
              <a:tailEnd type="triangle"/>
            </a:ln>
            <a:effectLst/>
          </p:spPr>
        </p:cxnSp>
      </p:grpSp>
      <p:sp>
        <p:nvSpPr>
          <p:cNvPr id="44" name="矩形 43"/>
          <p:cNvSpPr/>
          <p:nvPr/>
        </p:nvSpPr>
        <p:spPr>
          <a:xfrm>
            <a:off x="3872765" y="2656289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防护意识不强</a:t>
            </a:r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3875034" y="2952049"/>
            <a:ext cx="1299386" cy="24033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47" name="矩形 46"/>
          <p:cNvSpPr/>
          <p:nvPr/>
        </p:nvSpPr>
        <p:spPr>
          <a:xfrm>
            <a:off x="4176145" y="3002651"/>
            <a:ext cx="2343726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化疗知识防护信息更新慢</a:t>
            </a:r>
          </a:p>
        </p:txBody>
      </p:sp>
      <p:cxnSp>
        <p:nvCxnSpPr>
          <p:cNvPr id="48" name="直接箭头连接符 47"/>
          <p:cNvCxnSpPr/>
          <p:nvPr/>
        </p:nvCxnSpPr>
        <p:spPr>
          <a:xfrm flipH="1">
            <a:off x="4178414" y="3310428"/>
            <a:ext cx="2079191" cy="12016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50" name="矩形 49"/>
          <p:cNvSpPr/>
          <p:nvPr/>
        </p:nvSpPr>
        <p:spPr>
          <a:xfrm>
            <a:off x="4512184" y="3348985"/>
            <a:ext cx="2343726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防护知识缺乏</a:t>
            </a:r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4514454" y="3659422"/>
            <a:ext cx="1618851" cy="9356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53" name="矩形 52"/>
          <p:cNvSpPr/>
          <p:nvPr/>
        </p:nvSpPr>
        <p:spPr>
          <a:xfrm>
            <a:off x="1478460" y="223938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与外院缺少学习交流</a:t>
            </a: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1468193" y="2534763"/>
            <a:ext cx="1838674" cy="0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sp>
        <p:nvSpPr>
          <p:cNvPr id="56" name="矩形 55"/>
          <p:cNvSpPr/>
          <p:nvPr/>
        </p:nvSpPr>
        <p:spPr>
          <a:xfrm>
            <a:off x="2114869" y="2631071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人员配置不合理</a:t>
            </a:r>
          </a:p>
        </p:txBody>
      </p:sp>
      <p:cxnSp>
        <p:nvCxnSpPr>
          <p:cNvPr id="57" name="直接箭头连接符 56"/>
          <p:cNvCxnSpPr/>
          <p:nvPr/>
        </p:nvCxnSpPr>
        <p:spPr>
          <a:xfrm flipH="1">
            <a:off x="1849905" y="2914886"/>
            <a:ext cx="1838674" cy="0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sp>
        <p:nvSpPr>
          <p:cNvPr id="59" name="矩形 58"/>
          <p:cNvSpPr/>
          <p:nvPr/>
        </p:nvSpPr>
        <p:spPr>
          <a:xfrm>
            <a:off x="2806976" y="2954963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人力不足</a:t>
            </a:r>
          </a:p>
        </p:txBody>
      </p:sp>
      <p:cxnSp>
        <p:nvCxnSpPr>
          <p:cNvPr id="60" name="直接箭头连接符 59"/>
          <p:cNvCxnSpPr/>
          <p:nvPr/>
        </p:nvCxnSpPr>
        <p:spPr>
          <a:xfrm flipH="1">
            <a:off x="2207848" y="3262740"/>
            <a:ext cx="1838674" cy="0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2928896" y="3339723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未按操作规程</a:t>
            </a: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2511334" y="3599160"/>
            <a:ext cx="1838674" cy="0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sp>
        <p:nvSpPr>
          <p:cNvPr id="65" name="矩形 64"/>
          <p:cNvSpPr/>
          <p:nvPr/>
        </p:nvSpPr>
        <p:spPr>
          <a:xfrm>
            <a:off x="1689499" y="4254501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无充足的放置空间</a:t>
            </a: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1679232" y="4549884"/>
            <a:ext cx="1838674" cy="0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sp>
        <p:nvSpPr>
          <p:cNvPr id="68" name="矩形 67"/>
          <p:cNvSpPr/>
          <p:nvPr/>
        </p:nvSpPr>
        <p:spPr>
          <a:xfrm>
            <a:off x="977211" y="4658096"/>
            <a:ext cx="215956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化疗废弃物无专门放置点</a:t>
            </a:r>
          </a:p>
        </p:txBody>
      </p:sp>
      <p:cxnSp>
        <p:nvCxnSpPr>
          <p:cNvPr id="69" name="直接箭头连接符 68"/>
          <p:cNvCxnSpPr/>
          <p:nvPr/>
        </p:nvCxnSpPr>
        <p:spPr>
          <a:xfrm flipH="1">
            <a:off x="977211" y="4953479"/>
            <a:ext cx="2080380" cy="12394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headEnd type="stealth"/>
            <a:tailEnd type="none"/>
          </a:ln>
          <a:effectLst/>
        </p:spPr>
      </p:cxnSp>
      <p:sp>
        <p:nvSpPr>
          <p:cNvPr id="71" name="矩形 70"/>
          <p:cNvSpPr/>
          <p:nvPr/>
        </p:nvSpPr>
        <p:spPr>
          <a:xfrm>
            <a:off x="3912886" y="431153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空间狭小</a:t>
            </a:r>
          </a:p>
        </p:txBody>
      </p:sp>
      <p:cxnSp>
        <p:nvCxnSpPr>
          <p:cNvPr id="72" name="直接箭头连接符 71"/>
          <p:cNvCxnSpPr/>
          <p:nvPr/>
        </p:nvCxnSpPr>
        <p:spPr>
          <a:xfrm flipH="1">
            <a:off x="3738534" y="4605860"/>
            <a:ext cx="1133806" cy="0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74" name="矩形 73"/>
          <p:cNvSpPr/>
          <p:nvPr/>
        </p:nvSpPr>
        <p:spPr>
          <a:xfrm>
            <a:off x="3009931" y="4947262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无专用放置容器</a:t>
            </a:r>
          </a:p>
        </p:txBody>
      </p:sp>
      <p:cxnSp>
        <p:nvCxnSpPr>
          <p:cNvPr id="75" name="直接箭头连接符 74"/>
          <p:cNvCxnSpPr/>
          <p:nvPr/>
        </p:nvCxnSpPr>
        <p:spPr>
          <a:xfrm flipH="1">
            <a:off x="2835579" y="5233179"/>
            <a:ext cx="1569551" cy="8408"/>
          </a:xfrm>
          <a:prstGeom prst="straightConnector1">
            <a:avLst/>
          </a:prstGeom>
          <a:noFill/>
          <a:ln w="22225" cap="flat" cmpd="sng" algn="ctr">
            <a:solidFill>
              <a:srgbClr val="029676"/>
            </a:solidFill>
            <a:prstDash val="solid"/>
            <a:tailEnd type="triangle"/>
          </a:ln>
          <a:effectLst/>
        </p:spPr>
      </p:cxnSp>
      <p:sp>
        <p:nvSpPr>
          <p:cNvPr id="76" name="Freeform 5"/>
          <p:cNvSpPr/>
          <p:nvPr/>
        </p:nvSpPr>
        <p:spPr bwMode="auto">
          <a:xfrm>
            <a:off x="655638" y="3343275"/>
            <a:ext cx="10058400" cy="1347788"/>
          </a:xfrm>
          <a:custGeom>
            <a:avLst/>
            <a:gdLst>
              <a:gd name="T0" fmla="*/ 653 w 19008"/>
              <a:gd name="T1" fmla="*/ 1418 h 2547"/>
              <a:gd name="T2" fmla="*/ 573 w 19008"/>
              <a:gd name="T3" fmla="*/ 1719 h 2547"/>
              <a:gd name="T4" fmla="*/ 385 w 19008"/>
              <a:gd name="T5" fmla="*/ 2167 h 2547"/>
              <a:gd name="T6" fmla="*/ 225 w 19008"/>
              <a:gd name="T7" fmla="*/ 2547 h 2547"/>
              <a:gd name="T8" fmla="*/ 266 w 19008"/>
              <a:gd name="T9" fmla="*/ 2535 h 2547"/>
              <a:gd name="T10" fmla="*/ 314 w 19008"/>
              <a:gd name="T11" fmla="*/ 2492 h 2547"/>
              <a:gd name="T12" fmla="*/ 639 w 19008"/>
              <a:gd name="T13" fmla="*/ 2309 h 2547"/>
              <a:gd name="T14" fmla="*/ 917 w 19008"/>
              <a:gd name="T15" fmla="*/ 2085 h 2547"/>
              <a:gd name="T16" fmla="*/ 1159 w 19008"/>
              <a:gd name="T17" fmla="*/ 1824 h 2547"/>
              <a:gd name="T18" fmla="*/ 1561 w 19008"/>
              <a:gd name="T19" fmla="*/ 1411 h 2547"/>
              <a:gd name="T20" fmla="*/ 1699 w 19008"/>
              <a:gd name="T21" fmla="*/ 1351 h 2547"/>
              <a:gd name="T22" fmla="*/ 12438 w 19008"/>
              <a:gd name="T23" fmla="*/ 1302 h 2547"/>
              <a:gd name="T24" fmla="*/ 12902 w 19008"/>
              <a:gd name="T25" fmla="*/ 1295 h 2547"/>
              <a:gd name="T26" fmla="*/ 16764 w 19008"/>
              <a:gd name="T27" fmla="*/ 1290 h 2547"/>
              <a:gd name="T28" fmla="*/ 16885 w 19008"/>
              <a:gd name="T29" fmla="*/ 1358 h 2547"/>
              <a:gd name="T30" fmla="*/ 16889 w 19008"/>
              <a:gd name="T31" fmla="*/ 1619 h 2547"/>
              <a:gd name="T32" fmla="*/ 16808 w 19008"/>
              <a:gd name="T33" fmla="*/ 2123 h 2547"/>
              <a:gd name="T34" fmla="*/ 16962 w 19008"/>
              <a:gd name="T35" fmla="*/ 2135 h 2547"/>
              <a:gd name="T36" fmla="*/ 17265 w 19008"/>
              <a:gd name="T37" fmla="*/ 2109 h 2547"/>
              <a:gd name="T38" fmla="*/ 17574 w 19008"/>
              <a:gd name="T39" fmla="*/ 2053 h 2547"/>
              <a:gd name="T40" fmla="*/ 17889 w 19008"/>
              <a:gd name="T41" fmla="*/ 1953 h 2547"/>
              <a:gd name="T42" fmla="*/ 18182 w 19008"/>
              <a:gd name="T43" fmla="*/ 1809 h 2547"/>
              <a:gd name="T44" fmla="*/ 18448 w 19008"/>
              <a:gd name="T45" fmla="*/ 1620 h 2547"/>
              <a:gd name="T46" fmla="*/ 18612 w 19008"/>
              <a:gd name="T47" fmla="*/ 1462 h 2547"/>
              <a:gd name="T48" fmla="*/ 18490 w 19008"/>
              <a:gd name="T49" fmla="*/ 1327 h 2547"/>
              <a:gd name="T50" fmla="*/ 18142 w 19008"/>
              <a:gd name="T51" fmla="*/ 1226 h 2547"/>
              <a:gd name="T52" fmla="*/ 17958 w 19008"/>
              <a:gd name="T53" fmla="*/ 1129 h 2547"/>
              <a:gd name="T54" fmla="*/ 18481 w 19008"/>
              <a:gd name="T55" fmla="*/ 1054 h 2547"/>
              <a:gd name="T56" fmla="*/ 18912 w 19008"/>
              <a:gd name="T57" fmla="*/ 974 h 2547"/>
              <a:gd name="T58" fmla="*/ 18983 w 19008"/>
              <a:gd name="T59" fmla="*/ 896 h 2547"/>
              <a:gd name="T60" fmla="*/ 18583 w 19008"/>
              <a:gd name="T61" fmla="*/ 533 h 2547"/>
              <a:gd name="T62" fmla="*/ 18245 w 19008"/>
              <a:gd name="T63" fmla="*/ 337 h 2547"/>
              <a:gd name="T64" fmla="*/ 17866 w 19008"/>
              <a:gd name="T65" fmla="*/ 195 h 2547"/>
              <a:gd name="T66" fmla="*/ 17510 w 19008"/>
              <a:gd name="T67" fmla="*/ 106 h 2547"/>
              <a:gd name="T68" fmla="*/ 17029 w 19008"/>
              <a:gd name="T69" fmla="*/ 65 h 2547"/>
              <a:gd name="T70" fmla="*/ 16727 w 19008"/>
              <a:gd name="T71" fmla="*/ 101 h 2547"/>
              <a:gd name="T72" fmla="*/ 16587 w 19008"/>
              <a:gd name="T73" fmla="*/ 178 h 2547"/>
              <a:gd name="T74" fmla="*/ 16617 w 19008"/>
              <a:gd name="T75" fmla="*/ 306 h 2547"/>
              <a:gd name="T76" fmla="*/ 16795 w 19008"/>
              <a:gd name="T77" fmla="*/ 735 h 2547"/>
              <a:gd name="T78" fmla="*/ 16851 w 19008"/>
              <a:gd name="T79" fmla="*/ 1000 h 2547"/>
              <a:gd name="T80" fmla="*/ 16530 w 19008"/>
              <a:gd name="T81" fmla="*/ 1067 h 2547"/>
              <a:gd name="T82" fmla="*/ 16114 w 19008"/>
              <a:gd name="T83" fmla="*/ 1080 h 2547"/>
              <a:gd name="T84" fmla="*/ 12324 w 19008"/>
              <a:gd name="T85" fmla="*/ 1072 h 2547"/>
              <a:gd name="T86" fmla="*/ 8973 w 19008"/>
              <a:gd name="T87" fmla="*/ 1062 h 2547"/>
              <a:gd name="T88" fmla="*/ 8417 w 19008"/>
              <a:gd name="T89" fmla="*/ 1055 h 2547"/>
              <a:gd name="T90" fmla="*/ 7789 w 19008"/>
              <a:gd name="T91" fmla="*/ 1050 h 2547"/>
              <a:gd name="T92" fmla="*/ 6666 w 19008"/>
              <a:gd name="T93" fmla="*/ 1050 h 2547"/>
              <a:gd name="T94" fmla="*/ 2333 w 19008"/>
              <a:gd name="T95" fmla="*/ 1039 h 2547"/>
              <a:gd name="T96" fmla="*/ 1753 w 19008"/>
              <a:gd name="T97" fmla="*/ 1038 h 2547"/>
              <a:gd name="T98" fmla="*/ 1140 w 19008"/>
              <a:gd name="T99" fmla="*/ 624 h 2547"/>
              <a:gd name="T100" fmla="*/ 655 w 19008"/>
              <a:gd name="T101" fmla="*/ 165 h 2547"/>
              <a:gd name="T102" fmla="*/ 461 w 19008"/>
              <a:gd name="T103" fmla="*/ 68 h 2547"/>
              <a:gd name="T104" fmla="*/ 233 w 19008"/>
              <a:gd name="T105" fmla="*/ 14 h 2547"/>
              <a:gd name="T106" fmla="*/ 4 w 19008"/>
              <a:gd name="T107" fmla="*/ 7 h 2547"/>
              <a:gd name="T108" fmla="*/ 183 w 19008"/>
              <a:gd name="T109" fmla="*/ 165 h 2547"/>
              <a:gd name="T110" fmla="*/ 425 w 19008"/>
              <a:gd name="T111" fmla="*/ 440 h 2547"/>
              <a:gd name="T112" fmla="*/ 576 w 19008"/>
              <a:gd name="T113" fmla="*/ 683 h 2547"/>
              <a:gd name="T114" fmla="*/ 658 w 19008"/>
              <a:gd name="T115" fmla="*/ 919 h 2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9008" h="2547">
                <a:moveTo>
                  <a:pt x="675" y="1073"/>
                </a:moveTo>
                <a:lnTo>
                  <a:pt x="675" y="1145"/>
                </a:lnTo>
                <a:lnTo>
                  <a:pt x="674" y="1212"/>
                </a:lnTo>
                <a:lnTo>
                  <a:pt x="670" y="1272"/>
                </a:lnTo>
                <a:lnTo>
                  <a:pt x="665" y="1331"/>
                </a:lnTo>
                <a:lnTo>
                  <a:pt x="662" y="1359"/>
                </a:lnTo>
                <a:lnTo>
                  <a:pt x="658" y="1389"/>
                </a:lnTo>
                <a:lnTo>
                  <a:pt x="653" y="1418"/>
                </a:lnTo>
                <a:lnTo>
                  <a:pt x="646" y="1449"/>
                </a:lnTo>
                <a:lnTo>
                  <a:pt x="640" y="1480"/>
                </a:lnTo>
                <a:lnTo>
                  <a:pt x="632" y="1513"/>
                </a:lnTo>
                <a:lnTo>
                  <a:pt x="623" y="1549"/>
                </a:lnTo>
                <a:lnTo>
                  <a:pt x="612" y="1585"/>
                </a:lnTo>
                <a:lnTo>
                  <a:pt x="599" y="1631"/>
                </a:lnTo>
                <a:lnTo>
                  <a:pt x="587" y="1675"/>
                </a:lnTo>
                <a:lnTo>
                  <a:pt x="573" y="1719"/>
                </a:lnTo>
                <a:lnTo>
                  <a:pt x="557" y="1763"/>
                </a:lnTo>
                <a:lnTo>
                  <a:pt x="524" y="1853"/>
                </a:lnTo>
                <a:lnTo>
                  <a:pt x="497" y="1920"/>
                </a:lnTo>
                <a:lnTo>
                  <a:pt x="476" y="1972"/>
                </a:lnTo>
                <a:lnTo>
                  <a:pt x="456" y="2015"/>
                </a:lnTo>
                <a:lnTo>
                  <a:pt x="437" y="2058"/>
                </a:lnTo>
                <a:lnTo>
                  <a:pt x="413" y="2105"/>
                </a:lnTo>
                <a:lnTo>
                  <a:pt x="385" y="2167"/>
                </a:lnTo>
                <a:lnTo>
                  <a:pt x="347" y="2249"/>
                </a:lnTo>
                <a:lnTo>
                  <a:pt x="225" y="2514"/>
                </a:lnTo>
                <a:lnTo>
                  <a:pt x="222" y="2523"/>
                </a:lnTo>
                <a:lnTo>
                  <a:pt x="220" y="2532"/>
                </a:lnTo>
                <a:lnTo>
                  <a:pt x="219" y="2537"/>
                </a:lnTo>
                <a:lnTo>
                  <a:pt x="219" y="2542"/>
                </a:lnTo>
                <a:lnTo>
                  <a:pt x="221" y="2545"/>
                </a:lnTo>
                <a:lnTo>
                  <a:pt x="225" y="2547"/>
                </a:lnTo>
                <a:lnTo>
                  <a:pt x="230" y="2547"/>
                </a:lnTo>
                <a:lnTo>
                  <a:pt x="239" y="2546"/>
                </a:lnTo>
                <a:lnTo>
                  <a:pt x="259" y="2542"/>
                </a:lnTo>
                <a:lnTo>
                  <a:pt x="263" y="2541"/>
                </a:lnTo>
                <a:lnTo>
                  <a:pt x="263" y="2540"/>
                </a:lnTo>
                <a:lnTo>
                  <a:pt x="263" y="2539"/>
                </a:lnTo>
                <a:lnTo>
                  <a:pt x="263" y="2537"/>
                </a:lnTo>
                <a:lnTo>
                  <a:pt x="266" y="2535"/>
                </a:lnTo>
                <a:lnTo>
                  <a:pt x="277" y="2526"/>
                </a:lnTo>
                <a:lnTo>
                  <a:pt x="283" y="2520"/>
                </a:lnTo>
                <a:lnTo>
                  <a:pt x="285" y="2516"/>
                </a:lnTo>
                <a:lnTo>
                  <a:pt x="286" y="2513"/>
                </a:lnTo>
                <a:lnTo>
                  <a:pt x="287" y="2510"/>
                </a:lnTo>
                <a:lnTo>
                  <a:pt x="291" y="2507"/>
                </a:lnTo>
                <a:lnTo>
                  <a:pt x="299" y="2501"/>
                </a:lnTo>
                <a:lnTo>
                  <a:pt x="314" y="2492"/>
                </a:lnTo>
                <a:lnTo>
                  <a:pt x="354" y="2469"/>
                </a:lnTo>
                <a:lnTo>
                  <a:pt x="387" y="2452"/>
                </a:lnTo>
                <a:lnTo>
                  <a:pt x="417" y="2438"/>
                </a:lnTo>
                <a:lnTo>
                  <a:pt x="447" y="2423"/>
                </a:lnTo>
                <a:lnTo>
                  <a:pt x="481" y="2406"/>
                </a:lnTo>
                <a:lnTo>
                  <a:pt x="522" y="2383"/>
                </a:lnTo>
                <a:lnTo>
                  <a:pt x="574" y="2352"/>
                </a:lnTo>
                <a:lnTo>
                  <a:pt x="639" y="2309"/>
                </a:lnTo>
                <a:lnTo>
                  <a:pt x="674" y="2286"/>
                </a:lnTo>
                <a:lnTo>
                  <a:pt x="709" y="2260"/>
                </a:lnTo>
                <a:lnTo>
                  <a:pt x="745" y="2233"/>
                </a:lnTo>
                <a:lnTo>
                  <a:pt x="779" y="2205"/>
                </a:lnTo>
                <a:lnTo>
                  <a:pt x="814" y="2176"/>
                </a:lnTo>
                <a:lnTo>
                  <a:pt x="848" y="2147"/>
                </a:lnTo>
                <a:lnTo>
                  <a:pt x="883" y="2116"/>
                </a:lnTo>
                <a:lnTo>
                  <a:pt x="917" y="2085"/>
                </a:lnTo>
                <a:lnTo>
                  <a:pt x="949" y="2053"/>
                </a:lnTo>
                <a:lnTo>
                  <a:pt x="982" y="2021"/>
                </a:lnTo>
                <a:lnTo>
                  <a:pt x="1015" y="1987"/>
                </a:lnTo>
                <a:lnTo>
                  <a:pt x="1045" y="1954"/>
                </a:lnTo>
                <a:lnTo>
                  <a:pt x="1075" y="1922"/>
                </a:lnTo>
                <a:lnTo>
                  <a:pt x="1105" y="1889"/>
                </a:lnTo>
                <a:lnTo>
                  <a:pt x="1132" y="1856"/>
                </a:lnTo>
                <a:lnTo>
                  <a:pt x="1159" y="1824"/>
                </a:lnTo>
                <a:lnTo>
                  <a:pt x="1390" y="1546"/>
                </a:lnTo>
                <a:lnTo>
                  <a:pt x="1415" y="1522"/>
                </a:lnTo>
                <a:lnTo>
                  <a:pt x="1436" y="1503"/>
                </a:lnTo>
                <a:lnTo>
                  <a:pt x="1459" y="1485"/>
                </a:lnTo>
                <a:lnTo>
                  <a:pt x="1486" y="1465"/>
                </a:lnTo>
                <a:lnTo>
                  <a:pt x="1508" y="1448"/>
                </a:lnTo>
                <a:lnTo>
                  <a:pt x="1533" y="1430"/>
                </a:lnTo>
                <a:lnTo>
                  <a:pt x="1561" y="1411"/>
                </a:lnTo>
                <a:lnTo>
                  <a:pt x="1591" y="1393"/>
                </a:lnTo>
                <a:lnTo>
                  <a:pt x="1606" y="1384"/>
                </a:lnTo>
                <a:lnTo>
                  <a:pt x="1622" y="1376"/>
                </a:lnTo>
                <a:lnTo>
                  <a:pt x="1637" y="1369"/>
                </a:lnTo>
                <a:lnTo>
                  <a:pt x="1653" y="1363"/>
                </a:lnTo>
                <a:lnTo>
                  <a:pt x="1669" y="1357"/>
                </a:lnTo>
                <a:lnTo>
                  <a:pt x="1685" y="1353"/>
                </a:lnTo>
                <a:lnTo>
                  <a:pt x="1699" y="1351"/>
                </a:lnTo>
                <a:lnTo>
                  <a:pt x="1714" y="1350"/>
                </a:lnTo>
                <a:lnTo>
                  <a:pt x="1714" y="1316"/>
                </a:lnTo>
                <a:lnTo>
                  <a:pt x="12141" y="1304"/>
                </a:lnTo>
                <a:lnTo>
                  <a:pt x="12202" y="1304"/>
                </a:lnTo>
                <a:lnTo>
                  <a:pt x="12263" y="1304"/>
                </a:lnTo>
                <a:lnTo>
                  <a:pt x="12322" y="1304"/>
                </a:lnTo>
                <a:lnTo>
                  <a:pt x="12380" y="1303"/>
                </a:lnTo>
                <a:lnTo>
                  <a:pt x="12438" y="1302"/>
                </a:lnTo>
                <a:lnTo>
                  <a:pt x="12497" y="1301"/>
                </a:lnTo>
                <a:lnTo>
                  <a:pt x="12555" y="1301"/>
                </a:lnTo>
                <a:lnTo>
                  <a:pt x="12612" y="1300"/>
                </a:lnTo>
                <a:lnTo>
                  <a:pt x="12670" y="1298"/>
                </a:lnTo>
                <a:lnTo>
                  <a:pt x="12727" y="1297"/>
                </a:lnTo>
                <a:lnTo>
                  <a:pt x="12785" y="1296"/>
                </a:lnTo>
                <a:lnTo>
                  <a:pt x="12843" y="1296"/>
                </a:lnTo>
                <a:lnTo>
                  <a:pt x="12902" y="1295"/>
                </a:lnTo>
                <a:lnTo>
                  <a:pt x="12961" y="1295"/>
                </a:lnTo>
                <a:lnTo>
                  <a:pt x="13020" y="1294"/>
                </a:lnTo>
                <a:lnTo>
                  <a:pt x="13081" y="1294"/>
                </a:lnTo>
                <a:lnTo>
                  <a:pt x="16642" y="1294"/>
                </a:lnTo>
                <a:lnTo>
                  <a:pt x="16675" y="1294"/>
                </a:lnTo>
                <a:lnTo>
                  <a:pt x="16706" y="1293"/>
                </a:lnTo>
                <a:lnTo>
                  <a:pt x="16735" y="1293"/>
                </a:lnTo>
                <a:lnTo>
                  <a:pt x="16764" y="1290"/>
                </a:lnTo>
                <a:lnTo>
                  <a:pt x="16791" y="1289"/>
                </a:lnTo>
                <a:lnTo>
                  <a:pt x="16819" y="1287"/>
                </a:lnTo>
                <a:lnTo>
                  <a:pt x="16846" y="1285"/>
                </a:lnTo>
                <a:lnTo>
                  <a:pt x="16874" y="1283"/>
                </a:lnTo>
                <a:lnTo>
                  <a:pt x="16876" y="1304"/>
                </a:lnTo>
                <a:lnTo>
                  <a:pt x="16878" y="1323"/>
                </a:lnTo>
                <a:lnTo>
                  <a:pt x="16881" y="1341"/>
                </a:lnTo>
                <a:lnTo>
                  <a:pt x="16885" y="1358"/>
                </a:lnTo>
                <a:lnTo>
                  <a:pt x="16890" y="1376"/>
                </a:lnTo>
                <a:lnTo>
                  <a:pt x="16892" y="1395"/>
                </a:lnTo>
                <a:lnTo>
                  <a:pt x="16895" y="1415"/>
                </a:lnTo>
                <a:lnTo>
                  <a:pt x="16896" y="1437"/>
                </a:lnTo>
                <a:lnTo>
                  <a:pt x="16896" y="1483"/>
                </a:lnTo>
                <a:lnTo>
                  <a:pt x="16895" y="1528"/>
                </a:lnTo>
                <a:lnTo>
                  <a:pt x="16892" y="1573"/>
                </a:lnTo>
                <a:lnTo>
                  <a:pt x="16889" y="1619"/>
                </a:lnTo>
                <a:lnTo>
                  <a:pt x="16885" y="1663"/>
                </a:lnTo>
                <a:lnTo>
                  <a:pt x="16880" y="1708"/>
                </a:lnTo>
                <a:lnTo>
                  <a:pt x="16874" y="1752"/>
                </a:lnTo>
                <a:lnTo>
                  <a:pt x="16870" y="1796"/>
                </a:lnTo>
                <a:lnTo>
                  <a:pt x="16855" y="1883"/>
                </a:lnTo>
                <a:lnTo>
                  <a:pt x="16841" y="1966"/>
                </a:lnTo>
                <a:lnTo>
                  <a:pt x="16824" y="2047"/>
                </a:lnTo>
                <a:lnTo>
                  <a:pt x="16808" y="2123"/>
                </a:lnTo>
                <a:lnTo>
                  <a:pt x="16828" y="2124"/>
                </a:lnTo>
                <a:lnTo>
                  <a:pt x="16846" y="2125"/>
                </a:lnTo>
                <a:lnTo>
                  <a:pt x="16864" y="2128"/>
                </a:lnTo>
                <a:lnTo>
                  <a:pt x="16880" y="2130"/>
                </a:lnTo>
                <a:lnTo>
                  <a:pt x="16898" y="2132"/>
                </a:lnTo>
                <a:lnTo>
                  <a:pt x="16917" y="2134"/>
                </a:lnTo>
                <a:lnTo>
                  <a:pt x="16939" y="2135"/>
                </a:lnTo>
                <a:lnTo>
                  <a:pt x="16962" y="2135"/>
                </a:lnTo>
                <a:lnTo>
                  <a:pt x="17001" y="2132"/>
                </a:lnTo>
                <a:lnTo>
                  <a:pt x="17036" y="2129"/>
                </a:lnTo>
                <a:lnTo>
                  <a:pt x="17072" y="2125"/>
                </a:lnTo>
                <a:lnTo>
                  <a:pt x="17118" y="2123"/>
                </a:lnTo>
                <a:lnTo>
                  <a:pt x="17154" y="2122"/>
                </a:lnTo>
                <a:lnTo>
                  <a:pt x="17190" y="2118"/>
                </a:lnTo>
                <a:lnTo>
                  <a:pt x="17227" y="2115"/>
                </a:lnTo>
                <a:lnTo>
                  <a:pt x="17265" y="2109"/>
                </a:lnTo>
                <a:lnTo>
                  <a:pt x="17303" y="2104"/>
                </a:lnTo>
                <a:lnTo>
                  <a:pt x="17340" y="2097"/>
                </a:lnTo>
                <a:lnTo>
                  <a:pt x="17376" y="2091"/>
                </a:lnTo>
                <a:lnTo>
                  <a:pt x="17411" y="2085"/>
                </a:lnTo>
                <a:lnTo>
                  <a:pt x="17452" y="2078"/>
                </a:lnTo>
                <a:lnTo>
                  <a:pt x="17493" y="2071"/>
                </a:lnTo>
                <a:lnTo>
                  <a:pt x="17534" y="2062"/>
                </a:lnTo>
                <a:lnTo>
                  <a:pt x="17574" y="2053"/>
                </a:lnTo>
                <a:lnTo>
                  <a:pt x="17614" y="2042"/>
                </a:lnTo>
                <a:lnTo>
                  <a:pt x="17655" y="2031"/>
                </a:lnTo>
                <a:lnTo>
                  <a:pt x="17694" y="2021"/>
                </a:lnTo>
                <a:lnTo>
                  <a:pt x="17733" y="2009"/>
                </a:lnTo>
                <a:lnTo>
                  <a:pt x="17772" y="1996"/>
                </a:lnTo>
                <a:lnTo>
                  <a:pt x="17812" y="1983"/>
                </a:lnTo>
                <a:lnTo>
                  <a:pt x="17850" y="1968"/>
                </a:lnTo>
                <a:lnTo>
                  <a:pt x="17889" y="1953"/>
                </a:lnTo>
                <a:lnTo>
                  <a:pt x="17927" y="1938"/>
                </a:lnTo>
                <a:lnTo>
                  <a:pt x="17964" y="1922"/>
                </a:lnTo>
                <a:lnTo>
                  <a:pt x="18002" y="1904"/>
                </a:lnTo>
                <a:lnTo>
                  <a:pt x="18039" y="1886"/>
                </a:lnTo>
                <a:lnTo>
                  <a:pt x="18074" y="1869"/>
                </a:lnTo>
                <a:lnTo>
                  <a:pt x="18111" y="1850"/>
                </a:lnTo>
                <a:lnTo>
                  <a:pt x="18147" y="1829"/>
                </a:lnTo>
                <a:lnTo>
                  <a:pt x="18182" y="1809"/>
                </a:lnTo>
                <a:lnTo>
                  <a:pt x="18217" y="1788"/>
                </a:lnTo>
                <a:lnTo>
                  <a:pt x="18251" y="1767"/>
                </a:lnTo>
                <a:lnTo>
                  <a:pt x="18286" y="1744"/>
                </a:lnTo>
                <a:lnTo>
                  <a:pt x="18319" y="1720"/>
                </a:lnTo>
                <a:lnTo>
                  <a:pt x="18352" y="1696"/>
                </a:lnTo>
                <a:lnTo>
                  <a:pt x="18384" y="1671"/>
                </a:lnTo>
                <a:lnTo>
                  <a:pt x="18416" y="1647"/>
                </a:lnTo>
                <a:lnTo>
                  <a:pt x="18448" y="1620"/>
                </a:lnTo>
                <a:lnTo>
                  <a:pt x="18479" y="1593"/>
                </a:lnTo>
                <a:lnTo>
                  <a:pt x="18510" y="1566"/>
                </a:lnTo>
                <a:lnTo>
                  <a:pt x="18541" y="1537"/>
                </a:lnTo>
                <a:lnTo>
                  <a:pt x="18570" y="1509"/>
                </a:lnTo>
                <a:lnTo>
                  <a:pt x="18582" y="1497"/>
                </a:lnTo>
                <a:lnTo>
                  <a:pt x="18591" y="1486"/>
                </a:lnTo>
                <a:lnTo>
                  <a:pt x="18602" y="1474"/>
                </a:lnTo>
                <a:lnTo>
                  <a:pt x="18612" y="1462"/>
                </a:lnTo>
                <a:lnTo>
                  <a:pt x="18636" y="1439"/>
                </a:lnTo>
                <a:lnTo>
                  <a:pt x="18653" y="1418"/>
                </a:lnTo>
                <a:lnTo>
                  <a:pt x="18668" y="1398"/>
                </a:lnTo>
                <a:lnTo>
                  <a:pt x="18687" y="1371"/>
                </a:lnTo>
                <a:lnTo>
                  <a:pt x="18639" y="1360"/>
                </a:lnTo>
                <a:lnTo>
                  <a:pt x="18589" y="1348"/>
                </a:lnTo>
                <a:lnTo>
                  <a:pt x="18540" y="1338"/>
                </a:lnTo>
                <a:lnTo>
                  <a:pt x="18490" y="1327"/>
                </a:lnTo>
                <a:lnTo>
                  <a:pt x="18441" y="1315"/>
                </a:lnTo>
                <a:lnTo>
                  <a:pt x="18393" y="1303"/>
                </a:lnTo>
                <a:lnTo>
                  <a:pt x="18344" y="1291"/>
                </a:lnTo>
                <a:lnTo>
                  <a:pt x="18295" y="1277"/>
                </a:lnTo>
                <a:lnTo>
                  <a:pt x="18261" y="1268"/>
                </a:lnTo>
                <a:lnTo>
                  <a:pt x="18224" y="1254"/>
                </a:lnTo>
                <a:lnTo>
                  <a:pt x="18184" y="1241"/>
                </a:lnTo>
                <a:lnTo>
                  <a:pt x="18142" y="1226"/>
                </a:lnTo>
                <a:lnTo>
                  <a:pt x="18102" y="1209"/>
                </a:lnTo>
                <a:lnTo>
                  <a:pt x="18062" y="1192"/>
                </a:lnTo>
                <a:lnTo>
                  <a:pt x="18027" y="1175"/>
                </a:lnTo>
                <a:lnTo>
                  <a:pt x="17995" y="1157"/>
                </a:lnTo>
                <a:lnTo>
                  <a:pt x="17984" y="1150"/>
                </a:lnTo>
                <a:lnTo>
                  <a:pt x="17974" y="1143"/>
                </a:lnTo>
                <a:lnTo>
                  <a:pt x="17966" y="1136"/>
                </a:lnTo>
                <a:lnTo>
                  <a:pt x="17958" y="1129"/>
                </a:lnTo>
                <a:lnTo>
                  <a:pt x="18001" y="1119"/>
                </a:lnTo>
                <a:lnTo>
                  <a:pt x="18052" y="1111"/>
                </a:lnTo>
                <a:lnTo>
                  <a:pt x="18111" y="1101"/>
                </a:lnTo>
                <a:lnTo>
                  <a:pt x="18178" y="1093"/>
                </a:lnTo>
                <a:lnTo>
                  <a:pt x="18249" y="1083"/>
                </a:lnTo>
                <a:lnTo>
                  <a:pt x="18324" y="1074"/>
                </a:lnTo>
                <a:lnTo>
                  <a:pt x="18401" y="1064"/>
                </a:lnTo>
                <a:lnTo>
                  <a:pt x="18481" y="1054"/>
                </a:lnTo>
                <a:lnTo>
                  <a:pt x="18559" y="1043"/>
                </a:lnTo>
                <a:lnTo>
                  <a:pt x="18637" y="1031"/>
                </a:lnTo>
                <a:lnTo>
                  <a:pt x="18713" y="1018"/>
                </a:lnTo>
                <a:lnTo>
                  <a:pt x="18785" y="1005"/>
                </a:lnTo>
                <a:lnTo>
                  <a:pt x="18819" y="998"/>
                </a:lnTo>
                <a:lnTo>
                  <a:pt x="18851" y="991"/>
                </a:lnTo>
                <a:lnTo>
                  <a:pt x="18882" y="982"/>
                </a:lnTo>
                <a:lnTo>
                  <a:pt x="18912" y="974"/>
                </a:lnTo>
                <a:lnTo>
                  <a:pt x="18939" y="967"/>
                </a:lnTo>
                <a:lnTo>
                  <a:pt x="18964" y="958"/>
                </a:lnTo>
                <a:lnTo>
                  <a:pt x="18988" y="949"/>
                </a:lnTo>
                <a:lnTo>
                  <a:pt x="19008" y="940"/>
                </a:lnTo>
                <a:lnTo>
                  <a:pt x="19003" y="927"/>
                </a:lnTo>
                <a:lnTo>
                  <a:pt x="18998" y="916"/>
                </a:lnTo>
                <a:lnTo>
                  <a:pt x="18991" y="906"/>
                </a:lnTo>
                <a:lnTo>
                  <a:pt x="18983" y="896"/>
                </a:lnTo>
                <a:lnTo>
                  <a:pt x="18962" y="873"/>
                </a:lnTo>
                <a:lnTo>
                  <a:pt x="18932" y="839"/>
                </a:lnTo>
                <a:lnTo>
                  <a:pt x="18849" y="746"/>
                </a:lnTo>
                <a:lnTo>
                  <a:pt x="18770" y="681"/>
                </a:lnTo>
                <a:lnTo>
                  <a:pt x="18696" y="619"/>
                </a:lnTo>
                <a:lnTo>
                  <a:pt x="18658" y="589"/>
                </a:lnTo>
                <a:lnTo>
                  <a:pt x="18621" y="561"/>
                </a:lnTo>
                <a:lnTo>
                  <a:pt x="18583" y="533"/>
                </a:lnTo>
                <a:lnTo>
                  <a:pt x="18545" y="507"/>
                </a:lnTo>
                <a:lnTo>
                  <a:pt x="18507" y="481"/>
                </a:lnTo>
                <a:lnTo>
                  <a:pt x="18466" y="455"/>
                </a:lnTo>
                <a:lnTo>
                  <a:pt x="18426" y="430"/>
                </a:lnTo>
                <a:lnTo>
                  <a:pt x="18383" y="406"/>
                </a:lnTo>
                <a:lnTo>
                  <a:pt x="18339" y="383"/>
                </a:lnTo>
                <a:lnTo>
                  <a:pt x="18293" y="360"/>
                </a:lnTo>
                <a:lnTo>
                  <a:pt x="18245" y="337"/>
                </a:lnTo>
                <a:lnTo>
                  <a:pt x="18194" y="316"/>
                </a:lnTo>
                <a:lnTo>
                  <a:pt x="18122" y="286"/>
                </a:lnTo>
                <a:lnTo>
                  <a:pt x="18066" y="264"/>
                </a:lnTo>
                <a:lnTo>
                  <a:pt x="18023" y="247"/>
                </a:lnTo>
                <a:lnTo>
                  <a:pt x="17988" y="234"/>
                </a:lnTo>
                <a:lnTo>
                  <a:pt x="17952" y="222"/>
                </a:lnTo>
                <a:lnTo>
                  <a:pt x="17914" y="210"/>
                </a:lnTo>
                <a:lnTo>
                  <a:pt x="17866" y="195"/>
                </a:lnTo>
                <a:lnTo>
                  <a:pt x="17805" y="176"/>
                </a:lnTo>
                <a:lnTo>
                  <a:pt x="17769" y="165"/>
                </a:lnTo>
                <a:lnTo>
                  <a:pt x="17731" y="154"/>
                </a:lnTo>
                <a:lnTo>
                  <a:pt x="17692" y="144"/>
                </a:lnTo>
                <a:lnTo>
                  <a:pt x="17656" y="135"/>
                </a:lnTo>
                <a:lnTo>
                  <a:pt x="17611" y="126"/>
                </a:lnTo>
                <a:lnTo>
                  <a:pt x="17562" y="115"/>
                </a:lnTo>
                <a:lnTo>
                  <a:pt x="17510" y="106"/>
                </a:lnTo>
                <a:lnTo>
                  <a:pt x="17454" y="97"/>
                </a:lnTo>
                <a:lnTo>
                  <a:pt x="17397" y="89"/>
                </a:lnTo>
                <a:lnTo>
                  <a:pt x="17338" y="82"/>
                </a:lnTo>
                <a:lnTo>
                  <a:pt x="17277" y="76"/>
                </a:lnTo>
                <a:lnTo>
                  <a:pt x="17215" y="71"/>
                </a:lnTo>
                <a:lnTo>
                  <a:pt x="17152" y="68"/>
                </a:lnTo>
                <a:lnTo>
                  <a:pt x="17091" y="67"/>
                </a:lnTo>
                <a:lnTo>
                  <a:pt x="17029" y="65"/>
                </a:lnTo>
                <a:lnTo>
                  <a:pt x="16969" y="68"/>
                </a:lnTo>
                <a:lnTo>
                  <a:pt x="16910" y="71"/>
                </a:lnTo>
                <a:lnTo>
                  <a:pt x="16853" y="76"/>
                </a:lnTo>
                <a:lnTo>
                  <a:pt x="16826" y="81"/>
                </a:lnTo>
                <a:lnTo>
                  <a:pt x="16798" y="84"/>
                </a:lnTo>
                <a:lnTo>
                  <a:pt x="16772" y="89"/>
                </a:lnTo>
                <a:lnTo>
                  <a:pt x="16747" y="95"/>
                </a:lnTo>
                <a:lnTo>
                  <a:pt x="16727" y="101"/>
                </a:lnTo>
                <a:lnTo>
                  <a:pt x="16701" y="110"/>
                </a:lnTo>
                <a:lnTo>
                  <a:pt x="16672" y="124"/>
                </a:lnTo>
                <a:lnTo>
                  <a:pt x="16644" y="139"/>
                </a:lnTo>
                <a:lnTo>
                  <a:pt x="16631" y="146"/>
                </a:lnTo>
                <a:lnTo>
                  <a:pt x="16618" y="154"/>
                </a:lnTo>
                <a:lnTo>
                  <a:pt x="16606" y="163"/>
                </a:lnTo>
                <a:lnTo>
                  <a:pt x="16595" y="170"/>
                </a:lnTo>
                <a:lnTo>
                  <a:pt x="16587" y="178"/>
                </a:lnTo>
                <a:lnTo>
                  <a:pt x="16581" y="185"/>
                </a:lnTo>
                <a:lnTo>
                  <a:pt x="16576" y="192"/>
                </a:lnTo>
                <a:lnTo>
                  <a:pt x="16575" y="200"/>
                </a:lnTo>
                <a:lnTo>
                  <a:pt x="16576" y="208"/>
                </a:lnTo>
                <a:lnTo>
                  <a:pt x="16581" y="221"/>
                </a:lnTo>
                <a:lnTo>
                  <a:pt x="16587" y="238"/>
                </a:lnTo>
                <a:lnTo>
                  <a:pt x="16595" y="258"/>
                </a:lnTo>
                <a:lnTo>
                  <a:pt x="16617" y="306"/>
                </a:lnTo>
                <a:lnTo>
                  <a:pt x="16643" y="362"/>
                </a:lnTo>
                <a:lnTo>
                  <a:pt x="16670" y="421"/>
                </a:lnTo>
                <a:lnTo>
                  <a:pt x="16696" y="479"/>
                </a:lnTo>
                <a:lnTo>
                  <a:pt x="16719" y="530"/>
                </a:lnTo>
                <a:lnTo>
                  <a:pt x="16735" y="570"/>
                </a:lnTo>
                <a:lnTo>
                  <a:pt x="16754" y="624"/>
                </a:lnTo>
                <a:lnTo>
                  <a:pt x="16775" y="678"/>
                </a:lnTo>
                <a:lnTo>
                  <a:pt x="16795" y="735"/>
                </a:lnTo>
                <a:lnTo>
                  <a:pt x="16813" y="795"/>
                </a:lnTo>
                <a:lnTo>
                  <a:pt x="16821" y="823"/>
                </a:lnTo>
                <a:lnTo>
                  <a:pt x="16828" y="853"/>
                </a:lnTo>
                <a:lnTo>
                  <a:pt x="16835" y="883"/>
                </a:lnTo>
                <a:lnTo>
                  <a:pt x="16841" y="912"/>
                </a:lnTo>
                <a:lnTo>
                  <a:pt x="16846" y="942"/>
                </a:lnTo>
                <a:lnTo>
                  <a:pt x="16849" y="971"/>
                </a:lnTo>
                <a:lnTo>
                  <a:pt x="16851" y="1000"/>
                </a:lnTo>
                <a:lnTo>
                  <a:pt x="16852" y="1029"/>
                </a:lnTo>
                <a:lnTo>
                  <a:pt x="16827" y="1029"/>
                </a:lnTo>
                <a:lnTo>
                  <a:pt x="16801" y="1031"/>
                </a:lnTo>
                <a:lnTo>
                  <a:pt x="16771" y="1034"/>
                </a:lnTo>
                <a:lnTo>
                  <a:pt x="16740" y="1037"/>
                </a:lnTo>
                <a:lnTo>
                  <a:pt x="16674" y="1047"/>
                </a:lnTo>
                <a:lnTo>
                  <a:pt x="16602" y="1056"/>
                </a:lnTo>
                <a:lnTo>
                  <a:pt x="16530" y="1067"/>
                </a:lnTo>
                <a:lnTo>
                  <a:pt x="16456" y="1075"/>
                </a:lnTo>
                <a:lnTo>
                  <a:pt x="16422" y="1079"/>
                </a:lnTo>
                <a:lnTo>
                  <a:pt x="16386" y="1081"/>
                </a:lnTo>
                <a:lnTo>
                  <a:pt x="16353" y="1083"/>
                </a:lnTo>
                <a:lnTo>
                  <a:pt x="16321" y="1083"/>
                </a:lnTo>
                <a:lnTo>
                  <a:pt x="16249" y="1083"/>
                </a:lnTo>
                <a:lnTo>
                  <a:pt x="16181" y="1082"/>
                </a:lnTo>
                <a:lnTo>
                  <a:pt x="16114" y="1080"/>
                </a:lnTo>
                <a:lnTo>
                  <a:pt x="16046" y="1077"/>
                </a:lnTo>
                <a:lnTo>
                  <a:pt x="15980" y="1076"/>
                </a:lnTo>
                <a:lnTo>
                  <a:pt x="15911" y="1074"/>
                </a:lnTo>
                <a:lnTo>
                  <a:pt x="15841" y="1073"/>
                </a:lnTo>
                <a:lnTo>
                  <a:pt x="15768" y="1073"/>
                </a:lnTo>
                <a:lnTo>
                  <a:pt x="12396" y="1073"/>
                </a:lnTo>
                <a:lnTo>
                  <a:pt x="12359" y="1073"/>
                </a:lnTo>
                <a:lnTo>
                  <a:pt x="12324" y="1072"/>
                </a:lnTo>
                <a:lnTo>
                  <a:pt x="12292" y="1069"/>
                </a:lnTo>
                <a:lnTo>
                  <a:pt x="12261" y="1067"/>
                </a:lnTo>
                <a:lnTo>
                  <a:pt x="12230" y="1064"/>
                </a:lnTo>
                <a:lnTo>
                  <a:pt x="12200" y="1063"/>
                </a:lnTo>
                <a:lnTo>
                  <a:pt x="12166" y="1062"/>
                </a:lnTo>
                <a:lnTo>
                  <a:pt x="12131" y="1062"/>
                </a:lnTo>
                <a:lnTo>
                  <a:pt x="9045" y="1062"/>
                </a:lnTo>
                <a:lnTo>
                  <a:pt x="8973" y="1062"/>
                </a:lnTo>
                <a:lnTo>
                  <a:pt x="8902" y="1061"/>
                </a:lnTo>
                <a:lnTo>
                  <a:pt x="8832" y="1061"/>
                </a:lnTo>
                <a:lnTo>
                  <a:pt x="8762" y="1060"/>
                </a:lnTo>
                <a:lnTo>
                  <a:pt x="8693" y="1058"/>
                </a:lnTo>
                <a:lnTo>
                  <a:pt x="8623" y="1058"/>
                </a:lnTo>
                <a:lnTo>
                  <a:pt x="8554" y="1057"/>
                </a:lnTo>
                <a:lnTo>
                  <a:pt x="8485" y="1056"/>
                </a:lnTo>
                <a:lnTo>
                  <a:pt x="8417" y="1055"/>
                </a:lnTo>
                <a:lnTo>
                  <a:pt x="8348" y="1054"/>
                </a:lnTo>
                <a:lnTo>
                  <a:pt x="8279" y="1053"/>
                </a:lnTo>
                <a:lnTo>
                  <a:pt x="8209" y="1053"/>
                </a:lnTo>
                <a:lnTo>
                  <a:pt x="8140" y="1051"/>
                </a:lnTo>
                <a:lnTo>
                  <a:pt x="8070" y="1051"/>
                </a:lnTo>
                <a:lnTo>
                  <a:pt x="8000" y="1050"/>
                </a:lnTo>
                <a:lnTo>
                  <a:pt x="7929" y="1050"/>
                </a:lnTo>
                <a:lnTo>
                  <a:pt x="7789" y="1050"/>
                </a:lnTo>
                <a:lnTo>
                  <a:pt x="7647" y="1050"/>
                </a:lnTo>
                <a:lnTo>
                  <a:pt x="7507" y="1050"/>
                </a:lnTo>
                <a:lnTo>
                  <a:pt x="7367" y="1050"/>
                </a:lnTo>
                <a:lnTo>
                  <a:pt x="7227" y="1050"/>
                </a:lnTo>
                <a:lnTo>
                  <a:pt x="7086" y="1050"/>
                </a:lnTo>
                <a:lnTo>
                  <a:pt x="6946" y="1050"/>
                </a:lnTo>
                <a:lnTo>
                  <a:pt x="6806" y="1050"/>
                </a:lnTo>
                <a:lnTo>
                  <a:pt x="6666" y="1050"/>
                </a:lnTo>
                <a:lnTo>
                  <a:pt x="6526" y="1050"/>
                </a:lnTo>
                <a:lnTo>
                  <a:pt x="6386" y="1050"/>
                </a:lnTo>
                <a:lnTo>
                  <a:pt x="6245" y="1050"/>
                </a:lnTo>
                <a:lnTo>
                  <a:pt x="6104" y="1050"/>
                </a:lnTo>
                <a:lnTo>
                  <a:pt x="5964" y="1050"/>
                </a:lnTo>
                <a:lnTo>
                  <a:pt x="5824" y="1050"/>
                </a:lnTo>
                <a:lnTo>
                  <a:pt x="5683" y="1050"/>
                </a:lnTo>
                <a:lnTo>
                  <a:pt x="2333" y="1039"/>
                </a:lnTo>
                <a:lnTo>
                  <a:pt x="2279" y="1041"/>
                </a:lnTo>
                <a:lnTo>
                  <a:pt x="2201" y="1042"/>
                </a:lnTo>
                <a:lnTo>
                  <a:pt x="2108" y="1043"/>
                </a:lnTo>
                <a:lnTo>
                  <a:pt x="2008" y="1045"/>
                </a:lnTo>
                <a:lnTo>
                  <a:pt x="1910" y="1045"/>
                </a:lnTo>
                <a:lnTo>
                  <a:pt x="1822" y="1043"/>
                </a:lnTo>
                <a:lnTo>
                  <a:pt x="1786" y="1041"/>
                </a:lnTo>
                <a:lnTo>
                  <a:pt x="1753" y="1038"/>
                </a:lnTo>
                <a:lnTo>
                  <a:pt x="1729" y="1035"/>
                </a:lnTo>
                <a:lnTo>
                  <a:pt x="1712" y="1031"/>
                </a:lnTo>
                <a:lnTo>
                  <a:pt x="1386" y="858"/>
                </a:lnTo>
                <a:lnTo>
                  <a:pt x="1241" y="727"/>
                </a:lnTo>
                <a:lnTo>
                  <a:pt x="1205" y="691"/>
                </a:lnTo>
                <a:lnTo>
                  <a:pt x="1173" y="658"/>
                </a:lnTo>
                <a:lnTo>
                  <a:pt x="1156" y="642"/>
                </a:lnTo>
                <a:lnTo>
                  <a:pt x="1140" y="624"/>
                </a:lnTo>
                <a:lnTo>
                  <a:pt x="1124" y="605"/>
                </a:lnTo>
                <a:lnTo>
                  <a:pt x="1107" y="584"/>
                </a:lnTo>
                <a:lnTo>
                  <a:pt x="829" y="298"/>
                </a:lnTo>
                <a:lnTo>
                  <a:pt x="788" y="266"/>
                </a:lnTo>
                <a:lnTo>
                  <a:pt x="750" y="235"/>
                </a:lnTo>
                <a:lnTo>
                  <a:pt x="712" y="206"/>
                </a:lnTo>
                <a:lnTo>
                  <a:pt x="675" y="178"/>
                </a:lnTo>
                <a:lnTo>
                  <a:pt x="655" y="165"/>
                </a:lnTo>
                <a:lnTo>
                  <a:pt x="634" y="152"/>
                </a:lnTo>
                <a:lnTo>
                  <a:pt x="614" y="139"/>
                </a:lnTo>
                <a:lnTo>
                  <a:pt x="592" y="126"/>
                </a:lnTo>
                <a:lnTo>
                  <a:pt x="568" y="114"/>
                </a:lnTo>
                <a:lnTo>
                  <a:pt x="543" y="101"/>
                </a:lnTo>
                <a:lnTo>
                  <a:pt x="516" y="89"/>
                </a:lnTo>
                <a:lnTo>
                  <a:pt x="487" y="77"/>
                </a:lnTo>
                <a:lnTo>
                  <a:pt x="461" y="68"/>
                </a:lnTo>
                <a:lnTo>
                  <a:pt x="435" y="58"/>
                </a:lnTo>
                <a:lnTo>
                  <a:pt x="409" y="50"/>
                </a:lnTo>
                <a:lnTo>
                  <a:pt x="381" y="43"/>
                </a:lnTo>
                <a:lnTo>
                  <a:pt x="353" y="36"/>
                </a:lnTo>
                <a:lnTo>
                  <a:pt x="323" y="30"/>
                </a:lnTo>
                <a:lnTo>
                  <a:pt x="293" y="24"/>
                </a:lnTo>
                <a:lnTo>
                  <a:pt x="264" y="19"/>
                </a:lnTo>
                <a:lnTo>
                  <a:pt x="233" y="14"/>
                </a:lnTo>
                <a:lnTo>
                  <a:pt x="201" y="11"/>
                </a:lnTo>
                <a:lnTo>
                  <a:pt x="169" y="7"/>
                </a:lnTo>
                <a:lnTo>
                  <a:pt x="137" y="5"/>
                </a:lnTo>
                <a:lnTo>
                  <a:pt x="103" y="2"/>
                </a:lnTo>
                <a:lnTo>
                  <a:pt x="69" y="1"/>
                </a:lnTo>
                <a:lnTo>
                  <a:pt x="34" y="0"/>
                </a:lnTo>
                <a:lnTo>
                  <a:pt x="0" y="0"/>
                </a:lnTo>
                <a:lnTo>
                  <a:pt x="4" y="7"/>
                </a:lnTo>
                <a:lnTo>
                  <a:pt x="10" y="15"/>
                </a:lnTo>
                <a:lnTo>
                  <a:pt x="18" y="24"/>
                </a:lnTo>
                <a:lnTo>
                  <a:pt x="27" y="34"/>
                </a:lnTo>
                <a:lnTo>
                  <a:pt x="50" y="56"/>
                </a:lnTo>
                <a:lnTo>
                  <a:pt x="77" y="78"/>
                </a:lnTo>
                <a:lnTo>
                  <a:pt x="131" y="121"/>
                </a:lnTo>
                <a:lnTo>
                  <a:pt x="169" y="152"/>
                </a:lnTo>
                <a:lnTo>
                  <a:pt x="183" y="165"/>
                </a:lnTo>
                <a:lnTo>
                  <a:pt x="196" y="179"/>
                </a:lnTo>
                <a:lnTo>
                  <a:pt x="210" y="192"/>
                </a:lnTo>
                <a:lnTo>
                  <a:pt x="223" y="208"/>
                </a:lnTo>
                <a:lnTo>
                  <a:pt x="265" y="249"/>
                </a:lnTo>
                <a:lnTo>
                  <a:pt x="307" y="295"/>
                </a:lnTo>
                <a:lnTo>
                  <a:pt x="347" y="341"/>
                </a:lnTo>
                <a:lnTo>
                  <a:pt x="387" y="388"/>
                </a:lnTo>
                <a:lnTo>
                  <a:pt x="425" y="440"/>
                </a:lnTo>
                <a:lnTo>
                  <a:pt x="463" y="491"/>
                </a:lnTo>
                <a:lnTo>
                  <a:pt x="481" y="517"/>
                </a:lnTo>
                <a:lnTo>
                  <a:pt x="499" y="544"/>
                </a:lnTo>
                <a:lnTo>
                  <a:pt x="516" y="571"/>
                </a:lnTo>
                <a:lnTo>
                  <a:pt x="531" y="599"/>
                </a:lnTo>
                <a:lnTo>
                  <a:pt x="548" y="626"/>
                </a:lnTo>
                <a:lnTo>
                  <a:pt x="562" y="655"/>
                </a:lnTo>
                <a:lnTo>
                  <a:pt x="576" y="683"/>
                </a:lnTo>
                <a:lnTo>
                  <a:pt x="590" y="712"/>
                </a:lnTo>
                <a:lnTo>
                  <a:pt x="602" y="740"/>
                </a:lnTo>
                <a:lnTo>
                  <a:pt x="614" y="770"/>
                </a:lnTo>
                <a:lnTo>
                  <a:pt x="625" y="800"/>
                </a:lnTo>
                <a:lnTo>
                  <a:pt x="636" y="829"/>
                </a:lnTo>
                <a:lnTo>
                  <a:pt x="644" y="859"/>
                </a:lnTo>
                <a:lnTo>
                  <a:pt x="652" y="889"/>
                </a:lnTo>
                <a:lnTo>
                  <a:pt x="658" y="919"/>
                </a:lnTo>
                <a:lnTo>
                  <a:pt x="664" y="949"/>
                </a:lnTo>
                <a:lnTo>
                  <a:pt x="669" y="980"/>
                </a:lnTo>
                <a:lnTo>
                  <a:pt x="672" y="1011"/>
                </a:lnTo>
                <a:lnTo>
                  <a:pt x="674" y="1042"/>
                </a:lnTo>
                <a:lnTo>
                  <a:pt x="675" y="1073"/>
                </a:lnTo>
                <a:close/>
              </a:path>
            </a:pathLst>
          </a:custGeom>
          <a:solidFill>
            <a:srgbClr val="0296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77" name="组合 76"/>
          <p:cNvGrpSpPr/>
          <p:nvPr/>
        </p:nvGrpSpPr>
        <p:grpSpPr>
          <a:xfrm>
            <a:off x="2111966" y="1424345"/>
            <a:ext cx="1274823" cy="381187"/>
            <a:chOff x="2541709" y="2171762"/>
            <a:chExt cx="3817181" cy="1133817"/>
          </a:xfrm>
        </p:grpSpPr>
        <p:sp>
          <p:nvSpPr>
            <p:cNvPr id="81" name="圆角矩形 121"/>
            <p:cNvSpPr/>
            <p:nvPr/>
          </p:nvSpPr>
          <p:spPr>
            <a:xfrm>
              <a:off x="2541709" y="2171762"/>
              <a:ext cx="3817181" cy="1133817"/>
            </a:xfrm>
            <a:prstGeom prst="roundRect">
              <a:avLst>
                <a:gd name="adj" fmla="val 0"/>
              </a:avLst>
            </a:prstGeom>
            <a:solidFill>
              <a:srgbClr val="029676"/>
            </a:solidFill>
            <a:ln w="15875" cap="flat">
              <a:noFill/>
              <a:prstDash val="solid"/>
              <a:miter lim="800000"/>
            </a:ln>
            <a:effectLst>
              <a:innerShdw dist="76200" dir="18900000">
                <a:prstClr val="black">
                  <a:alpha val="1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kern="0">
                <a:solidFill>
                  <a:prstClr val="black"/>
                </a:solidFill>
                <a:ea typeface="微软雅黑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3355918" y="2189391"/>
              <a:ext cx="2226271" cy="1098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护 士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5705687" y="1424345"/>
            <a:ext cx="1274823" cy="381187"/>
            <a:chOff x="2541709" y="2171762"/>
            <a:chExt cx="3817181" cy="1133817"/>
          </a:xfrm>
        </p:grpSpPr>
        <p:sp>
          <p:nvSpPr>
            <p:cNvPr id="86" name="圆角矩形 126"/>
            <p:cNvSpPr/>
            <p:nvPr/>
          </p:nvSpPr>
          <p:spPr>
            <a:xfrm>
              <a:off x="2541709" y="2171762"/>
              <a:ext cx="3817181" cy="1133817"/>
            </a:xfrm>
            <a:prstGeom prst="roundRect">
              <a:avLst>
                <a:gd name="adj" fmla="val 0"/>
              </a:avLst>
            </a:prstGeom>
            <a:solidFill>
              <a:srgbClr val="029676"/>
            </a:solidFill>
            <a:ln w="15875" cap="flat">
              <a:noFill/>
              <a:prstDash val="solid"/>
              <a:miter lim="800000"/>
            </a:ln>
            <a:effectLst>
              <a:innerShdw dist="76200" dir="18900000">
                <a:prstClr val="black">
                  <a:alpha val="1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kern="0">
                <a:solidFill>
                  <a:prstClr val="black"/>
                </a:solidFill>
                <a:ea typeface="微软雅黑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3355918" y="2189391"/>
              <a:ext cx="2226271" cy="1098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 备</a:t>
              </a: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748137" y="5550177"/>
            <a:ext cx="1274823" cy="381187"/>
            <a:chOff x="2541709" y="2171762"/>
            <a:chExt cx="3817181" cy="1133817"/>
          </a:xfrm>
        </p:grpSpPr>
        <p:sp>
          <p:nvSpPr>
            <p:cNvPr id="91" name="圆角矩形 131"/>
            <p:cNvSpPr/>
            <p:nvPr/>
          </p:nvSpPr>
          <p:spPr>
            <a:xfrm>
              <a:off x="2541709" y="2171762"/>
              <a:ext cx="3817181" cy="1133817"/>
            </a:xfrm>
            <a:prstGeom prst="roundRect">
              <a:avLst>
                <a:gd name="adj" fmla="val 0"/>
              </a:avLst>
            </a:prstGeom>
            <a:solidFill>
              <a:srgbClr val="029676"/>
            </a:solidFill>
            <a:ln w="15875" cap="flat">
              <a:noFill/>
              <a:prstDash val="solid"/>
              <a:miter lim="800000"/>
            </a:ln>
            <a:effectLst>
              <a:innerShdw dist="76200" dir="18900000">
                <a:prstClr val="black">
                  <a:alpha val="1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kern="0">
                <a:solidFill>
                  <a:prstClr val="black"/>
                </a:solidFill>
                <a:ea typeface="微软雅黑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3355918" y="2189391"/>
              <a:ext cx="2226271" cy="1098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 境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5220171" y="5547109"/>
            <a:ext cx="1274823" cy="381187"/>
            <a:chOff x="2541709" y="2171762"/>
            <a:chExt cx="3817181" cy="1133817"/>
          </a:xfrm>
        </p:grpSpPr>
        <p:sp>
          <p:nvSpPr>
            <p:cNvPr id="96" name="圆角矩形 136"/>
            <p:cNvSpPr/>
            <p:nvPr/>
          </p:nvSpPr>
          <p:spPr>
            <a:xfrm>
              <a:off x="2541709" y="2171762"/>
              <a:ext cx="3817181" cy="1133817"/>
            </a:xfrm>
            <a:prstGeom prst="roundRect">
              <a:avLst>
                <a:gd name="adj" fmla="val 0"/>
              </a:avLst>
            </a:prstGeom>
            <a:solidFill>
              <a:srgbClr val="029676"/>
            </a:solidFill>
            <a:ln w="15875" cap="flat">
              <a:noFill/>
              <a:prstDash val="solid"/>
              <a:miter lim="800000"/>
            </a:ln>
            <a:effectLst>
              <a:innerShdw dist="76200" dir="18900000">
                <a:prstClr val="black">
                  <a:alpha val="1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kern="0">
                <a:solidFill>
                  <a:prstClr val="black"/>
                </a:solidFill>
                <a:ea typeface="微软雅黑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2686803" y="2189391"/>
              <a:ext cx="3526990" cy="1098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操作流程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050074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275</Words>
  <Application>Microsoft Office PowerPoint</Application>
  <PresentationFormat>自定义</PresentationFormat>
  <Paragraphs>98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风云办公</Manager>
  <Company>上海剑姬网络科技有限公司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DELL</cp:lastModifiedBy>
  <cp:revision>24</cp:revision>
  <dcterms:created xsi:type="dcterms:W3CDTF">2017-01-12T03:27:39Z</dcterms:created>
  <dcterms:modified xsi:type="dcterms:W3CDTF">2022-03-23T15:15:09Z</dcterms:modified>
</cp:coreProperties>
</file>