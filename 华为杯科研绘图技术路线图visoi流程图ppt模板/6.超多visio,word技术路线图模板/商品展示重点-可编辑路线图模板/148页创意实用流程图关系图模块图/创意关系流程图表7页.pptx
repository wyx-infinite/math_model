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-724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6F6E35-B52E-43CB-BC92-B07DC2DE951F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7D028D-1BB7-4069-9A2B-301F16DF0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031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9675-65F0-4FA9-8780-FEFC0D53983E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237F-A93D-4E68-9304-450F74B34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87721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9675-65F0-4FA9-8780-FEFC0D53983E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237F-A93D-4E68-9304-450F74B34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03486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9675-65F0-4FA9-8780-FEFC0D53983E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237F-A93D-4E68-9304-450F74B34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06778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9675-65F0-4FA9-8780-FEFC0D53983E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237F-A93D-4E68-9304-450F74B34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49054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9675-65F0-4FA9-8780-FEFC0D53983E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237F-A93D-4E68-9304-450F74B34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515630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9675-65F0-4FA9-8780-FEFC0D53983E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237F-A93D-4E68-9304-450F74B34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91501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9675-65F0-4FA9-8780-FEFC0D53983E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237F-A93D-4E68-9304-450F74B34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19569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9675-65F0-4FA9-8780-FEFC0D53983E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237F-A93D-4E68-9304-450F74B34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57597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9675-65F0-4FA9-8780-FEFC0D53983E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237F-A93D-4E68-9304-450F74B34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98427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9675-65F0-4FA9-8780-FEFC0D53983E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237F-A93D-4E68-9304-450F74B34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86674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9675-65F0-4FA9-8780-FEFC0D53983E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237F-A93D-4E68-9304-450F74B34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99308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86028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155126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489044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720071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6661711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878175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457955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235004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245981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45555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64303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B9675-65F0-4FA9-8780-FEFC0D53983E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0237F-A93D-4E68-9304-450F74B34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455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156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-4207" y="252868"/>
            <a:ext cx="1271588" cy="431800"/>
          </a:xfrm>
          <a:prstGeom prst="rect">
            <a:avLst/>
          </a:prstGeom>
          <a:solidFill>
            <a:srgbClr val="262626">
              <a:lumMod val="50000"/>
              <a:lumOff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377">
              <a:defRPr/>
            </a:pPr>
            <a:endParaRPr lang="zh-CN" altLang="en-US" kern="0">
              <a:solidFill>
                <a:prstClr val="white"/>
              </a:solidFill>
              <a:ea typeface="造字工房悦黑体验版常规体" pitchFamily="50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38818" y="252868"/>
            <a:ext cx="73025" cy="431800"/>
          </a:xfrm>
          <a:prstGeom prst="rect">
            <a:avLst/>
          </a:prstGeom>
          <a:solidFill>
            <a:srgbClr val="92929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377">
              <a:defRPr/>
            </a:pPr>
            <a:endParaRPr lang="zh-CN" altLang="en-US" kern="0">
              <a:solidFill>
                <a:prstClr val="white"/>
              </a:solidFill>
              <a:ea typeface="造字工房悦黑体验版常规体" pitchFamily="50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76931" y="456069"/>
            <a:ext cx="63500" cy="225425"/>
          </a:xfrm>
          <a:prstGeom prst="rect">
            <a:avLst/>
          </a:prstGeom>
          <a:solidFill>
            <a:srgbClr val="92929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377">
              <a:defRPr/>
            </a:pPr>
            <a:endParaRPr lang="zh-CN" altLang="en-US" kern="0">
              <a:solidFill>
                <a:prstClr val="white"/>
              </a:solidFill>
              <a:ea typeface="造字工房悦黑体验版常规体" pitchFamily="50" charset="-122"/>
            </a:endParaRPr>
          </a:p>
        </p:txBody>
      </p:sp>
      <p:sp>
        <p:nvSpPr>
          <p:cNvPr id="17" name="文本框 14"/>
          <p:cNvSpPr txBox="1">
            <a:spLocks noChangeArrowheads="1"/>
          </p:cNvSpPr>
          <p:nvPr/>
        </p:nvSpPr>
        <p:spPr bwMode="auto">
          <a:xfrm>
            <a:off x="1483282" y="267225"/>
            <a:ext cx="2751137" cy="502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667" b="1" kern="0">
                <a:solidFill>
                  <a:srgbClr val="262626">
                    <a:lumMod val="50000"/>
                    <a:lumOff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造字工房悦黑体验版常规体"/>
              </a:rPr>
              <a:t>产品策划思路</a:t>
            </a:r>
          </a:p>
        </p:txBody>
      </p:sp>
      <p:sp>
        <p:nvSpPr>
          <p:cNvPr id="18" name="矩形 17"/>
          <p:cNvSpPr/>
          <p:nvPr/>
        </p:nvSpPr>
        <p:spPr>
          <a:xfrm>
            <a:off x="-4208" y="6697338"/>
            <a:ext cx="12192000" cy="166577"/>
          </a:xfrm>
          <a:prstGeom prst="rect">
            <a:avLst/>
          </a:prstGeom>
          <a:solidFill>
            <a:srgbClr val="92929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zh-CN" altLang="en-US" kern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69944" y="1422289"/>
            <a:ext cx="11443696" cy="4772676"/>
            <a:chOff x="66302" y="697728"/>
            <a:chExt cx="8582772" cy="3579507"/>
          </a:xfrm>
        </p:grpSpPr>
        <p:sp>
          <p:nvSpPr>
            <p:cNvPr id="2" name="六边形 1"/>
            <p:cNvSpPr/>
            <p:nvPr/>
          </p:nvSpPr>
          <p:spPr>
            <a:xfrm rot="16200000">
              <a:off x="3764280" y="1948563"/>
              <a:ext cx="1245506" cy="1078401"/>
            </a:xfrm>
            <a:prstGeom prst="hexagon">
              <a:avLst>
                <a:gd name="adj" fmla="val 28558"/>
                <a:gd name="vf" fmla="val 11547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2435033" y="1767765"/>
              <a:ext cx="1245600" cy="1440000"/>
              <a:chOff x="2435033" y="1767765"/>
              <a:chExt cx="1245600" cy="1440000"/>
            </a:xfrm>
            <a:solidFill>
              <a:srgbClr val="377790"/>
            </a:solidFill>
          </p:grpSpPr>
          <p:sp>
            <p:nvSpPr>
              <p:cNvPr id="20" name="六边形 19"/>
              <p:cNvSpPr/>
              <p:nvPr/>
            </p:nvSpPr>
            <p:spPr>
              <a:xfrm rot="16200000">
                <a:off x="2337833" y="1864965"/>
                <a:ext cx="1440000" cy="1245600"/>
              </a:xfrm>
              <a:prstGeom prst="hexagon">
                <a:avLst>
                  <a:gd name="adj" fmla="val 28558"/>
                  <a:gd name="vf" fmla="val 11547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r>
                  <a:rPr lang="en-US" altLang="zh-CN" sz="2400" kern="0">
                    <a:solidFill>
                      <a:sysClr val="windowText" lastClr="000000"/>
                    </a:solidFill>
                  </a:rPr>
                  <a:t>                           </a:t>
                </a:r>
                <a:endParaRPr lang="zh-CN" altLang="en-US" sz="24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" name="梯形 5"/>
              <p:cNvSpPr/>
              <p:nvPr/>
            </p:nvSpPr>
            <p:spPr>
              <a:xfrm rot="5400000">
                <a:off x="3086633" y="2379764"/>
                <a:ext cx="972000" cy="216000"/>
              </a:xfrm>
              <a:prstGeom prst="trapezoid">
                <a:avLst>
                  <a:gd name="adj" fmla="val 57338"/>
                </a:avLst>
              </a:prstGeom>
              <a:solidFill>
                <a:srgbClr val="2959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endParaRPr lang="zh-CN" altLang="en-US" sz="2400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 rot="3600000">
              <a:off x="3057833" y="600528"/>
              <a:ext cx="1245600" cy="1440000"/>
              <a:chOff x="2435033" y="1767765"/>
              <a:chExt cx="1245600" cy="1440000"/>
            </a:xfrm>
            <a:solidFill>
              <a:srgbClr val="127460"/>
            </a:solidFill>
          </p:grpSpPr>
          <p:sp>
            <p:nvSpPr>
              <p:cNvPr id="22" name="六边形 21"/>
              <p:cNvSpPr/>
              <p:nvPr/>
            </p:nvSpPr>
            <p:spPr>
              <a:xfrm rot="16200000">
                <a:off x="2337833" y="1864965"/>
                <a:ext cx="1440000" cy="1245600"/>
              </a:xfrm>
              <a:prstGeom prst="hexagon">
                <a:avLst>
                  <a:gd name="adj" fmla="val 28558"/>
                  <a:gd name="vf" fmla="val 11547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r>
                  <a:rPr lang="en-US" altLang="zh-CN" sz="2400" kern="0">
                    <a:solidFill>
                      <a:sysClr val="windowText" lastClr="000000"/>
                    </a:solidFill>
                  </a:rPr>
                  <a:t>                           </a:t>
                </a:r>
                <a:endParaRPr lang="zh-CN" altLang="en-US" sz="24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" name="梯形 22"/>
              <p:cNvSpPr/>
              <p:nvPr/>
            </p:nvSpPr>
            <p:spPr>
              <a:xfrm rot="5400000">
                <a:off x="3086633" y="2379764"/>
                <a:ext cx="972000" cy="216000"/>
              </a:xfrm>
              <a:prstGeom prst="trapezoid">
                <a:avLst>
                  <a:gd name="adj" fmla="val 57338"/>
                </a:avLst>
              </a:prstGeom>
              <a:solidFill>
                <a:srgbClr val="0C4D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endParaRPr lang="zh-CN" altLang="en-US" sz="2400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 rot="7200000">
              <a:off x="4406748" y="600528"/>
              <a:ext cx="1245600" cy="1440000"/>
              <a:chOff x="2435033" y="1767765"/>
              <a:chExt cx="1245600" cy="1440000"/>
            </a:xfrm>
            <a:solidFill>
              <a:srgbClr val="FFCC00"/>
            </a:solidFill>
          </p:grpSpPr>
          <p:sp>
            <p:nvSpPr>
              <p:cNvPr id="25" name="六边形 24"/>
              <p:cNvSpPr/>
              <p:nvPr/>
            </p:nvSpPr>
            <p:spPr>
              <a:xfrm rot="16200000">
                <a:off x="2337833" y="1864965"/>
                <a:ext cx="1440000" cy="1245600"/>
              </a:xfrm>
              <a:prstGeom prst="hexagon">
                <a:avLst>
                  <a:gd name="adj" fmla="val 28558"/>
                  <a:gd name="vf" fmla="val 11547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r>
                  <a:rPr lang="en-US" altLang="zh-CN" sz="2400" kern="0">
                    <a:solidFill>
                      <a:sysClr val="windowText" lastClr="000000"/>
                    </a:solidFill>
                  </a:rPr>
                  <a:t>                           </a:t>
                </a:r>
                <a:endParaRPr lang="zh-CN" altLang="en-US" sz="24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" name="梯形 25"/>
              <p:cNvSpPr/>
              <p:nvPr/>
            </p:nvSpPr>
            <p:spPr>
              <a:xfrm rot="5400000">
                <a:off x="3086633" y="2379764"/>
                <a:ext cx="972000" cy="216000"/>
              </a:xfrm>
              <a:prstGeom prst="trapezoid">
                <a:avLst>
                  <a:gd name="adj" fmla="val 57338"/>
                </a:avLst>
              </a:prstGeom>
              <a:solidFill>
                <a:srgbClr val="CC7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endParaRPr lang="zh-CN" altLang="en-US" sz="2400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 rot="10800000">
              <a:off x="5087392" y="1767765"/>
              <a:ext cx="1245600" cy="1440000"/>
              <a:chOff x="2435033" y="1767765"/>
              <a:chExt cx="1245600" cy="1440000"/>
            </a:xfrm>
            <a:solidFill>
              <a:srgbClr val="D24132"/>
            </a:solidFill>
          </p:grpSpPr>
          <p:sp>
            <p:nvSpPr>
              <p:cNvPr id="28" name="六边形 27"/>
              <p:cNvSpPr/>
              <p:nvPr/>
            </p:nvSpPr>
            <p:spPr>
              <a:xfrm rot="16200000">
                <a:off x="2337833" y="1864965"/>
                <a:ext cx="1440000" cy="1245600"/>
              </a:xfrm>
              <a:prstGeom prst="hexagon">
                <a:avLst>
                  <a:gd name="adj" fmla="val 28558"/>
                  <a:gd name="vf" fmla="val 11547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r>
                  <a:rPr lang="en-US" altLang="zh-CN" sz="2400" kern="0">
                    <a:solidFill>
                      <a:sysClr val="windowText" lastClr="000000"/>
                    </a:solidFill>
                  </a:rPr>
                  <a:t>                           </a:t>
                </a:r>
                <a:endParaRPr lang="zh-CN" altLang="en-US" sz="24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" name="梯形 28"/>
              <p:cNvSpPr/>
              <p:nvPr/>
            </p:nvSpPr>
            <p:spPr>
              <a:xfrm rot="5400000">
                <a:off x="3086633" y="2379764"/>
                <a:ext cx="972000" cy="216000"/>
              </a:xfrm>
              <a:prstGeom prst="trapezoid">
                <a:avLst>
                  <a:gd name="adj" fmla="val 57338"/>
                </a:avLst>
              </a:prstGeom>
              <a:solidFill>
                <a:srgbClr val="A02F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endParaRPr lang="zh-CN" altLang="en-US" sz="2400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14400000">
              <a:off x="4435096" y="2926688"/>
              <a:ext cx="1245600" cy="1440000"/>
              <a:chOff x="2435033" y="1767765"/>
              <a:chExt cx="1245600" cy="1440000"/>
            </a:xfrm>
            <a:solidFill>
              <a:srgbClr val="775086"/>
            </a:solidFill>
          </p:grpSpPr>
          <p:sp>
            <p:nvSpPr>
              <p:cNvPr id="31" name="六边形 30"/>
              <p:cNvSpPr/>
              <p:nvPr/>
            </p:nvSpPr>
            <p:spPr>
              <a:xfrm rot="16200000">
                <a:off x="2337833" y="1864965"/>
                <a:ext cx="1440000" cy="1245600"/>
              </a:xfrm>
              <a:prstGeom prst="hexagon">
                <a:avLst>
                  <a:gd name="adj" fmla="val 28558"/>
                  <a:gd name="vf" fmla="val 11547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r>
                  <a:rPr lang="en-US" altLang="zh-CN" sz="2400" kern="0">
                    <a:solidFill>
                      <a:sysClr val="windowText" lastClr="000000"/>
                    </a:solidFill>
                  </a:rPr>
                  <a:t>                           </a:t>
                </a:r>
                <a:endParaRPr lang="zh-CN" altLang="en-US" sz="24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" name="梯形 31"/>
              <p:cNvSpPr/>
              <p:nvPr/>
            </p:nvSpPr>
            <p:spPr>
              <a:xfrm rot="5400000">
                <a:off x="3086633" y="2379764"/>
                <a:ext cx="972000" cy="216000"/>
              </a:xfrm>
              <a:prstGeom prst="trapezoid">
                <a:avLst>
                  <a:gd name="adj" fmla="val 57338"/>
                </a:avLst>
              </a:prstGeom>
              <a:solidFill>
                <a:srgbClr val="564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endParaRPr lang="zh-CN" altLang="en-US" sz="2400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 rot="18000000">
              <a:off x="3091166" y="2934435"/>
              <a:ext cx="1245600" cy="1440000"/>
              <a:chOff x="2435033" y="1767765"/>
              <a:chExt cx="1245600" cy="1440000"/>
            </a:xfrm>
            <a:solidFill>
              <a:srgbClr val="78B832"/>
            </a:solidFill>
          </p:grpSpPr>
          <p:sp>
            <p:nvSpPr>
              <p:cNvPr id="36" name="六边形 35"/>
              <p:cNvSpPr/>
              <p:nvPr/>
            </p:nvSpPr>
            <p:spPr>
              <a:xfrm rot="16200000">
                <a:off x="2337833" y="1864965"/>
                <a:ext cx="1440000" cy="1245600"/>
              </a:xfrm>
              <a:prstGeom prst="hexagon">
                <a:avLst>
                  <a:gd name="adj" fmla="val 28558"/>
                  <a:gd name="vf" fmla="val 11547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r>
                  <a:rPr lang="en-US" altLang="zh-CN" sz="2400" kern="0">
                    <a:solidFill>
                      <a:sysClr val="windowText" lastClr="000000"/>
                    </a:solidFill>
                  </a:rPr>
                  <a:t>                           </a:t>
                </a:r>
                <a:endParaRPr lang="zh-CN" altLang="en-US" sz="24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" name="梯形 36"/>
              <p:cNvSpPr/>
              <p:nvPr/>
            </p:nvSpPr>
            <p:spPr>
              <a:xfrm rot="5400000">
                <a:off x="3086633" y="2379764"/>
                <a:ext cx="972000" cy="216000"/>
              </a:xfrm>
              <a:prstGeom prst="trapezoid">
                <a:avLst>
                  <a:gd name="adj" fmla="val 57338"/>
                </a:avLst>
              </a:prstGeom>
              <a:solidFill>
                <a:srgbClr val="66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endParaRPr lang="zh-CN" altLang="en-US" sz="2400" kern="0">
                  <a:solidFill>
                    <a:sysClr val="windowText" lastClr="000000"/>
                  </a:solidFill>
                </a:endParaRPr>
              </a:p>
            </p:txBody>
          </p:sp>
        </p:grp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3936" y="1073055"/>
              <a:ext cx="493395" cy="494947"/>
            </a:xfrm>
            <a:prstGeom prst="rect">
              <a:avLst/>
            </a:prstGeom>
          </p:spPr>
        </p:pic>
        <p:sp>
          <p:nvSpPr>
            <p:cNvPr id="80" name="Freeform 118"/>
            <p:cNvSpPr>
              <a:spLocks noEditPoints="1"/>
            </p:cNvSpPr>
            <p:nvPr/>
          </p:nvSpPr>
          <p:spPr bwMode="auto">
            <a:xfrm>
              <a:off x="5577660" y="2251852"/>
              <a:ext cx="453815" cy="442286"/>
            </a:xfrm>
            <a:custGeom>
              <a:avLst/>
              <a:gdLst/>
              <a:ahLst/>
              <a:cxnLst>
                <a:cxn ang="0">
                  <a:pos x="53" y="58"/>
                </a:cxn>
                <a:cxn ang="0">
                  <a:pos x="31" y="67"/>
                </a:cxn>
                <a:cxn ang="0">
                  <a:pos x="0" y="36"/>
                </a:cxn>
                <a:cxn ang="0">
                  <a:pos x="31" y="5"/>
                </a:cxn>
                <a:cxn ang="0">
                  <a:pos x="31" y="36"/>
                </a:cxn>
                <a:cxn ang="0">
                  <a:pos x="53" y="58"/>
                </a:cxn>
                <a:cxn ang="0">
                  <a:pos x="36" y="31"/>
                </a:cxn>
                <a:cxn ang="0">
                  <a:pos x="36" y="0"/>
                </a:cxn>
                <a:cxn ang="0">
                  <a:pos x="67" y="31"/>
                </a:cxn>
                <a:cxn ang="0">
                  <a:pos x="36" y="31"/>
                </a:cxn>
                <a:cxn ang="0">
                  <a:pos x="69" y="36"/>
                </a:cxn>
                <a:cxn ang="0">
                  <a:pos x="60" y="58"/>
                </a:cxn>
                <a:cxn ang="0">
                  <a:pos x="38" y="36"/>
                </a:cxn>
                <a:cxn ang="0">
                  <a:pos x="69" y="36"/>
                </a:cxn>
              </a:cxnLst>
              <a:rect l="0" t="0" r="r" b="b"/>
              <a:pathLst>
                <a:path w="69" h="67">
                  <a:moveTo>
                    <a:pt x="53" y="58"/>
                  </a:moveTo>
                  <a:cubicBezTo>
                    <a:pt x="47" y="64"/>
                    <a:pt x="39" y="67"/>
                    <a:pt x="31" y="67"/>
                  </a:cubicBezTo>
                  <a:cubicBezTo>
                    <a:pt x="14" y="67"/>
                    <a:pt x="0" y="53"/>
                    <a:pt x="0" y="36"/>
                  </a:cubicBezTo>
                  <a:cubicBezTo>
                    <a:pt x="0" y="19"/>
                    <a:pt x="14" y="5"/>
                    <a:pt x="31" y="5"/>
                  </a:cubicBezTo>
                  <a:cubicBezTo>
                    <a:pt x="31" y="36"/>
                    <a:pt x="31" y="36"/>
                    <a:pt x="31" y="36"/>
                  </a:cubicBezTo>
                  <a:lnTo>
                    <a:pt x="53" y="58"/>
                  </a:lnTo>
                  <a:close/>
                  <a:moveTo>
                    <a:pt x="36" y="31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53" y="0"/>
                    <a:pt x="67" y="14"/>
                    <a:pt x="67" y="31"/>
                  </a:cubicBezTo>
                  <a:lnTo>
                    <a:pt x="36" y="31"/>
                  </a:lnTo>
                  <a:close/>
                  <a:moveTo>
                    <a:pt x="69" y="36"/>
                  </a:moveTo>
                  <a:cubicBezTo>
                    <a:pt x="69" y="45"/>
                    <a:pt x="66" y="53"/>
                    <a:pt x="60" y="58"/>
                  </a:cubicBezTo>
                  <a:cubicBezTo>
                    <a:pt x="38" y="36"/>
                    <a:pt x="38" y="36"/>
                    <a:pt x="38" y="36"/>
                  </a:cubicBezTo>
                  <a:lnTo>
                    <a:pt x="69" y="3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32"/>
              <a:endParaRPr lang="en-US" sz="2667" kern="0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81" name="Freeform 57"/>
            <p:cNvSpPr>
              <a:spLocks noEditPoints="1"/>
            </p:cNvSpPr>
            <p:nvPr/>
          </p:nvSpPr>
          <p:spPr bwMode="auto">
            <a:xfrm>
              <a:off x="3509107" y="3512074"/>
              <a:ext cx="441853" cy="392295"/>
            </a:xfrm>
            <a:custGeom>
              <a:avLst/>
              <a:gdLst/>
              <a:ahLst/>
              <a:cxnLst>
                <a:cxn ang="0">
                  <a:pos x="7" y="9"/>
                </a:cxn>
                <a:cxn ang="0">
                  <a:pos x="7" y="57"/>
                </a:cxn>
                <a:cxn ang="0">
                  <a:pos x="6" y="58"/>
                </a:cxn>
                <a:cxn ang="0">
                  <a:pos x="4" y="58"/>
                </a:cxn>
                <a:cxn ang="0">
                  <a:pos x="2" y="57"/>
                </a:cxn>
                <a:cxn ang="0">
                  <a:pos x="2" y="9"/>
                </a:cxn>
                <a:cxn ang="0">
                  <a:pos x="0" y="4"/>
                </a:cxn>
                <a:cxn ang="0">
                  <a:pos x="5" y="0"/>
                </a:cxn>
                <a:cxn ang="0">
                  <a:pos x="10" y="4"/>
                </a:cxn>
                <a:cxn ang="0">
                  <a:pos x="7" y="9"/>
                </a:cxn>
                <a:cxn ang="0">
                  <a:pos x="65" y="36"/>
                </a:cxn>
                <a:cxn ang="0">
                  <a:pos x="63" y="38"/>
                </a:cxn>
                <a:cxn ang="0">
                  <a:pos x="49" y="43"/>
                </a:cxn>
                <a:cxn ang="0">
                  <a:pos x="31" y="37"/>
                </a:cxn>
                <a:cxn ang="0">
                  <a:pos x="13" y="43"/>
                </a:cxn>
                <a:cxn ang="0">
                  <a:pos x="12" y="43"/>
                </a:cxn>
                <a:cxn ang="0">
                  <a:pos x="10" y="41"/>
                </a:cxn>
                <a:cxn ang="0">
                  <a:pos x="10" y="13"/>
                </a:cxn>
                <a:cxn ang="0">
                  <a:pos x="11" y="11"/>
                </a:cxn>
                <a:cxn ang="0">
                  <a:pos x="14" y="9"/>
                </a:cxn>
                <a:cxn ang="0">
                  <a:pos x="30" y="4"/>
                </a:cxn>
                <a:cxn ang="0">
                  <a:pos x="46" y="9"/>
                </a:cxn>
                <a:cxn ang="0">
                  <a:pos x="49" y="10"/>
                </a:cxn>
                <a:cxn ang="0">
                  <a:pos x="63" y="4"/>
                </a:cxn>
                <a:cxn ang="0">
                  <a:pos x="65" y="7"/>
                </a:cxn>
                <a:cxn ang="0">
                  <a:pos x="65" y="36"/>
                </a:cxn>
              </a:cxnLst>
              <a:rect l="0" t="0" r="r" b="b"/>
              <a:pathLst>
                <a:path w="65" h="57">
                  <a:moveTo>
                    <a:pt x="7" y="9"/>
                  </a:moveTo>
                  <a:cubicBezTo>
                    <a:pt x="7" y="57"/>
                    <a:pt x="7" y="57"/>
                    <a:pt x="7" y="57"/>
                  </a:cubicBezTo>
                  <a:cubicBezTo>
                    <a:pt x="7" y="57"/>
                    <a:pt x="7" y="58"/>
                    <a:pt x="6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3" y="58"/>
                    <a:pt x="2" y="57"/>
                    <a:pt x="2" y="57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10" y="2"/>
                    <a:pt x="10" y="4"/>
                  </a:cubicBezTo>
                  <a:cubicBezTo>
                    <a:pt x="10" y="6"/>
                    <a:pt x="9" y="8"/>
                    <a:pt x="7" y="9"/>
                  </a:cubicBezTo>
                  <a:close/>
                  <a:moveTo>
                    <a:pt x="65" y="36"/>
                  </a:moveTo>
                  <a:cubicBezTo>
                    <a:pt x="65" y="37"/>
                    <a:pt x="65" y="38"/>
                    <a:pt x="63" y="38"/>
                  </a:cubicBezTo>
                  <a:cubicBezTo>
                    <a:pt x="59" y="41"/>
                    <a:pt x="54" y="43"/>
                    <a:pt x="49" y="43"/>
                  </a:cubicBezTo>
                  <a:cubicBezTo>
                    <a:pt x="43" y="43"/>
                    <a:pt x="39" y="37"/>
                    <a:pt x="31" y="37"/>
                  </a:cubicBezTo>
                  <a:cubicBezTo>
                    <a:pt x="25" y="37"/>
                    <a:pt x="19" y="40"/>
                    <a:pt x="13" y="43"/>
                  </a:cubicBezTo>
                  <a:cubicBezTo>
                    <a:pt x="13" y="43"/>
                    <a:pt x="12" y="43"/>
                    <a:pt x="12" y="43"/>
                  </a:cubicBezTo>
                  <a:cubicBezTo>
                    <a:pt x="11" y="43"/>
                    <a:pt x="10" y="42"/>
                    <a:pt x="10" y="41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1"/>
                    <a:pt x="11" y="11"/>
                  </a:cubicBezTo>
                  <a:cubicBezTo>
                    <a:pt x="12" y="10"/>
                    <a:pt x="13" y="9"/>
                    <a:pt x="14" y="9"/>
                  </a:cubicBezTo>
                  <a:cubicBezTo>
                    <a:pt x="19" y="7"/>
                    <a:pt x="24" y="4"/>
                    <a:pt x="30" y="4"/>
                  </a:cubicBezTo>
                  <a:cubicBezTo>
                    <a:pt x="36" y="4"/>
                    <a:pt x="40" y="6"/>
                    <a:pt x="46" y="9"/>
                  </a:cubicBezTo>
                  <a:cubicBezTo>
                    <a:pt x="47" y="9"/>
                    <a:pt x="48" y="10"/>
                    <a:pt x="49" y="10"/>
                  </a:cubicBezTo>
                  <a:cubicBezTo>
                    <a:pt x="55" y="10"/>
                    <a:pt x="61" y="4"/>
                    <a:pt x="63" y="4"/>
                  </a:cubicBezTo>
                  <a:cubicBezTo>
                    <a:pt x="64" y="4"/>
                    <a:pt x="65" y="6"/>
                    <a:pt x="65" y="7"/>
                  </a:cubicBezTo>
                  <a:lnTo>
                    <a:pt x="65" y="3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32"/>
              <a:endParaRPr lang="en-US" sz="2667" kern="0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82" name="Freeform 69"/>
            <p:cNvSpPr>
              <a:spLocks noEditPoints="1"/>
            </p:cNvSpPr>
            <p:nvPr/>
          </p:nvSpPr>
          <p:spPr bwMode="auto">
            <a:xfrm>
              <a:off x="2781030" y="2272153"/>
              <a:ext cx="490138" cy="494789"/>
            </a:xfrm>
            <a:custGeom>
              <a:avLst/>
              <a:gdLst/>
              <a:ahLst/>
              <a:cxnLst>
                <a:cxn ang="0">
                  <a:pos x="29" y="58"/>
                </a:cxn>
                <a:cxn ang="0">
                  <a:pos x="6" y="47"/>
                </a:cxn>
                <a:cxn ang="0">
                  <a:pos x="7" y="46"/>
                </a:cxn>
                <a:cxn ang="0">
                  <a:pos x="12" y="40"/>
                </a:cxn>
                <a:cxn ang="0">
                  <a:pos x="13" y="40"/>
                </a:cxn>
                <a:cxn ang="0">
                  <a:pos x="14" y="41"/>
                </a:cxn>
                <a:cxn ang="0">
                  <a:pos x="29" y="48"/>
                </a:cxn>
                <a:cxn ang="0">
                  <a:pos x="48" y="29"/>
                </a:cxn>
                <a:cxn ang="0">
                  <a:pos x="29" y="9"/>
                </a:cxn>
                <a:cxn ang="0">
                  <a:pos x="16" y="14"/>
                </a:cxn>
                <a:cxn ang="0">
                  <a:pos x="21" y="20"/>
                </a:cxn>
                <a:cxn ang="0">
                  <a:pos x="21" y="22"/>
                </a:cxn>
                <a:cxn ang="0">
                  <a:pos x="19" y="24"/>
                </a:cxn>
                <a:cxn ang="0">
                  <a:pos x="2" y="24"/>
                </a:cxn>
                <a:cxn ang="0">
                  <a:pos x="0" y="21"/>
                </a:cxn>
                <a:cxn ang="0">
                  <a:pos x="0" y="4"/>
                </a:cxn>
                <a:cxn ang="0">
                  <a:pos x="1" y="2"/>
                </a:cxn>
                <a:cxn ang="0">
                  <a:pos x="4" y="3"/>
                </a:cxn>
                <a:cxn ang="0">
                  <a:pos x="9" y="8"/>
                </a:cxn>
                <a:cxn ang="0">
                  <a:pos x="29" y="0"/>
                </a:cxn>
                <a:cxn ang="0">
                  <a:pos x="58" y="29"/>
                </a:cxn>
                <a:cxn ang="0">
                  <a:pos x="29" y="58"/>
                </a:cxn>
                <a:cxn ang="0">
                  <a:pos x="34" y="35"/>
                </a:cxn>
                <a:cxn ang="0">
                  <a:pos x="33" y="36"/>
                </a:cxn>
                <a:cxn ang="0">
                  <a:pos x="20" y="36"/>
                </a:cxn>
                <a:cxn ang="0">
                  <a:pos x="19" y="35"/>
                </a:cxn>
                <a:cxn ang="0">
                  <a:pos x="19" y="32"/>
                </a:cxn>
                <a:cxn ang="0">
                  <a:pos x="20" y="31"/>
                </a:cxn>
                <a:cxn ang="0">
                  <a:pos x="29" y="31"/>
                </a:cxn>
                <a:cxn ang="0">
                  <a:pos x="29" y="18"/>
                </a:cxn>
                <a:cxn ang="0">
                  <a:pos x="30" y="17"/>
                </a:cxn>
                <a:cxn ang="0">
                  <a:pos x="33" y="17"/>
                </a:cxn>
                <a:cxn ang="0">
                  <a:pos x="34" y="18"/>
                </a:cxn>
                <a:cxn ang="0">
                  <a:pos x="34" y="35"/>
                </a:cxn>
              </a:cxnLst>
              <a:rect l="0" t="0" r="r" b="b"/>
              <a:pathLst>
                <a:path w="57" h="57">
                  <a:moveTo>
                    <a:pt x="29" y="58"/>
                  </a:moveTo>
                  <a:cubicBezTo>
                    <a:pt x="20" y="58"/>
                    <a:pt x="12" y="54"/>
                    <a:pt x="6" y="47"/>
                  </a:cubicBezTo>
                  <a:cubicBezTo>
                    <a:pt x="6" y="47"/>
                    <a:pt x="6" y="46"/>
                    <a:pt x="7" y="46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40"/>
                    <a:pt x="12" y="40"/>
                    <a:pt x="13" y="40"/>
                  </a:cubicBezTo>
                  <a:cubicBezTo>
                    <a:pt x="13" y="40"/>
                    <a:pt x="13" y="40"/>
                    <a:pt x="14" y="41"/>
                  </a:cubicBezTo>
                  <a:cubicBezTo>
                    <a:pt x="17" y="45"/>
                    <a:pt x="23" y="48"/>
                    <a:pt x="29" y="48"/>
                  </a:cubicBezTo>
                  <a:cubicBezTo>
                    <a:pt x="40" y="48"/>
                    <a:pt x="48" y="39"/>
                    <a:pt x="48" y="29"/>
                  </a:cubicBezTo>
                  <a:cubicBezTo>
                    <a:pt x="48" y="18"/>
                    <a:pt x="40" y="9"/>
                    <a:pt x="29" y="9"/>
                  </a:cubicBezTo>
                  <a:cubicBezTo>
                    <a:pt x="24" y="9"/>
                    <a:pt x="19" y="11"/>
                    <a:pt x="16" y="14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2" y="20"/>
                    <a:pt x="22" y="21"/>
                    <a:pt x="21" y="22"/>
                  </a:cubicBezTo>
                  <a:cubicBezTo>
                    <a:pt x="21" y="23"/>
                    <a:pt x="20" y="24"/>
                    <a:pt x="19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1" y="24"/>
                    <a:pt x="0" y="23"/>
                    <a:pt x="0" y="2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3"/>
                    <a:pt x="0" y="3"/>
                    <a:pt x="1" y="2"/>
                  </a:cubicBezTo>
                  <a:cubicBezTo>
                    <a:pt x="2" y="2"/>
                    <a:pt x="3" y="2"/>
                    <a:pt x="4" y="3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4" y="3"/>
                    <a:pt x="21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34" y="35"/>
                  </a:moveTo>
                  <a:cubicBezTo>
                    <a:pt x="34" y="35"/>
                    <a:pt x="33" y="36"/>
                    <a:pt x="33" y="36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0" y="36"/>
                    <a:pt x="19" y="35"/>
                    <a:pt x="19" y="35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9" y="32"/>
                    <a:pt x="20" y="31"/>
                    <a:pt x="2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9" y="17"/>
                    <a:pt x="29" y="17"/>
                    <a:pt x="30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4" y="17"/>
                    <a:pt x="34" y="18"/>
                  </a:cubicBezTo>
                  <a:lnTo>
                    <a:pt x="34" y="3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32"/>
              <a:endParaRPr lang="en-US" sz="2667" ker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endParaRPr>
            </a:p>
          </p:txBody>
        </p:sp>
        <p:sp>
          <p:nvSpPr>
            <p:cNvPr id="83" name="Freeform 51"/>
            <p:cNvSpPr>
              <a:spLocks noEditPoints="1"/>
            </p:cNvSpPr>
            <p:nvPr/>
          </p:nvSpPr>
          <p:spPr bwMode="auto">
            <a:xfrm>
              <a:off x="4919796" y="3487132"/>
              <a:ext cx="347781" cy="493092"/>
            </a:xfrm>
            <a:custGeom>
              <a:avLst/>
              <a:gdLst/>
              <a:ahLst/>
              <a:cxnLst>
                <a:cxn ang="0">
                  <a:pos x="30" y="24"/>
                </a:cxn>
                <a:cxn ang="0">
                  <a:pos x="30" y="54"/>
                </a:cxn>
                <a:cxn ang="0">
                  <a:pos x="26" y="58"/>
                </a:cxn>
                <a:cxn ang="0">
                  <a:pos x="22" y="54"/>
                </a:cxn>
                <a:cxn ang="0">
                  <a:pos x="22" y="40"/>
                </a:cxn>
                <a:cxn ang="0">
                  <a:pos x="19" y="40"/>
                </a:cxn>
                <a:cxn ang="0">
                  <a:pos x="19" y="54"/>
                </a:cxn>
                <a:cxn ang="0">
                  <a:pos x="15" y="58"/>
                </a:cxn>
                <a:cxn ang="0">
                  <a:pos x="11" y="54"/>
                </a:cxn>
                <a:cxn ang="0">
                  <a:pos x="11" y="24"/>
                </a:cxn>
                <a:cxn ang="0">
                  <a:pos x="1" y="14"/>
                </a:cxn>
                <a:cxn ang="0">
                  <a:pos x="1" y="9"/>
                </a:cxn>
                <a:cxn ang="0">
                  <a:pos x="6" y="9"/>
                </a:cxn>
                <a:cxn ang="0">
                  <a:pos x="14" y="17"/>
                </a:cxn>
                <a:cxn ang="0">
                  <a:pos x="27" y="17"/>
                </a:cxn>
                <a:cxn ang="0">
                  <a:pos x="35" y="9"/>
                </a:cxn>
                <a:cxn ang="0">
                  <a:pos x="40" y="9"/>
                </a:cxn>
                <a:cxn ang="0">
                  <a:pos x="40" y="14"/>
                </a:cxn>
                <a:cxn ang="0">
                  <a:pos x="30" y="24"/>
                </a:cxn>
                <a:cxn ang="0">
                  <a:pos x="21" y="16"/>
                </a:cxn>
                <a:cxn ang="0">
                  <a:pos x="13" y="8"/>
                </a:cxn>
                <a:cxn ang="0">
                  <a:pos x="21" y="0"/>
                </a:cxn>
                <a:cxn ang="0">
                  <a:pos x="29" y="8"/>
                </a:cxn>
                <a:cxn ang="0">
                  <a:pos x="21" y="16"/>
                </a:cxn>
              </a:cxnLst>
              <a:rect l="0" t="0" r="r" b="b"/>
              <a:pathLst>
                <a:path w="41" h="57">
                  <a:moveTo>
                    <a:pt x="30" y="24"/>
                  </a:moveTo>
                  <a:cubicBezTo>
                    <a:pt x="30" y="54"/>
                    <a:pt x="30" y="54"/>
                    <a:pt x="30" y="54"/>
                  </a:cubicBezTo>
                  <a:cubicBezTo>
                    <a:pt x="30" y="56"/>
                    <a:pt x="28" y="58"/>
                    <a:pt x="26" y="58"/>
                  </a:cubicBezTo>
                  <a:cubicBezTo>
                    <a:pt x="24" y="58"/>
                    <a:pt x="22" y="56"/>
                    <a:pt x="22" y="54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9" y="56"/>
                    <a:pt x="18" y="58"/>
                    <a:pt x="15" y="58"/>
                  </a:cubicBezTo>
                  <a:cubicBezTo>
                    <a:pt x="13" y="58"/>
                    <a:pt x="11" y="56"/>
                    <a:pt x="11" y="5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13"/>
                    <a:pt x="0" y="10"/>
                    <a:pt x="1" y="9"/>
                  </a:cubicBezTo>
                  <a:cubicBezTo>
                    <a:pt x="2" y="8"/>
                    <a:pt x="5" y="8"/>
                    <a:pt x="6" y="9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37" y="8"/>
                    <a:pt x="39" y="8"/>
                    <a:pt x="40" y="9"/>
                  </a:cubicBezTo>
                  <a:cubicBezTo>
                    <a:pt x="41" y="10"/>
                    <a:pt x="41" y="13"/>
                    <a:pt x="40" y="14"/>
                  </a:cubicBezTo>
                  <a:lnTo>
                    <a:pt x="30" y="24"/>
                  </a:lnTo>
                  <a:close/>
                  <a:moveTo>
                    <a:pt x="21" y="16"/>
                  </a:moveTo>
                  <a:cubicBezTo>
                    <a:pt x="16" y="16"/>
                    <a:pt x="13" y="12"/>
                    <a:pt x="13" y="8"/>
                  </a:cubicBezTo>
                  <a:cubicBezTo>
                    <a:pt x="13" y="4"/>
                    <a:pt x="16" y="0"/>
                    <a:pt x="21" y="0"/>
                  </a:cubicBezTo>
                  <a:cubicBezTo>
                    <a:pt x="25" y="0"/>
                    <a:pt x="29" y="4"/>
                    <a:pt x="29" y="8"/>
                  </a:cubicBezTo>
                  <a:cubicBezTo>
                    <a:pt x="29" y="12"/>
                    <a:pt x="25" y="16"/>
                    <a:pt x="21" y="1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Freeform 103"/>
            <p:cNvSpPr>
              <a:spLocks noEditPoints="1"/>
            </p:cNvSpPr>
            <p:nvPr/>
          </p:nvSpPr>
          <p:spPr bwMode="auto">
            <a:xfrm>
              <a:off x="4899526" y="1078131"/>
              <a:ext cx="318152" cy="469181"/>
            </a:xfrm>
            <a:custGeom>
              <a:avLst/>
              <a:gdLst/>
              <a:ahLst/>
              <a:cxnLst>
                <a:cxn ang="0">
                  <a:pos x="37" y="29"/>
                </a:cxn>
                <a:cxn ang="0">
                  <a:pos x="31" y="41"/>
                </a:cxn>
                <a:cxn ang="0">
                  <a:pos x="33" y="44"/>
                </a:cxn>
                <a:cxn ang="0">
                  <a:pos x="32" y="47"/>
                </a:cxn>
                <a:cxn ang="0">
                  <a:pos x="33" y="49"/>
                </a:cxn>
                <a:cxn ang="0">
                  <a:pos x="31" y="53"/>
                </a:cxn>
                <a:cxn ang="0">
                  <a:pos x="31" y="54"/>
                </a:cxn>
                <a:cxn ang="0">
                  <a:pos x="27" y="58"/>
                </a:cxn>
                <a:cxn ang="0">
                  <a:pos x="21" y="62"/>
                </a:cxn>
                <a:cxn ang="0">
                  <a:pos x="15" y="58"/>
                </a:cxn>
                <a:cxn ang="0">
                  <a:pos x="11" y="54"/>
                </a:cxn>
                <a:cxn ang="0">
                  <a:pos x="11" y="53"/>
                </a:cxn>
                <a:cxn ang="0">
                  <a:pos x="9" y="49"/>
                </a:cxn>
                <a:cxn ang="0">
                  <a:pos x="10" y="47"/>
                </a:cxn>
                <a:cxn ang="0">
                  <a:pos x="9" y="44"/>
                </a:cxn>
                <a:cxn ang="0">
                  <a:pos x="11" y="41"/>
                </a:cxn>
                <a:cxn ang="0">
                  <a:pos x="5" y="29"/>
                </a:cxn>
                <a:cxn ang="0">
                  <a:pos x="0" y="18"/>
                </a:cxn>
                <a:cxn ang="0">
                  <a:pos x="21" y="0"/>
                </a:cxn>
                <a:cxn ang="0">
                  <a:pos x="42" y="18"/>
                </a:cxn>
                <a:cxn ang="0">
                  <a:pos x="37" y="29"/>
                </a:cxn>
                <a:cxn ang="0">
                  <a:pos x="21" y="6"/>
                </a:cxn>
                <a:cxn ang="0">
                  <a:pos x="6" y="18"/>
                </a:cxn>
                <a:cxn ang="0">
                  <a:pos x="8" y="26"/>
                </a:cxn>
                <a:cxn ang="0">
                  <a:pos x="11" y="28"/>
                </a:cxn>
                <a:cxn ang="0">
                  <a:pos x="16" y="40"/>
                </a:cxn>
                <a:cxn ang="0">
                  <a:pos x="26" y="40"/>
                </a:cxn>
                <a:cxn ang="0">
                  <a:pos x="31" y="28"/>
                </a:cxn>
                <a:cxn ang="0">
                  <a:pos x="34" y="26"/>
                </a:cxn>
                <a:cxn ang="0">
                  <a:pos x="36" y="18"/>
                </a:cxn>
                <a:cxn ang="0">
                  <a:pos x="21" y="6"/>
                </a:cxn>
                <a:cxn ang="0">
                  <a:pos x="29" y="20"/>
                </a:cxn>
                <a:cxn ang="0">
                  <a:pos x="27" y="18"/>
                </a:cxn>
                <a:cxn ang="0">
                  <a:pos x="21" y="15"/>
                </a:cxn>
                <a:cxn ang="0">
                  <a:pos x="20" y="13"/>
                </a:cxn>
                <a:cxn ang="0">
                  <a:pos x="21" y="12"/>
                </a:cxn>
                <a:cxn ang="0">
                  <a:pos x="30" y="18"/>
                </a:cxn>
                <a:cxn ang="0">
                  <a:pos x="29" y="20"/>
                </a:cxn>
              </a:cxnLst>
              <a:rect l="0" t="0" r="r" b="b"/>
              <a:pathLst>
                <a:path w="42" h="62">
                  <a:moveTo>
                    <a:pt x="37" y="29"/>
                  </a:moveTo>
                  <a:cubicBezTo>
                    <a:pt x="35" y="32"/>
                    <a:pt x="31" y="37"/>
                    <a:pt x="31" y="41"/>
                  </a:cubicBezTo>
                  <a:cubicBezTo>
                    <a:pt x="32" y="42"/>
                    <a:pt x="33" y="43"/>
                    <a:pt x="33" y="44"/>
                  </a:cubicBezTo>
                  <a:cubicBezTo>
                    <a:pt x="33" y="45"/>
                    <a:pt x="32" y="46"/>
                    <a:pt x="32" y="47"/>
                  </a:cubicBezTo>
                  <a:cubicBezTo>
                    <a:pt x="32" y="47"/>
                    <a:pt x="33" y="48"/>
                    <a:pt x="33" y="49"/>
                  </a:cubicBezTo>
                  <a:cubicBezTo>
                    <a:pt x="33" y="51"/>
                    <a:pt x="32" y="52"/>
                    <a:pt x="31" y="53"/>
                  </a:cubicBezTo>
                  <a:cubicBezTo>
                    <a:pt x="31" y="53"/>
                    <a:pt x="31" y="54"/>
                    <a:pt x="31" y="54"/>
                  </a:cubicBezTo>
                  <a:cubicBezTo>
                    <a:pt x="31" y="57"/>
                    <a:pt x="29" y="58"/>
                    <a:pt x="27" y="58"/>
                  </a:cubicBezTo>
                  <a:cubicBezTo>
                    <a:pt x="26" y="61"/>
                    <a:pt x="24" y="62"/>
                    <a:pt x="21" y="62"/>
                  </a:cubicBezTo>
                  <a:cubicBezTo>
                    <a:pt x="19" y="62"/>
                    <a:pt x="16" y="61"/>
                    <a:pt x="15" y="58"/>
                  </a:cubicBezTo>
                  <a:cubicBezTo>
                    <a:pt x="13" y="58"/>
                    <a:pt x="11" y="57"/>
                    <a:pt x="11" y="54"/>
                  </a:cubicBezTo>
                  <a:cubicBezTo>
                    <a:pt x="11" y="54"/>
                    <a:pt x="11" y="53"/>
                    <a:pt x="11" y="53"/>
                  </a:cubicBezTo>
                  <a:cubicBezTo>
                    <a:pt x="10" y="52"/>
                    <a:pt x="9" y="51"/>
                    <a:pt x="9" y="49"/>
                  </a:cubicBezTo>
                  <a:cubicBezTo>
                    <a:pt x="9" y="48"/>
                    <a:pt x="10" y="47"/>
                    <a:pt x="10" y="47"/>
                  </a:cubicBezTo>
                  <a:cubicBezTo>
                    <a:pt x="10" y="46"/>
                    <a:pt x="9" y="45"/>
                    <a:pt x="9" y="44"/>
                  </a:cubicBezTo>
                  <a:cubicBezTo>
                    <a:pt x="9" y="43"/>
                    <a:pt x="10" y="42"/>
                    <a:pt x="11" y="41"/>
                  </a:cubicBezTo>
                  <a:cubicBezTo>
                    <a:pt x="11" y="37"/>
                    <a:pt x="7" y="32"/>
                    <a:pt x="5" y="29"/>
                  </a:cubicBezTo>
                  <a:cubicBezTo>
                    <a:pt x="2" y="26"/>
                    <a:pt x="0" y="23"/>
                    <a:pt x="0" y="18"/>
                  </a:cubicBezTo>
                  <a:cubicBezTo>
                    <a:pt x="0" y="8"/>
                    <a:pt x="11" y="0"/>
                    <a:pt x="21" y="0"/>
                  </a:cubicBezTo>
                  <a:cubicBezTo>
                    <a:pt x="31" y="0"/>
                    <a:pt x="42" y="8"/>
                    <a:pt x="42" y="18"/>
                  </a:cubicBezTo>
                  <a:cubicBezTo>
                    <a:pt x="42" y="23"/>
                    <a:pt x="40" y="26"/>
                    <a:pt x="37" y="29"/>
                  </a:cubicBezTo>
                  <a:close/>
                  <a:moveTo>
                    <a:pt x="21" y="6"/>
                  </a:moveTo>
                  <a:cubicBezTo>
                    <a:pt x="14" y="6"/>
                    <a:pt x="6" y="10"/>
                    <a:pt x="6" y="18"/>
                  </a:cubicBezTo>
                  <a:cubicBezTo>
                    <a:pt x="6" y="21"/>
                    <a:pt x="7" y="24"/>
                    <a:pt x="8" y="26"/>
                  </a:cubicBezTo>
                  <a:cubicBezTo>
                    <a:pt x="9" y="27"/>
                    <a:pt x="10" y="27"/>
                    <a:pt x="11" y="28"/>
                  </a:cubicBezTo>
                  <a:cubicBezTo>
                    <a:pt x="14" y="32"/>
                    <a:pt x="16" y="36"/>
                    <a:pt x="16" y="40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6" y="36"/>
                    <a:pt x="28" y="32"/>
                    <a:pt x="31" y="28"/>
                  </a:cubicBezTo>
                  <a:cubicBezTo>
                    <a:pt x="32" y="27"/>
                    <a:pt x="33" y="27"/>
                    <a:pt x="34" y="26"/>
                  </a:cubicBezTo>
                  <a:cubicBezTo>
                    <a:pt x="35" y="24"/>
                    <a:pt x="36" y="21"/>
                    <a:pt x="36" y="18"/>
                  </a:cubicBezTo>
                  <a:cubicBezTo>
                    <a:pt x="36" y="10"/>
                    <a:pt x="28" y="6"/>
                    <a:pt x="21" y="6"/>
                  </a:cubicBezTo>
                  <a:close/>
                  <a:moveTo>
                    <a:pt x="29" y="20"/>
                  </a:moveTo>
                  <a:cubicBezTo>
                    <a:pt x="28" y="20"/>
                    <a:pt x="27" y="19"/>
                    <a:pt x="27" y="18"/>
                  </a:cubicBezTo>
                  <a:cubicBezTo>
                    <a:pt x="27" y="16"/>
                    <a:pt x="23" y="15"/>
                    <a:pt x="21" y="15"/>
                  </a:cubicBezTo>
                  <a:cubicBezTo>
                    <a:pt x="20" y="15"/>
                    <a:pt x="20" y="14"/>
                    <a:pt x="20" y="13"/>
                  </a:cubicBezTo>
                  <a:cubicBezTo>
                    <a:pt x="20" y="13"/>
                    <a:pt x="20" y="12"/>
                    <a:pt x="21" y="12"/>
                  </a:cubicBezTo>
                  <a:cubicBezTo>
                    <a:pt x="25" y="12"/>
                    <a:pt x="30" y="14"/>
                    <a:pt x="30" y="18"/>
                  </a:cubicBezTo>
                  <a:cubicBezTo>
                    <a:pt x="30" y="19"/>
                    <a:pt x="29" y="20"/>
                    <a:pt x="29" y="2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875071" y="855406"/>
              <a:ext cx="2035277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5" name="Rectangle 34"/>
            <p:cNvSpPr/>
            <p:nvPr/>
          </p:nvSpPr>
          <p:spPr>
            <a:xfrm>
              <a:off x="875071" y="954027"/>
              <a:ext cx="2051096" cy="615650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 defTabSz="1375432"/>
              <a:r>
                <a:rPr lang="zh-CN" altLang="en-US" sz="2667" b="1" kern="0">
                  <a:solidFill>
                    <a:srgbClr val="1274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企业资源</a:t>
              </a:r>
              <a:endParaRPr lang="en-US" altLang="zh-CN" sz="2667" b="1" kern="0">
                <a:solidFill>
                  <a:srgbClr val="1274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 defTabSz="1375432"/>
              <a:r>
                <a:rPr lang="en-US" altLang="zh-CN" sz="2667" ker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Enterprise resource</a:t>
              </a:r>
              <a:endParaRPr lang="zh-CN" altLang="en-US" sz="2667" ker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86" name="TextBox 27"/>
            <p:cNvSpPr txBox="1"/>
            <p:nvPr/>
          </p:nvSpPr>
          <p:spPr>
            <a:xfrm>
              <a:off x="5819804" y="3700955"/>
              <a:ext cx="2191990" cy="2461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219140">
                <a:spcBef>
                  <a:spcPct val="20000"/>
                </a:spcBef>
                <a:defRPr/>
              </a:pPr>
              <a:r>
                <a:rPr lang="en-US" sz="2133" kern="0">
                  <a:solidFill>
                    <a:srgbClr val="262626">
                      <a:lumMod val="50000"/>
                      <a:lumOff val="50000"/>
                    </a:srgbClr>
                  </a:solidFill>
                  <a:latin typeface="Arial"/>
                </a:rPr>
                <a:t>Propagation conditions</a:t>
              </a:r>
              <a:endParaRPr lang="en-US" sz="2133" kern="0">
                <a:solidFill>
                  <a:srgbClr val="262626">
                    <a:lumMod val="65000"/>
                    <a:lumOff val="35000"/>
                  </a:srgbClr>
                </a:solidFill>
                <a:latin typeface="Arial"/>
              </a:endParaRPr>
            </a:p>
          </p:txBody>
        </p:sp>
        <p:sp>
          <p:nvSpPr>
            <p:cNvPr id="87" name="Rectangle 28"/>
            <p:cNvSpPr/>
            <p:nvPr/>
          </p:nvSpPr>
          <p:spPr>
            <a:xfrm>
              <a:off x="5819803" y="3384178"/>
              <a:ext cx="1024319" cy="307825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defTabSz="1375432"/>
              <a:r>
                <a:rPr lang="zh-CN" altLang="en-US" sz="2667" b="1" kern="0">
                  <a:solidFill>
                    <a:srgbClr val="77508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传播条件</a:t>
              </a:r>
              <a:endParaRPr lang="en-US" sz="2667" b="1" kern="0">
                <a:solidFill>
                  <a:srgbClr val="77508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TextBox 30"/>
            <p:cNvSpPr txBox="1"/>
            <p:nvPr/>
          </p:nvSpPr>
          <p:spPr>
            <a:xfrm>
              <a:off x="5819803" y="1252985"/>
              <a:ext cx="2191991" cy="2461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219140">
                <a:spcBef>
                  <a:spcPct val="20000"/>
                </a:spcBef>
                <a:defRPr/>
              </a:pPr>
              <a:r>
                <a:rPr lang="en-US" sz="2133" kern="0">
                  <a:solidFill>
                    <a:srgbClr val="929292"/>
                  </a:solidFill>
                  <a:latin typeface="Arial"/>
                </a:rPr>
                <a:t>Communication strategy</a:t>
              </a:r>
            </a:p>
          </p:txBody>
        </p:sp>
        <p:sp>
          <p:nvSpPr>
            <p:cNvPr id="89" name="Rectangle 31"/>
            <p:cNvSpPr/>
            <p:nvPr/>
          </p:nvSpPr>
          <p:spPr>
            <a:xfrm>
              <a:off x="5819803" y="927995"/>
              <a:ext cx="1024319" cy="307825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defTabSz="1375432"/>
              <a:r>
                <a:rPr lang="zh-CN" altLang="en-US" sz="2667" b="1" kern="0">
                  <a:solidFill>
                    <a:srgbClr val="FFCC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传播策略</a:t>
              </a:r>
              <a:endParaRPr lang="en-US" sz="2667" b="1" ker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TextBox 36"/>
            <p:cNvSpPr txBox="1"/>
            <p:nvPr/>
          </p:nvSpPr>
          <p:spPr>
            <a:xfrm>
              <a:off x="753764" y="3700957"/>
              <a:ext cx="2191992" cy="2461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defTabSz="1219140">
                <a:spcBef>
                  <a:spcPct val="20000"/>
                </a:spcBef>
                <a:defRPr/>
              </a:pPr>
              <a:r>
                <a:rPr lang="en-US" sz="2133" kern="0">
                  <a:solidFill>
                    <a:srgbClr val="929292"/>
                  </a:solidFill>
                  <a:latin typeface="Arial"/>
                </a:rPr>
                <a:t>Market basis</a:t>
              </a:r>
            </a:p>
          </p:txBody>
        </p:sp>
        <p:sp>
          <p:nvSpPr>
            <p:cNvPr id="91" name="Rectangle 37"/>
            <p:cNvSpPr/>
            <p:nvPr/>
          </p:nvSpPr>
          <p:spPr>
            <a:xfrm>
              <a:off x="1910737" y="3376717"/>
              <a:ext cx="1024319" cy="307825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r" defTabSz="1375432"/>
              <a:r>
                <a:rPr lang="zh-CN" altLang="en-US" sz="2667" b="1" kern="0">
                  <a:solidFill>
                    <a:srgbClr val="78B8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市场依据</a:t>
              </a:r>
              <a:endParaRPr lang="en-US" sz="2667" b="1" kern="0">
                <a:solidFill>
                  <a:srgbClr val="78B83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TextBox 39"/>
            <p:cNvSpPr txBox="1"/>
            <p:nvPr/>
          </p:nvSpPr>
          <p:spPr>
            <a:xfrm>
              <a:off x="66302" y="2507932"/>
              <a:ext cx="2335109" cy="2461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219140">
                <a:spcBef>
                  <a:spcPct val="20000"/>
                </a:spcBef>
                <a:defRPr/>
              </a:pPr>
              <a:r>
                <a:rPr lang="en-US" sz="2133" kern="0">
                  <a:solidFill>
                    <a:srgbClr val="929292"/>
                  </a:solidFill>
                  <a:latin typeface="Arial"/>
                </a:rPr>
                <a:t>Present situation analysis</a:t>
              </a:r>
            </a:p>
          </p:txBody>
        </p:sp>
        <p:sp>
          <p:nvSpPr>
            <p:cNvPr id="93" name="Rectangle 40"/>
            <p:cNvSpPr/>
            <p:nvPr/>
          </p:nvSpPr>
          <p:spPr>
            <a:xfrm>
              <a:off x="1245024" y="2180272"/>
              <a:ext cx="1024319" cy="307825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r" defTabSz="1375432"/>
              <a:r>
                <a:rPr lang="zh-CN" altLang="en-US" sz="2667" b="1" kern="0">
                  <a:solidFill>
                    <a:srgbClr val="3777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现状分析</a:t>
              </a:r>
              <a:endParaRPr lang="en-US" sz="2667" b="1" kern="0">
                <a:solidFill>
                  <a:srgbClr val="37779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TextBox 42"/>
            <p:cNvSpPr txBox="1"/>
            <p:nvPr/>
          </p:nvSpPr>
          <p:spPr>
            <a:xfrm>
              <a:off x="6457084" y="2507934"/>
              <a:ext cx="2191990" cy="2461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219140">
                <a:spcBef>
                  <a:spcPct val="20000"/>
                </a:spcBef>
                <a:defRPr/>
              </a:pPr>
              <a:r>
                <a:rPr lang="en-US" sz="2133" kern="0">
                  <a:solidFill>
                    <a:srgbClr val="262626">
                      <a:lumMod val="50000"/>
                      <a:lumOff val="50000"/>
                    </a:srgbClr>
                  </a:solidFill>
                  <a:latin typeface="Arial"/>
                </a:rPr>
                <a:t>Appeal location </a:t>
              </a:r>
              <a:endParaRPr lang="en-US" sz="2133" kern="0">
                <a:solidFill>
                  <a:srgbClr val="262626">
                    <a:lumMod val="65000"/>
                    <a:lumOff val="35000"/>
                  </a:srgbClr>
                </a:solidFill>
                <a:latin typeface="Arial"/>
              </a:endParaRPr>
            </a:p>
          </p:txBody>
        </p:sp>
        <p:sp>
          <p:nvSpPr>
            <p:cNvPr id="95" name="Rectangle 43"/>
            <p:cNvSpPr/>
            <p:nvPr/>
          </p:nvSpPr>
          <p:spPr>
            <a:xfrm>
              <a:off x="6457084" y="2181478"/>
              <a:ext cx="1024319" cy="307825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defTabSz="1375432"/>
              <a:r>
                <a:rPr lang="zh-CN" altLang="en-US" sz="2667" b="1" kern="0">
                  <a:solidFill>
                    <a:srgbClr val="D241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诉求定位</a:t>
              </a:r>
              <a:endParaRPr lang="en-US" sz="2667" b="1" kern="0">
                <a:solidFill>
                  <a:srgbClr val="D2413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4024627" y="2172361"/>
              <a:ext cx="718224" cy="6848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/>
              <a:r>
                <a:rPr lang="zh-CN" altLang="en-US" sz="2667" b="1" ker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策划方案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922082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" y="260351"/>
            <a:ext cx="1271588" cy="431800"/>
          </a:xfrm>
          <a:prstGeom prst="rect">
            <a:avLst/>
          </a:prstGeom>
          <a:solidFill>
            <a:srgbClr val="262626">
              <a:lumMod val="50000"/>
              <a:lumOff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377">
              <a:defRPr/>
            </a:pPr>
            <a:endParaRPr lang="zh-CN" altLang="en-US" kern="0">
              <a:solidFill>
                <a:prstClr val="white"/>
              </a:solidFill>
              <a:ea typeface="造字工房悦黑体验版常规体" pitchFamily="50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43026" y="260351"/>
            <a:ext cx="73025" cy="431800"/>
          </a:xfrm>
          <a:prstGeom prst="rect">
            <a:avLst/>
          </a:prstGeom>
          <a:solidFill>
            <a:srgbClr val="92929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377">
              <a:defRPr/>
            </a:pPr>
            <a:endParaRPr lang="zh-CN" altLang="en-US" kern="0">
              <a:solidFill>
                <a:prstClr val="white"/>
              </a:solidFill>
              <a:ea typeface="造字工房悦黑体验版常规体" pitchFamily="50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81139" y="463552"/>
            <a:ext cx="63500" cy="225425"/>
          </a:xfrm>
          <a:prstGeom prst="rect">
            <a:avLst/>
          </a:prstGeom>
          <a:solidFill>
            <a:srgbClr val="92929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377">
              <a:defRPr/>
            </a:pPr>
            <a:endParaRPr lang="zh-CN" altLang="en-US" kern="0">
              <a:solidFill>
                <a:prstClr val="white"/>
              </a:solidFill>
              <a:ea typeface="造字工房悦黑体验版常规体" pitchFamily="50" charset="-122"/>
            </a:endParaRPr>
          </a:p>
        </p:txBody>
      </p:sp>
      <p:sp>
        <p:nvSpPr>
          <p:cNvPr id="12" name="文本框 14"/>
          <p:cNvSpPr txBox="1">
            <a:spLocks noChangeArrowheads="1"/>
          </p:cNvSpPr>
          <p:nvPr/>
        </p:nvSpPr>
        <p:spPr bwMode="auto">
          <a:xfrm>
            <a:off x="1544640" y="256729"/>
            <a:ext cx="2751137" cy="502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667" b="1" kern="0">
                <a:solidFill>
                  <a:srgbClr val="262626">
                    <a:lumMod val="50000"/>
                    <a:lumOff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造字工房悦黑体验版常规体"/>
              </a:rPr>
              <a:t>时间的四项特性</a:t>
            </a:r>
          </a:p>
        </p:txBody>
      </p:sp>
      <p:sp>
        <p:nvSpPr>
          <p:cNvPr id="13" name="矩形 12"/>
          <p:cNvSpPr/>
          <p:nvPr/>
        </p:nvSpPr>
        <p:spPr>
          <a:xfrm>
            <a:off x="0" y="6691424"/>
            <a:ext cx="12192000" cy="166577"/>
          </a:xfrm>
          <a:prstGeom prst="rect">
            <a:avLst/>
          </a:prstGeom>
          <a:solidFill>
            <a:srgbClr val="92929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zh-CN" altLang="en-US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que 5"/>
          <p:cNvSpPr/>
          <p:nvPr/>
        </p:nvSpPr>
        <p:spPr>
          <a:xfrm>
            <a:off x="4578992" y="2154992"/>
            <a:ext cx="2824265" cy="2824264"/>
          </a:xfrm>
          <a:prstGeom prst="plaque">
            <a:avLst>
              <a:gd name="adj" fmla="val 50000"/>
            </a:avLst>
          </a:prstGeom>
          <a:solidFill>
            <a:srgbClr val="262626">
              <a:lumMod val="75000"/>
              <a:lumOff val="2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375432">
              <a:defRPr/>
            </a:pPr>
            <a:endParaRPr lang="en-US" sz="2667" kern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6216771" y="1434661"/>
            <a:ext cx="1920000" cy="1927404"/>
            <a:chOff x="4670322" y="1075995"/>
            <a:chExt cx="1440000" cy="1445553"/>
          </a:xfrm>
        </p:grpSpPr>
        <p:sp>
          <p:nvSpPr>
            <p:cNvPr id="20" name="泪滴形 19"/>
            <p:cNvSpPr/>
            <p:nvPr/>
          </p:nvSpPr>
          <p:spPr>
            <a:xfrm>
              <a:off x="4670322" y="1081548"/>
              <a:ext cx="1440000" cy="1440000"/>
            </a:xfrm>
            <a:prstGeom prst="teardrop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泪滴形 20"/>
            <p:cNvSpPr/>
            <p:nvPr/>
          </p:nvSpPr>
          <p:spPr>
            <a:xfrm>
              <a:off x="4742322" y="1075995"/>
              <a:ext cx="1368000" cy="1368000"/>
            </a:xfrm>
            <a:prstGeom prst="teardrop">
              <a:avLst/>
            </a:prstGeom>
            <a:solidFill>
              <a:srgbClr val="F09C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 rot="10800000">
            <a:off x="3858755" y="3760986"/>
            <a:ext cx="1920000" cy="1927404"/>
            <a:chOff x="4670322" y="1075995"/>
            <a:chExt cx="1440000" cy="1445553"/>
          </a:xfrm>
        </p:grpSpPr>
        <p:sp>
          <p:nvSpPr>
            <p:cNvPr id="26" name="泪滴形 25"/>
            <p:cNvSpPr/>
            <p:nvPr/>
          </p:nvSpPr>
          <p:spPr>
            <a:xfrm>
              <a:off x="4670322" y="1081548"/>
              <a:ext cx="1440000" cy="1440000"/>
            </a:xfrm>
            <a:prstGeom prst="teardrop">
              <a:avLst/>
            </a:prstGeom>
            <a:solidFill>
              <a:srgbClr val="2959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泪滴形 26"/>
            <p:cNvSpPr/>
            <p:nvPr/>
          </p:nvSpPr>
          <p:spPr>
            <a:xfrm>
              <a:off x="4742322" y="1075995"/>
              <a:ext cx="1368000" cy="1368000"/>
            </a:xfrm>
            <a:prstGeom prst="teardrop">
              <a:avLst/>
            </a:prstGeom>
            <a:solidFill>
              <a:srgbClr val="3777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 rot="5400000">
            <a:off x="6220472" y="3768483"/>
            <a:ext cx="1920000" cy="1927404"/>
            <a:chOff x="4670322" y="1075995"/>
            <a:chExt cx="1440000" cy="1445553"/>
          </a:xfrm>
          <a:solidFill>
            <a:srgbClr val="A02F23"/>
          </a:solidFill>
        </p:grpSpPr>
        <p:sp>
          <p:nvSpPr>
            <p:cNvPr id="29" name="泪滴形 28"/>
            <p:cNvSpPr/>
            <p:nvPr/>
          </p:nvSpPr>
          <p:spPr>
            <a:xfrm>
              <a:off x="4670322" y="1081548"/>
              <a:ext cx="1440000" cy="1440000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泪滴形 29"/>
            <p:cNvSpPr/>
            <p:nvPr/>
          </p:nvSpPr>
          <p:spPr>
            <a:xfrm>
              <a:off x="4742322" y="1075995"/>
              <a:ext cx="1368000" cy="1368000"/>
            </a:xfrm>
            <a:prstGeom prst="teardrop">
              <a:avLst/>
            </a:prstGeom>
            <a:solidFill>
              <a:srgbClr val="D241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 rot="16200000">
            <a:off x="3862456" y="1438362"/>
            <a:ext cx="1920000" cy="1927404"/>
            <a:chOff x="4670322" y="1075995"/>
            <a:chExt cx="1440000" cy="1445553"/>
          </a:xfrm>
        </p:grpSpPr>
        <p:sp>
          <p:nvSpPr>
            <p:cNvPr id="32" name="泪滴形 31"/>
            <p:cNvSpPr/>
            <p:nvPr/>
          </p:nvSpPr>
          <p:spPr>
            <a:xfrm>
              <a:off x="4670322" y="1081548"/>
              <a:ext cx="1440000" cy="1440000"/>
            </a:xfrm>
            <a:prstGeom prst="teardrop">
              <a:avLst/>
            </a:prstGeom>
            <a:solidFill>
              <a:srgbClr val="0C4D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泪滴形 32"/>
            <p:cNvSpPr/>
            <p:nvPr/>
          </p:nvSpPr>
          <p:spPr>
            <a:xfrm>
              <a:off x="4742322" y="1075995"/>
              <a:ext cx="1368000" cy="1368000"/>
            </a:xfrm>
            <a:prstGeom prst="teardrop">
              <a:avLst/>
            </a:prstGeom>
            <a:solidFill>
              <a:srgbClr val="189A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3" name="Freeform 23"/>
          <p:cNvSpPr>
            <a:spLocks noEditPoints="1"/>
          </p:cNvSpPr>
          <p:nvPr/>
        </p:nvSpPr>
        <p:spPr bwMode="auto">
          <a:xfrm>
            <a:off x="4471745" y="2108243"/>
            <a:ext cx="682140" cy="645016"/>
          </a:xfrm>
          <a:custGeom>
            <a:avLst/>
            <a:gdLst/>
            <a:ahLst/>
            <a:cxnLst>
              <a:cxn ang="0">
                <a:pos x="68" y="14"/>
              </a:cxn>
              <a:cxn ang="0">
                <a:pos x="68" y="18"/>
              </a:cxn>
              <a:cxn ang="0">
                <a:pos x="64" y="18"/>
              </a:cxn>
              <a:cxn ang="0">
                <a:pos x="61" y="21"/>
              </a:cxn>
              <a:cxn ang="0">
                <a:pos x="7" y="21"/>
              </a:cxn>
              <a:cxn ang="0">
                <a:pos x="4" y="18"/>
              </a:cxn>
              <a:cxn ang="0">
                <a:pos x="0" y="18"/>
              </a:cxn>
              <a:cxn ang="0">
                <a:pos x="0" y="14"/>
              </a:cxn>
              <a:cxn ang="0">
                <a:pos x="34" y="0"/>
              </a:cxn>
              <a:cxn ang="0">
                <a:pos x="68" y="14"/>
              </a:cxn>
              <a:cxn ang="0">
                <a:pos x="68" y="60"/>
              </a:cxn>
              <a:cxn ang="0">
                <a:pos x="68" y="64"/>
              </a:cxn>
              <a:cxn ang="0">
                <a:pos x="0" y="64"/>
              </a:cxn>
              <a:cxn ang="0">
                <a:pos x="0" y="60"/>
              </a:cxn>
              <a:cxn ang="0">
                <a:pos x="2" y="57"/>
              </a:cxn>
              <a:cxn ang="0">
                <a:pos x="66" y="57"/>
              </a:cxn>
              <a:cxn ang="0">
                <a:pos x="68" y="60"/>
              </a:cxn>
              <a:cxn ang="0">
                <a:pos x="18" y="23"/>
              </a:cxn>
              <a:cxn ang="0">
                <a:pos x="18" y="50"/>
              </a:cxn>
              <a:cxn ang="0">
                <a:pos x="23" y="50"/>
              </a:cxn>
              <a:cxn ang="0">
                <a:pos x="23" y="23"/>
              </a:cxn>
              <a:cxn ang="0">
                <a:pos x="32" y="23"/>
              </a:cxn>
              <a:cxn ang="0">
                <a:pos x="32" y="50"/>
              </a:cxn>
              <a:cxn ang="0">
                <a:pos x="36" y="50"/>
              </a:cxn>
              <a:cxn ang="0">
                <a:pos x="36" y="23"/>
              </a:cxn>
              <a:cxn ang="0">
                <a:pos x="45" y="23"/>
              </a:cxn>
              <a:cxn ang="0">
                <a:pos x="45" y="50"/>
              </a:cxn>
              <a:cxn ang="0">
                <a:pos x="50" y="50"/>
              </a:cxn>
              <a:cxn ang="0">
                <a:pos x="50" y="23"/>
              </a:cxn>
              <a:cxn ang="0">
                <a:pos x="59" y="23"/>
              </a:cxn>
              <a:cxn ang="0">
                <a:pos x="59" y="50"/>
              </a:cxn>
              <a:cxn ang="0">
                <a:pos x="61" y="50"/>
              </a:cxn>
              <a:cxn ang="0">
                <a:pos x="64" y="53"/>
              </a:cxn>
              <a:cxn ang="0">
                <a:pos x="64" y="55"/>
              </a:cxn>
              <a:cxn ang="0">
                <a:pos x="4" y="55"/>
              </a:cxn>
              <a:cxn ang="0">
                <a:pos x="4" y="53"/>
              </a:cxn>
              <a:cxn ang="0">
                <a:pos x="7" y="50"/>
              </a:cxn>
              <a:cxn ang="0">
                <a:pos x="9" y="50"/>
              </a:cxn>
              <a:cxn ang="0">
                <a:pos x="9" y="23"/>
              </a:cxn>
              <a:cxn ang="0">
                <a:pos x="18" y="23"/>
              </a:cxn>
            </a:cxnLst>
            <a:rect l="0" t="0" r="r" b="b"/>
            <a:pathLst>
              <a:path w="68" h="64">
                <a:moveTo>
                  <a:pt x="68" y="14"/>
                </a:moveTo>
                <a:cubicBezTo>
                  <a:pt x="68" y="18"/>
                  <a:pt x="68" y="18"/>
                  <a:pt x="68" y="18"/>
                </a:cubicBezTo>
                <a:cubicBezTo>
                  <a:pt x="64" y="18"/>
                  <a:pt x="64" y="18"/>
                  <a:pt x="64" y="18"/>
                </a:cubicBezTo>
                <a:cubicBezTo>
                  <a:pt x="64" y="20"/>
                  <a:pt x="63" y="21"/>
                  <a:pt x="61" y="21"/>
                </a:cubicBezTo>
                <a:cubicBezTo>
                  <a:pt x="7" y="21"/>
                  <a:pt x="7" y="21"/>
                  <a:pt x="7" y="21"/>
                </a:cubicBezTo>
                <a:cubicBezTo>
                  <a:pt x="5" y="21"/>
                  <a:pt x="4" y="20"/>
                  <a:pt x="4" y="18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4"/>
                  <a:pt x="0" y="14"/>
                  <a:pt x="0" y="14"/>
                </a:cubicBezTo>
                <a:cubicBezTo>
                  <a:pt x="34" y="0"/>
                  <a:pt x="34" y="0"/>
                  <a:pt x="34" y="0"/>
                </a:cubicBezTo>
                <a:lnTo>
                  <a:pt x="68" y="14"/>
                </a:lnTo>
                <a:close/>
                <a:moveTo>
                  <a:pt x="68" y="60"/>
                </a:moveTo>
                <a:cubicBezTo>
                  <a:pt x="68" y="64"/>
                  <a:pt x="68" y="64"/>
                  <a:pt x="68" y="64"/>
                </a:cubicBezTo>
                <a:cubicBezTo>
                  <a:pt x="0" y="64"/>
                  <a:pt x="0" y="64"/>
                  <a:pt x="0" y="64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58"/>
                  <a:pt x="1" y="57"/>
                  <a:pt x="2" y="57"/>
                </a:cubicBezTo>
                <a:cubicBezTo>
                  <a:pt x="66" y="57"/>
                  <a:pt x="66" y="57"/>
                  <a:pt x="66" y="57"/>
                </a:cubicBezTo>
                <a:cubicBezTo>
                  <a:pt x="67" y="57"/>
                  <a:pt x="68" y="58"/>
                  <a:pt x="68" y="60"/>
                </a:cubicBezTo>
                <a:close/>
                <a:moveTo>
                  <a:pt x="18" y="23"/>
                </a:moveTo>
                <a:cubicBezTo>
                  <a:pt x="18" y="50"/>
                  <a:pt x="18" y="50"/>
                  <a:pt x="18" y="50"/>
                </a:cubicBezTo>
                <a:cubicBezTo>
                  <a:pt x="23" y="50"/>
                  <a:pt x="23" y="50"/>
                  <a:pt x="23" y="50"/>
                </a:cubicBezTo>
                <a:cubicBezTo>
                  <a:pt x="23" y="23"/>
                  <a:pt x="23" y="23"/>
                  <a:pt x="23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50"/>
                  <a:pt x="32" y="50"/>
                  <a:pt x="32" y="50"/>
                </a:cubicBezTo>
                <a:cubicBezTo>
                  <a:pt x="36" y="50"/>
                  <a:pt x="36" y="50"/>
                  <a:pt x="36" y="50"/>
                </a:cubicBezTo>
                <a:cubicBezTo>
                  <a:pt x="36" y="23"/>
                  <a:pt x="36" y="23"/>
                  <a:pt x="36" y="2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50"/>
                  <a:pt x="45" y="50"/>
                  <a:pt x="45" y="50"/>
                </a:cubicBezTo>
                <a:cubicBezTo>
                  <a:pt x="50" y="50"/>
                  <a:pt x="50" y="50"/>
                  <a:pt x="50" y="50"/>
                </a:cubicBezTo>
                <a:cubicBezTo>
                  <a:pt x="50" y="23"/>
                  <a:pt x="50" y="23"/>
                  <a:pt x="50" y="23"/>
                </a:cubicBezTo>
                <a:cubicBezTo>
                  <a:pt x="59" y="23"/>
                  <a:pt x="59" y="23"/>
                  <a:pt x="59" y="23"/>
                </a:cubicBezTo>
                <a:cubicBezTo>
                  <a:pt x="59" y="50"/>
                  <a:pt x="59" y="50"/>
                  <a:pt x="59" y="50"/>
                </a:cubicBezTo>
                <a:cubicBezTo>
                  <a:pt x="61" y="50"/>
                  <a:pt x="61" y="50"/>
                  <a:pt x="61" y="50"/>
                </a:cubicBezTo>
                <a:cubicBezTo>
                  <a:pt x="63" y="50"/>
                  <a:pt x="64" y="51"/>
                  <a:pt x="64" y="53"/>
                </a:cubicBezTo>
                <a:cubicBezTo>
                  <a:pt x="64" y="55"/>
                  <a:pt x="64" y="55"/>
                  <a:pt x="64" y="55"/>
                </a:cubicBezTo>
                <a:cubicBezTo>
                  <a:pt x="4" y="55"/>
                  <a:pt x="4" y="55"/>
                  <a:pt x="4" y="55"/>
                </a:cubicBezTo>
                <a:cubicBezTo>
                  <a:pt x="4" y="53"/>
                  <a:pt x="4" y="53"/>
                  <a:pt x="4" y="53"/>
                </a:cubicBezTo>
                <a:cubicBezTo>
                  <a:pt x="4" y="51"/>
                  <a:pt x="5" y="50"/>
                  <a:pt x="7" y="50"/>
                </a:cubicBezTo>
                <a:cubicBezTo>
                  <a:pt x="9" y="50"/>
                  <a:pt x="9" y="50"/>
                  <a:pt x="9" y="50"/>
                </a:cubicBezTo>
                <a:cubicBezTo>
                  <a:pt x="9" y="23"/>
                  <a:pt x="9" y="23"/>
                  <a:pt x="9" y="23"/>
                </a:cubicBezTo>
                <a:lnTo>
                  <a:pt x="18" y="23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32"/>
            <a:endParaRPr lang="en-US" sz="2667" kern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54" name="Freeform 57"/>
          <p:cNvSpPr>
            <a:spLocks noEditPoints="1"/>
          </p:cNvSpPr>
          <p:nvPr/>
        </p:nvSpPr>
        <p:spPr bwMode="auto">
          <a:xfrm>
            <a:off x="6908643" y="4447397"/>
            <a:ext cx="681659" cy="604308"/>
          </a:xfrm>
          <a:custGeom>
            <a:avLst/>
            <a:gdLst/>
            <a:ahLst/>
            <a:cxnLst>
              <a:cxn ang="0">
                <a:pos x="7" y="9"/>
              </a:cxn>
              <a:cxn ang="0">
                <a:pos x="7" y="57"/>
              </a:cxn>
              <a:cxn ang="0">
                <a:pos x="6" y="58"/>
              </a:cxn>
              <a:cxn ang="0">
                <a:pos x="4" y="58"/>
              </a:cxn>
              <a:cxn ang="0">
                <a:pos x="2" y="57"/>
              </a:cxn>
              <a:cxn ang="0">
                <a:pos x="2" y="9"/>
              </a:cxn>
              <a:cxn ang="0">
                <a:pos x="0" y="4"/>
              </a:cxn>
              <a:cxn ang="0">
                <a:pos x="5" y="0"/>
              </a:cxn>
              <a:cxn ang="0">
                <a:pos x="10" y="4"/>
              </a:cxn>
              <a:cxn ang="0">
                <a:pos x="7" y="9"/>
              </a:cxn>
              <a:cxn ang="0">
                <a:pos x="65" y="36"/>
              </a:cxn>
              <a:cxn ang="0">
                <a:pos x="63" y="38"/>
              </a:cxn>
              <a:cxn ang="0">
                <a:pos x="49" y="43"/>
              </a:cxn>
              <a:cxn ang="0">
                <a:pos x="31" y="37"/>
              </a:cxn>
              <a:cxn ang="0">
                <a:pos x="13" y="43"/>
              </a:cxn>
              <a:cxn ang="0">
                <a:pos x="12" y="43"/>
              </a:cxn>
              <a:cxn ang="0">
                <a:pos x="10" y="41"/>
              </a:cxn>
              <a:cxn ang="0">
                <a:pos x="10" y="13"/>
              </a:cxn>
              <a:cxn ang="0">
                <a:pos x="11" y="11"/>
              </a:cxn>
              <a:cxn ang="0">
                <a:pos x="14" y="9"/>
              </a:cxn>
              <a:cxn ang="0">
                <a:pos x="30" y="4"/>
              </a:cxn>
              <a:cxn ang="0">
                <a:pos x="46" y="9"/>
              </a:cxn>
              <a:cxn ang="0">
                <a:pos x="49" y="10"/>
              </a:cxn>
              <a:cxn ang="0">
                <a:pos x="63" y="4"/>
              </a:cxn>
              <a:cxn ang="0">
                <a:pos x="65" y="7"/>
              </a:cxn>
              <a:cxn ang="0">
                <a:pos x="65" y="36"/>
              </a:cxn>
            </a:cxnLst>
            <a:rect l="0" t="0" r="r" b="b"/>
            <a:pathLst>
              <a:path w="65" h="57">
                <a:moveTo>
                  <a:pt x="7" y="9"/>
                </a:moveTo>
                <a:cubicBezTo>
                  <a:pt x="7" y="57"/>
                  <a:pt x="7" y="57"/>
                  <a:pt x="7" y="57"/>
                </a:cubicBezTo>
                <a:cubicBezTo>
                  <a:pt x="7" y="57"/>
                  <a:pt x="7" y="58"/>
                  <a:pt x="6" y="58"/>
                </a:cubicBezTo>
                <a:cubicBezTo>
                  <a:pt x="4" y="58"/>
                  <a:pt x="4" y="58"/>
                  <a:pt x="4" y="58"/>
                </a:cubicBezTo>
                <a:cubicBezTo>
                  <a:pt x="3" y="58"/>
                  <a:pt x="2" y="57"/>
                  <a:pt x="2" y="57"/>
                </a:cubicBezTo>
                <a:cubicBezTo>
                  <a:pt x="2" y="9"/>
                  <a:pt x="2" y="9"/>
                  <a:pt x="2" y="9"/>
                </a:cubicBezTo>
                <a:cubicBezTo>
                  <a:pt x="1" y="8"/>
                  <a:pt x="0" y="6"/>
                  <a:pt x="0" y="4"/>
                </a:cubicBezTo>
                <a:cubicBezTo>
                  <a:pt x="0" y="2"/>
                  <a:pt x="2" y="0"/>
                  <a:pt x="5" y="0"/>
                </a:cubicBezTo>
                <a:cubicBezTo>
                  <a:pt x="7" y="0"/>
                  <a:pt x="10" y="2"/>
                  <a:pt x="10" y="4"/>
                </a:cubicBezTo>
                <a:cubicBezTo>
                  <a:pt x="10" y="6"/>
                  <a:pt x="9" y="8"/>
                  <a:pt x="7" y="9"/>
                </a:cubicBezTo>
                <a:close/>
                <a:moveTo>
                  <a:pt x="65" y="36"/>
                </a:moveTo>
                <a:cubicBezTo>
                  <a:pt x="65" y="37"/>
                  <a:pt x="65" y="38"/>
                  <a:pt x="63" y="38"/>
                </a:cubicBezTo>
                <a:cubicBezTo>
                  <a:pt x="59" y="41"/>
                  <a:pt x="54" y="43"/>
                  <a:pt x="49" y="43"/>
                </a:cubicBezTo>
                <a:cubicBezTo>
                  <a:pt x="43" y="43"/>
                  <a:pt x="39" y="37"/>
                  <a:pt x="31" y="37"/>
                </a:cubicBezTo>
                <a:cubicBezTo>
                  <a:pt x="25" y="37"/>
                  <a:pt x="19" y="40"/>
                  <a:pt x="13" y="43"/>
                </a:cubicBezTo>
                <a:cubicBezTo>
                  <a:pt x="13" y="43"/>
                  <a:pt x="12" y="43"/>
                  <a:pt x="12" y="43"/>
                </a:cubicBezTo>
                <a:cubicBezTo>
                  <a:pt x="11" y="43"/>
                  <a:pt x="10" y="42"/>
                  <a:pt x="10" y="41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2"/>
                  <a:pt x="10" y="11"/>
                  <a:pt x="11" y="11"/>
                </a:cubicBezTo>
                <a:cubicBezTo>
                  <a:pt x="12" y="10"/>
                  <a:pt x="13" y="9"/>
                  <a:pt x="14" y="9"/>
                </a:cubicBezTo>
                <a:cubicBezTo>
                  <a:pt x="19" y="7"/>
                  <a:pt x="24" y="4"/>
                  <a:pt x="30" y="4"/>
                </a:cubicBezTo>
                <a:cubicBezTo>
                  <a:pt x="36" y="4"/>
                  <a:pt x="40" y="6"/>
                  <a:pt x="46" y="9"/>
                </a:cubicBezTo>
                <a:cubicBezTo>
                  <a:pt x="47" y="9"/>
                  <a:pt x="48" y="10"/>
                  <a:pt x="49" y="10"/>
                </a:cubicBezTo>
                <a:cubicBezTo>
                  <a:pt x="55" y="10"/>
                  <a:pt x="61" y="4"/>
                  <a:pt x="63" y="4"/>
                </a:cubicBezTo>
                <a:cubicBezTo>
                  <a:pt x="64" y="4"/>
                  <a:pt x="65" y="6"/>
                  <a:pt x="65" y="7"/>
                </a:cubicBezTo>
                <a:lnTo>
                  <a:pt x="65" y="3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32"/>
            <a:endParaRPr lang="en-US" sz="2667" kern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55" name="Freeform 69"/>
          <p:cNvSpPr>
            <a:spLocks noEditPoints="1"/>
          </p:cNvSpPr>
          <p:nvPr/>
        </p:nvSpPr>
        <p:spPr bwMode="auto">
          <a:xfrm>
            <a:off x="5654518" y="3266489"/>
            <a:ext cx="678621" cy="684048"/>
          </a:xfrm>
          <a:custGeom>
            <a:avLst/>
            <a:gdLst/>
            <a:ahLst/>
            <a:cxnLst>
              <a:cxn ang="0">
                <a:pos x="29" y="58"/>
              </a:cxn>
              <a:cxn ang="0">
                <a:pos x="6" y="47"/>
              </a:cxn>
              <a:cxn ang="0">
                <a:pos x="7" y="46"/>
              </a:cxn>
              <a:cxn ang="0">
                <a:pos x="12" y="40"/>
              </a:cxn>
              <a:cxn ang="0">
                <a:pos x="13" y="40"/>
              </a:cxn>
              <a:cxn ang="0">
                <a:pos x="14" y="41"/>
              </a:cxn>
              <a:cxn ang="0">
                <a:pos x="29" y="48"/>
              </a:cxn>
              <a:cxn ang="0">
                <a:pos x="48" y="29"/>
              </a:cxn>
              <a:cxn ang="0">
                <a:pos x="29" y="9"/>
              </a:cxn>
              <a:cxn ang="0">
                <a:pos x="16" y="14"/>
              </a:cxn>
              <a:cxn ang="0">
                <a:pos x="21" y="20"/>
              </a:cxn>
              <a:cxn ang="0">
                <a:pos x="21" y="22"/>
              </a:cxn>
              <a:cxn ang="0">
                <a:pos x="19" y="24"/>
              </a:cxn>
              <a:cxn ang="0">
                <a:pos x="2" y="24"/>
              </a:cxn>
              <a:cxn ang="0">
                <a:pos x="0" y="21"/>
              </a:cxn>
              <a:cxn ang="0">
                <a:pos x="0" y="4"/>
              </a:cxn>
              <a:cxn ang="0">
                <a:pos x="1" y="2"/>
              </a:cxn>
              <a:cxn ang="0">
                <a:pos x="4" y="3"/>
              </a:cxn>
              <a:cxn ang="0">
                <a:pos x="9" y="8"/>
              </a:cxn>
              <a:cxn ang="0">
                <a:pos x="29" y="0"/>
              </a:cxn>
              <a:cxn ang="0">
                <a:pos x="58" y="29"/>
              </a:cxn>
              <a:cxn ang="0">
                <a:pos x="29" y="58"/>
              </a:cxn>
              <a:cxn ang="0">
                <a:pos x="34" y="35"/>
              </a:cxn>
              <a:cxn ang="0">
                <a:pos x="33" y="36"/>
              </a:cxn>
              <a:cxn ang="0">
                <a:pos x="20" y="36"/>
              </a:cxn>
              <a:cxn ang="0">
                <a:pos x="19" y="35"/>
              </a:cxn>
              <a:cxn ang="0">
                <a:pos x="19" y="32"/>
              </a:cxn>
              <a:cxn ang="0">
                <a:pos x="20" y="31"/>
              </a:cxn>
              <a:cxn ang="0">
                <a:pos x="29" y="31"/>
              </a:cxn>
              <a:cxn ang="0">
                <a:pos x="29" y="18"/>
              </a:cxn>
              <a:cxn ang="0">
                <a:pos x="30" y="17"/>
              </a:cxn>
              <a:cxn ang="0">
                <a:pos x="33" y="17"/>
              </a:cxn>
              <a:cxn ang="0">
                <a:pos x="34" y="18"/>
              </a:cxn>
              <a:cxn ang="0">
                <a:pos x="34" y="35"/>
              </a:cxn>
            </a:cxnLst>
            <a:rect l="0" t="0" r="r" b="b"/>
            <a:pathLst>
              <a:path w="57" h="57">
                <a:moveTo>
                  <a:pt x="29" y="58"/>
                </a:moveTo>
                <a:cubicBezTo>
                  <a:pt x="20" y="58"/>
                  <a:pt x="12" y="54"/>
                  <a:pt x="6" y="47"/>
                </a:cubicBezTo>
                <a:cubicBezTo>
                  <a:pt x="6" y="47"/>
                  <a:pt x="6" y="46"/>
                  <a:pt x="7" y="46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40"/>
                  <a:pt x="12" y="40"/>
                  <a:pt x="13" y="40"/>
                </a:cubicBezTo>
                <a:cubicBezTo>
                  <a:pt x="13" y="40"/>
                  <a:pt x="13" y="40"/>
                  <a:pt x="14" y="41"/>
                </a:cubicBezTo>
                <a:cubicBezTo>
                  <a:pt x="17" y="45"/>
                  <a:pt x="23" y="48"/>
                  <a:pt x="29" y="48"/>
                </a:cubicBezTo>
                <a:cubicBezTo>
                  <a:pt x="40" y="48"/>
                  <a:pt x="48" y="39"/>
                  <a:pt x="48" y="29"/>
                </a:cubicBezTo>
                <a:cubicBezTo>
                  <a:pt x="48" y="18"/>
                  <a:pt x="40" y="9"/>
                  <a:pt x="29" y="9"/>
                </a:cubicBezTo>
                <a:cubicBezTo>
                  <a:pt x="24" y="9"/>
                  <a:pt x="19" y="11"/>
                  <a:pt x="16" y="14"/>
                </a:cubicBezTo>
                <a:cubicBezTo>
                  <a:pt x="21" y="20"/>
                  <a:pt x="21" y="20"/>
                  <a:pt x="21" y="20"/>
                </a:cubicBezTo>
                <a:cubicBezTo>
                  <a:pt x="22" y="20"/>
                  <a:pt x="22" y="21"/>
                  <a:pt x="21" y="22"/>
                </a:cubicBezTo>
                <a:cubicBezTo>
                  <a:pt x="21" y="23"/>
                  <a:pt x="20" y="24"/>
                  <a:pt x="19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1" y="24"/>
                  <a:pt x="0" y="23"/>
                  <a:pt x="0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0" y="3"/>
                  <a:pt x="1" y="2"/>
                </a:cubicBezTo>
                <a:cubicBezTo>
                  <a:pt x="2" y="2"/>
                  <a:pt x="3" y="2"/>
                  <a:pt x="4" y="3"/>
                </a:cubicBezTo>
                <a:cubicBezTo>
                  <a:pt x="9" y="8"/>
                  <a:pt x="9" y="8"/>
                  <a:pt x="9" y="8"/>
                </a:cubicBezTo>
                <a:cubicBezTo>
                  <a:pt x="14" y="3"/>
                  <a:pt x="21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34" y="35"/>
                </a:moveTo>
                <a:cubicBezTo>
                  <a:pt x="34" y="35"/>
                  <a:pt x="33" y="36"/>
                  <a:pt x="33" y="36"/>
                </a:cubicBezTo>
                <a:cubicBezTo>
                  <a:pt x="20" y="36"/>
                  <a:pt x="20" y="36"/>
                  <a:pt x="20" y="36"/>
                </a:cubicBezTo>
                <a:cubicBezTo>
                  <a:pt x="20" y="36"/>
                  <a:pt x="19" y="35"/>
                  <a:pt x="19" y="35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20" y="31"/>
                  <a:pt x="20" y="31"/>
                </a:cubicBezTo>
                <a:cubicBezTo>
                  <a:pt x="29" y="31"/>
                  <a:pt x="29" y="31"/>
                  <a:pt x="29" y="31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7"/>
                  <a:pt x="29" y="17"/>
                  <a:pt x="30" y="17"/>
                </a:cubicBezTo>
                <a:cubicBezTo>
                  <a:pt x="33" y="17"/>
                  <a:pt x="33" y="17"/>
                  <a:pt x="33" y="17"/>
                </a:cubicBezTo>
                <a:cubicBezTo>
                  <a:pt x="33" y="17"/>
                  <a:pt x="34" y="17"/>
                  <a:pt x="34" y="18"/>
                </a:cubicBezTo>
                <a:lnTo>
                  <a:pt x="34" y="35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32"/>
            <a:endParaRPr lang="en-US" sz="2667" kern="0">
              <a:solidFill>
                <a:schemeClr val="tx1">
                  <a:lumMod val="75000"/>
                  <a:lumOff val="25000"/>
                </a:schemeClr>
              </a:solidFill>
              <a:latin typeface="Arial"/>
            </a:endParaRPr>
          </a:p>
        </p:txBody>
      </p:sp>
      <p:sp>
        <p:nvSpPr>
          <p:cNvPr id="56" name="Freeform 100"/>
          <p:cNvSpPr>
            <a:spLocks noEditPoints="1"/>
          </p:cNvSpPr>
          <p:nvPr/>
        </p:nvSpPr>
        <p:spPr bwMode="auto">
          <a:xfrm>
            <a:off x="6875478" y="2161659"/>
            <a:ext cx="652908" cy="625891"/>
          </a:xfrm>
          <a:custGeom>
            <a:avLst/>
            <a:gdLst/>
            <a:ahLst/>
            <a:cxnLst>
              <a:cxn ang="0">
                <a:pos x="63" y="49"/>
              </a:cxn>
              <a:cxn ang="0">
                <a:pos x="58" y="44"/>
              </a:cxn>
              <a:cxn ang="0">
                <a:pos x="54" y="48"/>
              </a:cxn>
              <a:cxn ang="0">
                <a:pos x="63" y="57"/>
              </a:cxn>
              <a:cxn ang="0">
                <a:pos x="64" y="60"/>
              </a:cxn>
              <a:cxn ang="0">
                <a:pos x="59" y="64"/>
              </a:cxn>
              <a:cxn ang="0">
                <a:pos x="56" y="63"/>
              </a:cxn>
              <a:cxn ang="0">
                <a:pos x="29" y="36"/>
              </a:cxn>
              <a:cxn ang="0">
                <a:pos x="15" y="42"/>
              </a:cxn>
              <a:cxn ang="0">
                <a:pos x="0" y="27"/>
              </a:cxn>
              <a:cxn ang="0">
                <a:pos x="26" y="0"/>
              </a:cxn>
              <a:cxn ang="0">
                <a:pos x="41" y="15"/>
              </a:cxn>
              <a:cxn ang="0">
                <a:pos x="36" y="30"/>
              </a:cxn>
              <a:cxn ang="0">
                <a:pos x="50" y="44"/>
              </a:cxn>
              <a:cxn ang="0">
                <a:pos x="54" y="40"/>
              </a:cxn>
              <a:cxn ang="0">
                <a:pos x="49" y="35"/>
              </a:cxn>
              <a:cxn ang="0">
                <a:pos x="54" y="31"/>
              </a:cxn>
              <a:cxn ang="0">
                <a:pos x="55" y="31"/>
              </a:cxn>
              <a:cxn ang="0">
                <a:pos x="67" y="44"/>
              </a:cxn>
              <a:cxn ang="0">
                <a:pos x="63" y="49"/>
              </a:cxn>
              <a:cxn ang="0">
                <a:pos x="25" y="8"/>
              </a:cxn>
              <a:cxn ang="0">
                <a:pos x="18" y="16"/>
              </a:cxn>
              <a:cxn ang="0">
                <a:pos x="19" y="19"/>
              </a:cxn>
              <a:cxn ang="0">
                <a:pos x="15" y="18"/>
              </a:cxn>
              <a:cxn ang="0">
                <a:pos x="7" y="26"/>
              </a:cxn>
              <a:cxn ang="0">
                <a:pos x="15" y="34"/>
              </a:cxn>
              <a:cxn ang="0">
                <a:pos x="23" y="26"/>
              </a:cxn>
              <a:cxn ang="0">
                <a:pos x="22" y="23"/>
              </a:cxn>
              <a:cxn ang="0">
                <a:pos x="25" y="24"/>
              </a:cxn>
              <a:cxn ang="0">
                <a:pos x="33" y="16"/>
              </a:cxn>
              <a:cxn ang="0">
                <a:pos x="25" y="8"/>
              </a:cxn>
            </a:cxnLst>
            <a:rect l="0" t="0" r="r" b="b"/>
            <a:pathLst>
              <a:path w="67" h="64">
                <a:moveTo>
                  <a:pt x="63" y="49"/>
                </a:moveTo>
                <a:cubicBezTo>
                  <a:pt x="62" y="49"/>
                  <a:pt x="58" y="45"/>
                  <a:pt x="58" y="44"/>
                </a:cubicBezTo>
                <a:cubicBezTo>
                  <a:pt x="54" y="48"/>
                  <a:pt x="54" y="48"/>
                  <a:pt x="54" y="48"/>
                </a:cubicBezTo>
                <a:cubicBezTo>
                  <a:pt x="63" y="57"/>
                  <a:pt x="63" y="57"/>
                  <a:pt x="63" y="57"/>
                </a:cubicBezTo>
                <a:cubicBezTo>
                  <a:pt x="63" y="58"/>
                  <a:pt x="64" y="59"/>
                  <a:pt x="64" y="60"/>
                </a:cubicBezTo>
                <a:cubicBezTo>
                  <a:pt x="64" y="62"/>
                  <a:pt x="61" y="64"/>
                  <a:pt x="59" y="64"/>
                </a:cubicBezTo>
                <a:cubicBezTo>
                  <a:pt x="58" y="64"/>
                  <a:pt x="57" y="64"/>
                  <a:pt x="56" y="63"/>
                </a:cubicBezTo>
                <a:cubicBezTo>
                  <a:pt x="29" y="36"/>
                  <a:pt x="29" y="36"/>
                  <a:pt x="29" y="36"/>
                </a:cubicBezTo>
                <a:cubicBezTo>
                  <a:pt x="25" y="39"/>
                  <a:pt x="20" y="42"/>
                  <a:pt x="15" y="42"/>
                </a:cubicBezTo>
                <a:cubicBezTo>
                  <a:pt x="6" y="42"/>
                  <a:pt x="0" y="36"/>
                  <a:pt x="0" y="27"/>
                </a:cubicBezTo>
                <a:cubicBezTo>
                  <a:pt x="0" y="14"/>
                  <a:pt x="13" y="0"/>
                  <a:pt x="26" y="0"/>
                </a:cubicBezTo>
                <a:cubicBezTo>
                  <a:pt x="35" y="0"/>
                  <a:pt x="41" y="6"/>
                  <a:pt x="41" y="15"/>
                </a:cubicBezTo>
                <a:cubicBezTo>
                  <a:pt x="41" y="21"/>
                  <a:pt x="39" y="26"/>
                  <a:pt x="36" y="30"/>
                </a:cubicBezTo>
                <a:cubicBezTo>
                  <a:pt x="50" y="44"/>
                  <a:pt x="50" y="44"/>
                  <a:pt x="50" y="44"/>
                </a:cubicBezTo>
                <a:cubicBezTo>
                  <a:pt x="54" y="40"/>
                  <a:pt x="54" y="40"/>
                  <a:pt x="54" y="40"/>
                </a:cubicBezTo>
                <a:cubicBezTo>
                  <a:pt x="53" y="39"/>
                  <a:pt x="49" y="36"/>
                  <a:pt x="49" y="35"/>
                </a:cubicBezTo>
                <a:cubicBezTo>
                  <a:pt x="49" y="34"/>
                  <a:pt x="53" y="31"/>
                  <a:pt x="54" y="31"/>
                </a:cubicBezTo>
                <a:cubicBezTo>
                  <a:pt x="54" y="31"/>
                  <a:pt x="54" y="31"/>
                  <a:pt x="55" y="31"/>
                </a:cubicBezTo>
                <a:cubicBezTo>
                  <a:pt x="56" y="32"/>
                  <a:pt x="67" y="43"/>
                  <a:pt x="67" y="44"/>
                </a:cubicBezTo>
                <a:cubicBezTo>
                  <a:pt x="67" y="45"/>
                  <a:pt x="64" y="49"/>
                  <a:pt x="63" y="49"/>
                </a:cubicBezTo>
                <a:close/>
                <a:moveTo>
                  <a:pt x="25" y="8"/>
                </a:moveTo>
                <a:cubicBezTo>
                  <a:pt x="21" y="8"/>
                  <a:pt x="18" y="12"/>
                  <a:pt x="18" y="16"/>
                </a:cubicBezTo>
                <a:cubicBezTo>
                  <a:pt x="18" y="17"/>
                  <a:pt x="18" y="18"/>
                  <a:pt x="19" y="19"/>
                </a:cubicBezTo>
                <a:cubicBezTo>
                  <a:pt x="17" y="19"/>
                  <a:pt x="16" y="18"/>
                  <a:pt x="15" y="18"/>
                </a:cubicBezTo>
                <a:cubicBezTo>
                  <a:pt x="11" y="18"/>
                  <a:pt x="7" y="22"/>
                  <a:pt x="7" y="26"/>
                </a:cubicBezTo>
                <a:cubicBezTo>
                  <a:pt x="7" y="30"/>
                  <a:pt x="11" y="34"/>
                  <a:pt x="15" y="34"/>
                </a:cubicBezTo>
                <a:cubicBezTo>
                  <a:pt x="19" y="34"/>
                  <a:pt x="23" y="30"/>
                  <a:pt x="23" y="26"/>
                </a:cubicBezTo>
                <a:cubicBezTo>
                  <a:pt x="23" y="25"/>
                  <a:pt x="23" y="24"/>
                  <a:pt x="22" y="23"/>
                </a:cubicBezTo>
                <a:cubicBezTo>
                  <a:pt x="23" y="23"/>
                  <a:pt x="24" y="24"/>
                  <a:pt x="25" y="24"/>
                </a:cubicBezTo>
                <a:cubicBezTo>
                  <a:pt x="30" y="24"/>
                  <a:pt x="33" y="20"/>
                  <a:pt x="33" y="16"/>
                </a:cubicBezTo>
                <a:cubicBezTo>
                  <a:pt x="33" y="12"/>
                  <a:pt x="30" y="8"/>
                  <a:pt x="25" y="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219170"/>
            <a:endParaRPr lang="en-US" sz="2400" kern="0">
              <a:solidFill>
                <a:sysClr val="windowText" lastClr="000000"/>
              </a:solidFill>
            </a:endParaRPr>
          </a:p>
        </p:txBody>
      </p:sp>
      <p:sp>
        <p:nvSpPr>
          <p:cNvPr id="57" name="Freeform 13"/>
          <p:cNvSpPr>
            <a:spLocks noEditPoints="1"/>
          </p:cNvSpPr>
          <p:nvPr/>
        </p:nvSpPr>
        <p:spPr bwMode="auto">
          <a:xfrm rot="2654555">
            <a:off x="4470036" y="4464917"/>
            <a:ext cx="685561" cy="685561"/>
          </a:xfrm>
          <a:custGeom>
            <a:avLst/>
            <a:gdLst/>
            <a:ahLst/>
            <a:cxnLst>
              <a:cxn ang="0">
                <a:pos x="60" y="40"/>
              </a:cxn>
              <a:cxn ang="0">
                <a:pos x="40" y="60"/>
              </a:cxn>
              <a:cxn ang="0">
                <a:pos x="36" y="61"/>
              </a:cxn>
              <a:cxn ang="0">
                <a:pos x="33" y="60"/>
              </a:cxn>
              <a:cxn ang="0">
                <a:pos x="4" y="31"/>
              </a:cxn>
              <a:cxn ang="0">
                <a:pos x="0" y="22"/>
              </a:cxn>
              <a:cxn ang="0">
                <a:pos x="0" y="6"/>
              </a:cxn>
              <a:cxn ang="0">
                <a:pos x="6" y="0"/>
              </a:cxn>
              <a:cxn ang="0">
                <a:pos x="22" y="0"/>
              </a:cxn>
              <a:cxn ang="0">
                <a:pos x="31" y="4"/>
              </a:cxn>
              <a:cxn ang="0">
                <a:pos x="60" y="33"/>
              </a:cxn>
              <a:cxn ang="0">
                <a:pos x="61" y="36"/>
              </a:cxn>
              <a:cxn ang="0">
                <a:pos x="60" y="40"/>
              </a:cxn>
              <a:cxn ang="0">
                <a:pos x="13" y="8"/>
              </a:cxn>
              <a:cxn ang="0">
                <a:pos x="8" y="13"/>
              </a:cxn>
              <a:cxn ang="0">
                <a:pos x="13" y="18"/>
              </a:cxn>
              <a:cxn ang="0">
                <a:pos x="18" y="13"/>
              </a:cxn>
              <a:cxn ang="0">
                <a:pos x="13" y="8"/>
              </a:cxn>
            </a:cxnLst>
            <a:rect l="0" t="0" r="r" b="b"/>
            <a:pathLst>
              <a:path w="61" h="61">
                <a:moveTo>
                  <a:pt x="60" y="40"/>
                </a:moveTo>
                <a:cubicBezTo>
                  <a:pt x="40" y="60"/>
                  <a:pt x="40" y="60"/>
                  <a:pt x="40" y="60"/>
                </a:cubicBezTo>
                <a:cubicBezTo>
                  <a:pt x="39" y="61"/>
                  <a:pt x="38" y="61"/>
                  <a:pt x="36" y="61"/>
                </a:cubicBezTo>
                <a:cubicBezTo>
                  <a:pt x="35" y="61"/>
                  <a:pt x="34" y="61"/>
                  <a:pt x="33" y="60"/>
                </a:cubicBezTo>
                <a:cubicBezTo>
                  <a:pt x="4" y="31"/>
                  <a:pt x="4" y="31"/>
                  <a:pt x="4" y="31"/>
                </a:cubicBezTo>
                <a:cubicBezTo>
                  <a:pt x="2" y="29"/>
                  <a:pt x="0" y="25"/>
                  <a:pt x="0" y="22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3" y="0"/>
                  <a:pt x="6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5" y="0"/>
                  <a:pt x="29" y="2"/>
                  <a:pt x="31" y="4"/>
                </a:cubicBezTo>
                <a:cubicBezTo>
                  <a:pt x="60" y="33"/>
                  <a:pt x="60" y="33"/>
                  <a:pt x="60" y="33"/>
                </a:cubicBezTo>
                <a:cubicBezTo>
                  <a:pt x="61" y="34"/>
                  <a:pt x="61" y="35"/>
                  <a:pt x="61" y="36"/>
                </a:cubicBezTo>
                <a:cubicBezTo>
                  <a:pt x="61" y="38"/>
                  <a:pt x="61" y="39"/>
                  <a:pt x="60" y="40"/>
                </a:cubicBezTo>
                <a:close/>
                <a:moveTo>
                  <a:pt x="13" y="8"/>
                </a:moveTo>
                <a:cubicBezTo>
                  <a:pt x="10" y="8"/>
                  <a:pt x="8" y="10"/>
                  <a:pt x="8" y="13"/>
                </a:cubicBezTo>
                <a:cubicBezTo>
                  <a:pt x="8" y="16"/>
                  <a:pt x="10" y="18"/>
                  <a:pt x="13" y="18"/>
                </a:cubicBezTo>
                <a:cubicBezTo>
                  <a:pt x="16" y="18"/>
                  <a:pt x="18" y="16"/>
                  <a:pt x="18" y="13"/>
                </a:cubicBezTo>
                <a:cubicBezTo>
                  <a:pt x="18" y="10"/>
                  <a:pt x="16" y="8"/>
                  <a:pt x="13" y="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219170"/>
            <a:endParaRPr lang="en-US" sz="2400" kern="0">
              <a:solidFill>
                <a:sysClr val="windowText" lastClr="000000"/>
              </a:solidFill>
            </a:endParaRPr>
          </a:p>
        </p:txBody>
      </p:sp>
      <p:sp>
        <p:nvSpPr>
          <p:cNvPr id="58" name="Rectangle 20"/>
          <p:cNvSpPr/>
          <p:nvPr/>
        </p:nvSpPr>
        <p:spPr>
          <a:xfrm>
            <a:off x="2389593" y="1660041"/>
            <a:ext cx="1365758" cy="4104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 defTabSz="1375432"/>
            <a:r>
              <a:rPr lang="zh-CN" altLang="en-US" sz="2667" b="1" kern="0">
                <a:solidFill>
                  <a:srgbClr val="189A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不可再生</a:t>
            </a:r>
            <a:endParaRPr lang="en-US" sz="2667" b="1" kern="0">
              <a:solidFill>
                <a:srgbClr val="189A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19"/>
          <p:cNvSpPr txBox="1"/>
          <p:nvPr/>
        </p:nvSpPr>
        <p:spPr>
          <a:xfrm>
            <a:off x="720423" y="2102458"/>
            <a:ext cx="3034928" cy="328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219140">
              <a:spcBef>
                <a:spcPct val="20000"/>
              </a:spcBef>
              <a:defRPr/>
            </a:pPr>
            <a:r>
              <a:rPr lang="en-US" sz="2133" kern="0">
                <a:solidFill>
                  <a:srgbClr val="929292"/>
                </a:solidFill>
                <a:latin typeface="Arial"/>
                <a:ea typeface="微软雅黑" panose="020B0503020204020204" pitchFamily="34" charset="-122"/>
              </a:rPr>
              <a:t>Non renewable</a:t>
            </a:r>
          </a:p>
        </p:txBody>
      </p:sp>
      <p:grpSp>
        <p:nvGrpSpPr>
          <p:cNvPr id="62" name="Group 57"/>
          <p:cNvGrpSpPr/>
          <p:nvPr/>
        </p:nvGrpSpPr>
        <p:grpSpPr>
          <a:xfrm>
            <a:off x="729720" y="4731241"/>
            <a:ext cx="3003905" cy="764465"/>
            <a:chOff x="-273244" y="3168889"/>
            <a:chExt cx="2252929" cy="573348"/>
          </a:xfrm>
        </p:grpSpPr>
        <p:sp>
          <p:nvSpPr>
            <p:cNvPr id="63" name="TextBox 13"/>
            <p:cNvSpPr txBox="1"/>
            <p:nvPr/>
          </p:nvSpPr>
          <p:spPr>
            <a:xfrm>
              <a:off x="-273244" y="3496064"/>
              <a:ext cx="2247089" cy="2461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defTabSz="1219140">
                <a:spcBef>
                  <a:spcPct val="20000"/>
                </a:spcBef>
                <a:defRPr/>
              </a:pPr>
              <a:r>
                <a:rPr lang="en-US" sz="2133" kern="0">
                  <a:solidFill>
                    <a:srgbClr val="929292"/>
                  </a:solidFill>
                  <a:latin typeface="Arial"/>
                </a:rPr>
                <a:t>Can not be replaced</a:t>
              </a:r>
            </a:p>
          </p:txBody>
        </p:sp>
        <p:sp>
          <p:nvSpPr>
            <p:cNvPr id="64" name="Rectangle 14"/>
            <p:cNvSpPr/>
            <p:nvPr/>
          </p:nvSpPr>
          <p:spPr>
            <a:xfrm>
              <a:off x="955366" y="3168889"/>
              <a:ext cx="1024319" cy="307824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r" defTabSz="1375432"/>
              <a:r>
                <a:rPr lang="zh-CN" altLang="en-US" sz="2667" b="1" kern="0">
                  <a:solidFill>
                    <a:srgbClr val="3777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不可取代</a:t>
              </a:r>
              <a:endParaRPr lang="en-US" sz="2667" b="1" kern="0">
                <a:solidFill>
                  <a:srgbClr val="37779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5" name="Group 58"/>
          <p:cNvGrpSpPr/>
          <p:nvPr/>
        </p:nvGrpSpPr>
        <p:grpSpPr>
          <a:xfrm>
            <a:off x="8325943" y="1668427"/>
            <a:ext cx="3034927" cy="762260"/>
            <a:chOff x="7174424" y="1352592"/>
            <a:chExt cx="2276195" cy="571694"/>
          </a:xfrm>
        </p:grpSpPr>
        <p:sp>
          <p:nvSpPr>
            <p:cNvPr id="66" name="TextBox 16"/>
            <p:cNvSpPr txBox="1"/>
            <p:nvPr/>
          </p:nvSpPr>
          <p:spPr>
            <a:xfrm>
              <a:off x="7174424" y="1678113"/>
              <a:ext cx="2276195" cy="2461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219140">
                <a:spcBef>
                  <a:spcPct val="20000"/>
                </a:spcBef>
                <a:defRPr/>
              </a:pPr>
              <a:r>
                <a:rPr lang="en-US" sz="2133" kern="0">
                  <a:solidFill>
                    <a:srgbClr val="262626">
                      <a:lumMod val="50000"/>
                      <a:lumOff val="50000"/>
                    </a:srgbClr>
                  </a:solidFill>
                  <a:latin typeface="Arial"/>
                </a:rPr>
                <a:t>Cannot open source</a:t>
              </a:r>
              <a:endParaRPr lang="en-US" sz="2133" kern="0">
                <a:solidFill>
                  <a:srgbClr val="262626">
                    <a:lumMod val="65000"/>
                    <a:lumOff val="35000"/>
                  </a:srgbClr>
                </a:solidFill>
                <a:latin typeface="Arial"/>
              </a:endParaRPr>
            </a:p>
          </p:txBody>
        </p:sp>
        <p:sp>
          <p:nvSpPr>
            <p:cNvPr id="67" name="Rectangle 17"/>
            <p:cNvSpPr/>
            <p:nvPr/>
          </p:nvSpPr>
          <p:spPr>
            <a:xfrm>
              <a:off x="7174424" y="1352592"/>
              <a:ext cx="1024318" cy="307824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defTabSz="1375432"/>
              <a:r>
                <a:rPr lang="zh-CN" altLang="en-US" sz="2667" b="1" kern="0">
                  <a:solidFill>
                    <a:srgbClr val="F09C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无法开源</a:t>
              </a:r>
              <a:endParaRPr lang="en-US" sz="2667" b="1" kern="0">
                <a:solidFill>
                  <a:srgbClr val="F09C2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8" name="Group 58"/>
          <p:cNvGrpSpPr/>
          <p:nvPr/>
        </p:nvGrpSpPr>
        <p:grpSpPr>
          <a:xfrm>
            <a:off x="8325945" y="4654432"/>
            <a:ext cx="3034927" cy="841276"/>
            <a:chOff x="7174424" y="1352592"/>
            <a:chExt cx="2276195" cy="630956"/>
          </a:xfrm>
        </p:grpSpPr>
        <p:sp>
          <p:nvSpPr>
            <p:cNvPr id="69" name="TextBox 22"/>
            <p:cNvSpPr txBox="1"/>
            <p:nvPr/>
          </p:nvSpPr>
          <p:spPr>
            <a:xfrm>
              <a:off x="7174424" y="1737375"/>
              <a:ext cx="2276195" cy="2461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219140">
                <a:spcBef>
                  <a:spcPct val="20000"/>
                </a:spcBef>
                <a:defRPr/>
              </a:pPr>
              <a:r>
                <a:rPr lang="en-US" sz="2133" kern="0">
                  <a:solidFill>
                    <a:srgbClr val="262626">
                      <a:lumMod val="65000"/>
                      <a:lumOff val="35000"/>
                    </a:srgbClr>
                  </a:solidFill>
                  <a:latin typeface="Arial"/>
                </a:rPr>
                <a:t>Cannot save</a:t>
              </a:r>
            </a:p>
          </p:txBody>
        </p:sp>
        <p:sp>
          <p:nvSpPr>
            <p:cNvPr id="70" name="Rectangle 23"/>
            <p:cNvSpPr/>
            <p:nvPr/>
          </p:nvSpPr>
          <p:spPr>
            <a:xfrm>
              <a:off x="7174424" y="1352592"/>
              <a:ext cx="1024318" cy="307824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defTabSz="1375432"/>
              <a:r>
                <a:rPr lang="zh-CN" altLang="en-US" sz="2667" b="1" kern="0">
                  <a:solidFill>
                    <a:srgbClr val="D241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无法节流</a:t>
              </a:r>
              <a:endParaRPr lang="en-US" sz="2667" b="1" kern="0">
                <a:solidFill>
                  <a:srgbClr val="D2413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76715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53" grpId="0" animBg="1"/>
      <p:bldP spid="54" grpId="0" animBg="1"/>
      <p:bldP spid="56" grpId="0" animBg="1"/>
      <p:bldP spid="5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" y="260351"/>
            <a:ext cx="1271588" cy="431800"/>
          </a:xfrm>
          <a:prstGeom prst="rect">
            <a:avLst/>
          </a:prstGeom>
          <a:solidFill>
            <a:srgbClr val="262626">
              <a:lumMod val="50000"/>
              <a:lumOff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377">
              <a:defRPr/>
            </a:pPr>
            <a:endParaRPr lang="zh-CN" altLang="en-US" kern="0">
              <a:solidFill>
                <a:prstClr val="white"/>
              </a:solidFill>
              <a:ea typeface="造字工房悦黑体验版常规体" pitchFamily="50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43026" y="260351"/>
            <a:ext cx="73025" cy="431800"/>
          </a:xfrm>
          <a:prstGeom prst="rect">
            <a:avLst/>
          </a:prstGeom>
          <a:solidFill>
            <a:srgbClr val="92929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377">
              <a:defRPr/>
            </a:pPr>
            <a:endParaRPr lang="zh-CN" altLang="en-US" kern="0">
              <a:solidFill>
                <a:prstClr val="white"/>
              </a:solidFill>
              <a:ea typeface="造字工房悦黑体验版常规体" pitchFamily="50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81139" y="463552"/>
            <a:ext cx="63500" cy="225425"/>
          </a:xfrm>
          <a:prstGeom prst="rect">
            <a:avLst/>
          </a:prstGeom>
          <a:solidFill>
            <a:srgbClr val="92929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377">
              <a:defRPr/>
            </a:pPr>
            <a:endParaRPr lang="zh-CN" altLang="en-US" kern="0">
              <a:solidFill>
                <a:prstClr val="white"/>
              </a:solidFill>
              <a:ea typeface="造字工房悦黑体验版常规体" pitchFamily="50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6691424"/>
            <a:ext cx="12192000" cy="166577"/>
          </a:xfrm>
          <a:prstGeom prst="rect">
            <a:avLst/>
          </a:prstGeom>
          <a:solidFill>
            <a:srgbClr val="92929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zh-CN" altLang="en-US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文本框 14"/>
          <p:cNvSpPr txBox="1">
            <a:spLocks noChangeArrowheads="1"/>
          </p:cNvSpPr>
          <p:nvPr/>
        </p:nvSpPr>
        <p:spPr bwMode="auto">
          <a:xfrm>
            <a:off x="1544640" y="256728"/>
            <a:ext cx="2751137" cy="502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667" b="1" kern="0">
                <a:solidFill>
                  <a:srgbClr val="262626">
                    <a:lumMod val="50000"/>
                    <a:lumOff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造字工房悦黑体验版常规体"/>
              </a:rPr>
              <a:t>媒介服务网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104348" y="1299607"/>
            <a:ext cx="10352249" cy="4781184"/>
            <a:chOff x="938792" y="852918"/>
            <a:chExt cx="7764187" cy="3585888"/>
          </a:xfrm>
        </p:grpSpPr>
        <p:sp>
          <p:nvSpPr>
            <p:cNvPr id="20" name="六边形 19"/>
            <p:cNvSpPr/>
            <p:nvPr/>
          </p:nvSpPr>
          <p:spPr>
            <a:xfrm>
              <a:off x="2534795" y="2278806"/>
              <a:ext cx="2489976" cy="2160000"/>
            </a:xfrm>
            <a:prstGeom prst="hexagon">
              <a:avLst>
                <a:gd name="adj" fmla="val 28907"/>
                <a:gd name="vf" fmla="val 115470"/>
              </a:avLst>
            </a:prstGeom>
            <a:solidFill>
              <a:srgbClr val="3777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六边形 13"/>
            <p:cNvSpPr/>
            <p:nvPr/>
          </p:nvSpPr>
          <p:spPr>
            <a:xfrm>
              <a:off x="3345665" y="852918"/>
              <a:ext cx="2489976" cy="2160000"/>
            </a:xfrm>
            <a:prstGeom prst="hexagon">
              <a:avLst>
                <a:gd name="adj" fmla="val 26821"/>
                <a:gd name="vf" fmla="val 115470"/>
              </a:avLst>
            </a:prstGeom>
            <a:solidFill>
              <a:srgbClr val="F09C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六边形 18"/>
            <p:cNvSpPr/>
            <p:nvPr/>
          </p:nvSpPr>
          <p:spPr>
            <a:xfrm>
              <a:off x="4185218" y="2278434"/>
              <a:ext cx="2489976" cy="2160000"/>
            </a:xfrm>
            <a:prstGeom prst="hexagon">
              <a:avLst>
                <a:gd name="adj" fmla="val 29552"/>
                <a:gd name="vf" fmla="val 115470"/>
              </a:avLst>
            </a:prstGeom>
            <a:solidFill>
              <a:srgbClr val="D241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梯形 33"/>
            <p:cNvSpPr/>
            <p:nvPr/>
          </p:nvSpPr>
          <p:spPr>
            <a:xfrm rot="3589892">
              <a:off x="3628023" y="2912115"/>
              <a:ext cx="1649702" cy="1083411"/>
            </a:xfrm>
            <a:prstGeom prst="trapezoid">
              <a:avLst>
                <a:gd name="adj" fmla="val 58456"/>
              </a:avLst>
            </a:prstGeom>
            <a:solidFill>
              <a:srgbClr val="3777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六边形 37"/>
            <p:cNvSpPr/>
            <p:nvPr/>
          </p:nvSpPr>
          <p:spPr>
            <a:xfrm>
              <a:off x="4050653" y="2396531"/>
              <a:ext cx="1080000" cy="914400"/>
            </a:xfrm>
            <a:prstGeom prst="hexagon">
              <a:avLst>
                <a:gd name="adj" fmla="val 28674"/>
                <a:gd name="vf" fmla="val 115470"/>
              </a:avLst>
            </a:prstGeom>
            <a:solidFill>
              <a:schemeClr val="tx1">
                <a:lumMod val="85000"/>
                <a:lumOff val="1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六边形 39"/>
            <p:cNvSpPr/>
            <p:nvPr/>
          </p:nvSpPr>
          <p:spPr>
            <a:xfrm>
              <a:off x="4207463" y="2513925"/>
              <a:ext cx="763200" cy="648000"/>
            </a:xfrm>
            <a:prstGeom prst="hexagon">
              <a:avLst>
                <a:gd name="adj" fmla="val 28674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1423" y="2610435"/>
              <a:ext cx="495280" cy="486591"/>
            </a:xfrm>
            <a:prstGeom prst="rect">
              <a:avLst/>
            </a:prstGeom>
          </p:spPr>
        </p:pic>
        <p:grpSp>
          <p:nvGrpSpPr>
            <p:cNvPr id="45" name="Group 85"/>
            <p:cNvGrpSpPr/>
            <p:nvPr/>
          </p:nvGrpSpPr>
          <p:grpSpPr>
            <a:xfrm>
              <a:off x="4398115" y="959962"/>
              <a:ext cx="381896" cy="561765"/>
              <a:chOff x="1339850" y="3387725"/>
              <a:chExt cx="930276" cy="1368425"/>
            </a:xfrm>
            <a:solidFill>
              <a:schemeClr val="bg1"/>
            </a:solidFill>
          </p:grpSpPr>
          <p:sp>
            <p:nvSpPr>
              <p:cNvPr id="46" name="Freeform 11"/>
              <p:cNvSpPr>
                <a:spLocks noEditPoints="1"/>
              </p:cNvSpPr>
              <p:nvPr/>
            </p:nvSpPr>
            <p:spPr bwMode="auto">
              <a:xfrm>
                <a:off x="1666875" y="3387725"/>
                <a:ext cx="280988" cy="279400"/>
              </a:xfrm>
              <a:custGeom>
                <a:avLst/>
                <a:gdLst/>
                <a:ahLst/>
                <a:cxnLst>
                  <a:cxn ang="0">
                    <a:pos x="74" y="37"/>
                  </a:cxn>
                  <a:cxn ang="0">
                    <a:pos x="37" y="74"/>
                  </a:cxn>
                  <a:cxn ang="0">
                    <a:pos x="0" y="37"/>
                  </a:cxn>
                  <a:cxn ang="0">
                    <a:pos x="37" y="0"/>
                  </a:cxn>
                  <a:cxn ang="0">
                    <a:pos x="74" y="37"/>
                  </a:cxn>
                  <a:cxn ang="0">
                    <a:pos x="74" y="37"/>
                  </a:cxn>
                  <a:cxn ang="0">
                    <a:pos x="74" y="37"/>
                  </a:cxn>
                </a:cxnLst>
                <a:rect l="0" t="0" r="r" b="b"/>
                <a:pathLst>
                  <a:path w="74" h="74">
                    <a:moveTo>
                      <a:pt x="74" y="37"/>
                    </a:moveTo>
                    <a:cubicBezTo>
                      <a:pt x="74" y="58"/>
                      <a:pt x="57" y="74"/>
                      <a:pt x="37" y="74"/>
                    </a:cubicBezTo>
                    <a:cubicBezTo>
                      <a:pt x="16" y="74"/>
                      <a:pt x="0" y="58"/>
                      <a:pt x="0" y="37"/>
                    </a:cubicBezTo>
                    <a:cubicBezTo>
                      <a:pt x="0" y="17"/>
                      <a:pt x="16" y="0"/>
                      <a:pt x="37" y="0"/>
                    </a:cubicBezTo>
                    <a:cubicBezTo>
                      <a:pt x="57" y="0"/>
                      <a:pt x="74" y="17"/>
                      <a:pt x="74" y="37"/>
                    </a:cubicBezTo>
                    <a:close/>
                    <a:moveTo>
                      <a:pt x="74" y="37"/>
                    </a:moveTo>
                    <a:cubicBezTo>
                      <a:pt x="74" y="37"/>
                      <a:pt x="74" y="37"/>
                      <a:pt x="74" y="37"/>
                    </a:cubicBezTo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219170"/>
                <a:endParaRPr lang="en-US" sz="24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7" name="Freeform 12"/>
              <p:cNvSpPr>
                <a:spLocks noEditPoints="1"/>
              </p:cNvSpPr>
              <p:nvPr/>
            </p:nvSpPr>
            <p:spPr bwMode="auto">
              <a:xfrm>
                <a:off x="1585913" y="3689350"/>
                <a:ext cx="441325" cy="1066800"/>
              </a:xfrm>
              <a:custGeom>
                <a:avLst/>
                <a:gdLst/>
                <a:ahLst/>
                <a:cxnLst>
                  <a:cxn ang="0">
                    <a:pos x="116" y="150"/>
                  </a:cxn>
                  <a:cxn ang="0">
                    <a:pos x="116" y="16"/>
                  </a:cxn>
                  <a:cxn ang="0">
                    <a:pos x="100" y="0"/>
                  </a:cxn>
                  <a:cxn ang="0">
                    <a:pos x="15" y="0"/>
                  </a:cxn>
                  <a:cxn ang="0">
                    <a:pos x="15" y="0"/>
                  </a:cxn>
                  <a:cxn ang="0">
                    <a:pos x="0" y="16"/>
                  </a:cxn>
                  <a:cxn ang="0">
                    <a:pos x="0" y="150"/>
                  </a:cxn>
                  <a:cxn ang="0">
                    <a:pos x="16" y="166"/>
                  </a:cxn>
                  <a:cxn ang="0">
                    <a:pos x="25" y="163"/>
                  </a:cxn>
                  <a:cxn ang="0">
                    <a:pos x="25" y="265"/>
                  </a:cxn>
                  <a:cxn ang="0">
                    <a:pos x="41" y="282"/>
                  </a:cxn>
                  <a:cxn ang="0">
                    <a:pos x="57" y="265"/>
                  </a:cxn>
                  <a:cxn ang="0">
                    <a:pos x="58" y="265"/>
                  </a:cxn>
                  <a:cxn ang="0">
                    <a:pos x="74" y="282"/>
                  </a:cxn>
                  <a:cxn ang="0">
                    <a:pos x="90" y="265"/>
                  </a:cxn>
                  <a:cxn ang="0">
                    <a:pos x="90" y="163"/>
                  </a:cxn>
                  <a:cxn ang="0">
                    <a:pos x="100" y="166"/>
                  </a:cxn>
                  <a:cxn ang="0">
                    <a:pos x="116" y="150"/>
                  </a:cxn>
                  <a:cxn ang="0">
                    <a:pos x="116" y="150"/>
                  </a:cxn>
                  <a:cxn ang="0">
                    <a:pos x="116" y="150"/>
                  </a:cxn>
                </a:cxnLst>
                <a:rect l="0" t="0" r="r" b="b"/>
                <a:pathLst>
                  <a:path w="115" h="282">
                    <a:moveTo>
                      <a:pt x="116" y="150"/>
                    </a:moveTo>
                    <a:cubicBezTo>
                      <a:pt x="116" y="16"/>
                      <a:pt x="116" y="16"/>
                      <a:pt x="116" y="16"/>
                    </a:cubicBezTo>
                    <a:cubicBezTo>
                      <a:pt x="116" y="7"/>
                      <a:pt x="108" y="0"/>
                      <a:pt x="10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150"/>
                      <a:pt x="0" y="150"/>
                      <a:pt x="0" y="150"/>
                    </a:cubicBezTo>
                    <a:cubicBezTo>
                      <a:pt x="0" y="159"/>
                      <a:pt x="7" y="166"/>
                      <a:pt x="16" y="166"/>
                    </a:cubicBezTo>
                    <a:cubicBezTo>
                      <a:pt x="19" y="166"/>
                      <a:pt x="23" y="165"/>
                      <a:pt x="25" y="163"/>
                    </a:cubicBezTo>
                    <a:cubicBezTo>
                      <a:pt x="25" y="265"/>
                      <a:pt x="25" y="265"/>
                      <a:pt x="25" y="265"/>
                    </a:cubicBezTo>
                    <a:cubicBezTo>
                      <a:pt x="25" y="274"/>
                      <a:pt x="32" y="282"/>
                      <a:pt x="41" y="282"/>
                    </a:cubicBezTo>
                    <a:cubicBezTo>
                      <a:pt x="50" y="282"/>
                      <a:pt x="57" y="274"/>
                      <a:pt x="57" y="265"/>
                    </a:cubicBezTo>
                    <a:cubicBezTo>
                      <a:pt x="58" y="265"/>
                      <a:pt x="58" y="265"/>
                      <a:pt x="58" y="265"/>
                    </a:cubicBezTo>
                    <a:cubicBezTo>
                      <a:pt x="58" y="274"/>
                      <a:pt x="65" y="282"/>
                      <a:pt x="74" y="282"/>
                    </a:cubicBezTo>
                    <a:cubicBezTo>
                      <a:pt x="83" y="282"/>
                      <a:pt x="90" y="274"/>
                      <a:pt x="90" y="265"/>
                    </a:cubicBezTo>
                    <a:cubicBezTo>
                      <a:pt x="90" y="163"/>
                      <a:pt x="90" y="163"/>
                      <a:pt x="90" y="163"/>
                    </a:cubicBezTo>
                    <a:cubicBezTo>
                      <a:pt x="93" y="165"/>
                      <a:pt x="96" y="166"/>
                      <a:pt x="100" y="166"/>
                    </a:cubicBezTo>
                    <a:cubicBezTo>
                      <a:pt x="108" y="166"/>
                      <a:pt x="116" y="159"/>
                      <a:pt x="116" y="150"/>
                    </a:cubicBezTo>
                    <a:close/>
                    <a:moveTo>
                      <a:pt x="116" y="150"/>
                    </a:moveTo>
                    <a:cubicBezTo>
                      <a:pt x="116" y="150"/>
                      <a:pt x="116" y="150"/>
                      <a:pt x="116" y="150"/>
                    </a:cubicBezTo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219170"/>
                <a:endParaRPr lang="en-US" sz="24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8" name="Freeform 13"/>
              <p:cNvSpPr>
                <a:spLocks noEditPoints="1"/>
              </p:cNvSpPr>
              <p:nvPr/>
            </p:nvSpPr>
            <p:spPr bwMode="auto">
              <a:xfrm>
                <a:off x="1411288" y="3387725"/>
                <a:ext cx="231775" cy="257175"/>
              </a:xfrm>
              <a:custGeom>
                <a:avLst/>
                <a:gdLst/>
                <a:ahLst/>
                <a:cxnLst>
                  <a:cxn ang="0">
                    <a:pos x="34" y="68"/>
                  </a:cxn>
                  <a:cxn ang="0">
                    <a:pos x="60" y="57"/>
                  </a:cxn>
                  <a:cxn ang="0">
                    <a:pos x="55" y="37"/>
                  </a:cxn>
                  <a:cxn ang="0">
                    <a:pos x="61" y="14"/>
                  </a:cxn>
                  <a:cxn ang="0">
                    <a:pos x="34" y="0"/>
                  </a:cxn>
                  <a:cxn ang="0">
                    <a:pos x="0" y="34"/>
                  </a:cxn>
                  <a:cxn ang="0">
                    <a:pos x="34" y="68"/>
                  </a:cxn>
                  <a:cxn ang="0">
                    <a:pos x="34" y="68"/>
                  </a:cxn>
                  <a:cxn ang="0">
                    <a:pos x="34" y="68"/>
                  </a:cxn>
                </a:cxnLst>
                <a:rect l="0" t="0" r="r" b="b"/>
                <a:pathLst>
                  <a:path w="61" h="68">
                    <a:moveTo>
                      <a:pt x="34" y="68"/>
                    </a:moveTo>
                    <a:cubicBezTo>
                      <a:pt x="44" y="68"/>
                      <a:pt x="53" y="64"/>
                      <a:pt x="60" y="57"/>
                    </a:cubicBezTo>
                    <a:cubicBezTo>
                      <a:pt x="57" y="51"/>
                      <a:pt x="55" y="44"/>
                      <a:pt x="55" y="37"/>
                    </a:cubicBezTo>
                    <a:cubicBezTo>
                      <a:pt x="55" y="29"/>
                      <a:pt x="58" y="21"/>
                      <a:pt x="61" y="14"/>
                    </a:cubicBezTo>
                    <a:cubicBezTo>
                      <a:pt x="55" y="5"/>
                      <a:pt x="45" y="0"/>
                      <a:pt x="34" y="0"/>
                    </a:cubicBezTo>
                    <a:cubicBezTo>
                      <a:pt x="16" y="0"/>
                      <a:pt x="0" y="15"/>
                      <a:pt x="0" y="34"/>
                    </a:cubicBezTo>
                    <a:cubicBezTo>
                      <a:pt x="0" y="53"/>
                      <a:pt x="16" y="68"/>
                      <a:pt x="34" y="68"/>
                    </a:cubicBezTo>
                    <a:close/>
                    <a:moveTo>
                      <a:pt x="34" y="68"/>
                    </a:moveTo>
                    <a:cubicBezTo>
                      <a:pt x="34" y="68"/>
                      <a:pt x="34" y="68"/>
                      <a:pt x="34" y="68"/>
                    </a:cubicBezTo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219170"/>
                <a:endParaRPr lang="en-US" sz="24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9" name="Freeform 14"/>
              <p:cNvSpPr>
                <a:spLocks noEditPoints="1"/>
              </p:cNvSpPr>
              <p:nvPr/>
            </p:nvSpPr>
            <p:spPr bwMode="auto">
              <a:xfrm>
                <a:off x="1339850" y="3662363"/>
                <a:ext cx="300038" cy="981075"/>
              </a:xfrm>
              <a:custGeom>
                <a:avLst/>
                <a:gdLst/>
                <a:ahLst/>
                <a:cxnLst>
                  <a:cxn ang="0">
                    <a:pos x="53" y="157"/>
                  </a:cxn>
                  <a:cxn ang="0">
                    <a:pos x="53" y="23"/>
                  </a:cxn>
                  <a:cxn ang="0">
                    <a:pos x="65" y="0"/>
                  </a:cxn>
                  <a:cxn ang="0">
                    <a:pos x="14" y="0"/>
                  </a:cxn>
                  <a:cxn ang="0">
                    <a:pos x="14" y="0"/>
                  </a:cxn>
                  <a:cxn ang="0">
                    <a:pos x="0" y="15"/>
                  </a:cxn>
                  <a:cxn ang="0">
                    <a:pos x="0" y="138"/>
                  </a:cxn>
                  <a:cxn ang="0">
                    <a:pos x="15" y="153"/>
                  </a:cxn>
                  <a:cxn ang="0">
                    <a:pos x="24" y="150"/>
                  </a:cxn>
                  <a:cxn ang="0">
                    <a:pos x="24" y="245"/>
                  </a:cxn>
                  <a:cxn ang="0">
                    <a:pos x="38" y="259"/>
                  </a:cxn>
                  <a:cxn ang="0">
                    <a:pos x="53" y="245"/>
                  </a:cxn>
                  <a:cxn ang="0">
                    <a:pos x="54" y="245"/>
                  </a:cxn>
                  <a:cxn ang="0">
                    <a:pos x="68" y="259"/>
                  </a:cxn>
                  <a:cxn ang="0">
                    <a:pos x="79" y="255"/>
                  </a:cxn>
                  <a:cxn ang="0">
                    <a:pos x="79" y="184"/>
                  </a:cxn>
                  <a:cxn ang="0">
                    <a:pos x="53" y="157"/>
                  </a:cxn>
                  <a:cxn ang="0">
                    <a:pos x="53" y="157"/>
                  </a:cxn>
                  <a:cxn ang="0">
                    <a:pos x="53" y="157"/>
                  </a:cxn>
                </a:cxnLst>
                <a:rect l="0" t="0" r="r" b="b"/>
                <a:pathLst>
                  <a:path w="79" h="259">
                    <a:moveTo>
                      <a:pt x="53" y="157"/>
                    </a:moveTo>
                    <a:cubicBezTo>
                      <a:pt x="53" y="23"/>
                      <a:pt x="53" y="23"/>
                      <a:pt x="53" y="23"/>
                    </a:cubicBezTo>
                    <a:cubicBezTo>
                      <a:pt x="53" y="13"/>
                      <a:pt x="58" y="5"/>
                      <a:pt x="65" y="0"/>
                    </a:cubicBezTo>
                    <a:cubicBezTo>
                      <a:pt x="43" y="0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6" y="0"/>
                      <a:pt x="0" y="7"/>
                      <a:pt x="0" y="15"/>
                    </a:cubicBezTo>
                    <a:cubicBezTo>
                      <a:pt x="0" y="138"/>
                      <a:pt x="0" y="138"/>
                      <a:pt x="0" y="138"/>
                    </a:cubicBezTo>
                    <a:cubicBezTo>
                      <a:pt x="0" y="147"/>
                      <a:pt x="7" y="153"/>
                      <a:pt x="15" y="153"/>
                    </a:cubicBezTo>
                    <a:cubicBezTo>
                      <a:pt x="18" y="153"/>
                      <a:pt x="21" y="152"/>
                      <a:pt x="24" y="150"/>
                    </a:cubicBezTo>
                    <a:cubicBezTo>
                      <a:pt x="24" y="245"/>
                      <a:pt x="24" y="245"/>
                      <a:pt x="24" y="245"/>
                    </a:cubicBezTo>
                    <a:cubicBezTo>
                      <a:pt x="24" y="253"/>
                      <a:pt x="30" y="259"/>
                      <a:pt x="38" y="259"/>
                    </a:cubicBezTo>
                    <a:cubicBezTo>
                      <a:pt x="47" y="259"/>
                      <a:pt x="53" y="253"/>
                      <a:pt x="53" y="245"/>
                    </a:cubicBezTo>
                    <a:cubicBezTo>
                      <a:pt x="54" y="245"/>
                      <a:pt x="54" y="245"/>
                      <a:pt x="54" y="245"/>
                    </a:cubicBezTo>
                    <a:cubicBezTo>
                      <a:pt x="54" y="253"/>
                      <a:pt x="60" y="259"/>
                      <a:pt x="68" y="259"/>
                    </a:cubicBezTo>
                    <a:cubicBezTo>
                      <a:pt x="72" y="259"/>
                      <a:pt x="76" y="258"/>
                      <a:pt x="79" y="255"/>
                    </a:cubicBezTo>
                    <a:cubicBezTo>
                      <a:pt x="79" y="184"/>
                      <a:pt x="79" y="184"/>
                      <a:pt x="79" y="184"/>
                    </a:cubicBezTo>
                    <a:cubicBezTo>
                      <a:pt x="64" y="184"/>
                      <a:pt x="53" y="172"/>
                      <a:pt x="53" y="157"/>
                    </a:cubicBezTo>
                    <a:close/>
                    <a:moveTo>
                      <a:pt x="53" y="157"/>
                    </a:moveTo>
                    <a:cubicBezTo>
                      <a:pt x="53" y="157"/>
                      <a:pt x="53" y="157"/>
                      <a:pt x="53" y="157"/>
                    </a:cubicBezTo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219170"/>
                <a:endParaRPr lang="en-US" sz="24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0" name="Freeform 15"/>
              <p:cNvSpPr>
                <a:spLocks noEditPoints="1"/>
              </p:cNvSpPr>
              <p:nvPr/>
            </p:nvSpPr>
            <p:spPr bwMode="auto">
              <a:xfrm>
                <a:off x="1966913" y="3387725"/>
                <a:ext cx="231775" cy="257175"/>
              </a:xfrm>
              <a:custGeom>
                <a:avLst/>
                <a:gdLst/>
                <a:ahLst/>
                <a:cxnLst>
                  <a:cxn ang="0">
                    <a:pos x="2" y="57"/>
                  </a:cxn>
                  <a:cxn ang="0">
                    <a:pos x="27" y="68"/>
                  </a:cxn>
                  <a:cxn ang="0">
                    <a:pos x="61" y="34"/>
                  </a:cxn>
                  <a:cxn ang="0">
                    <a:pos x="27" y="0"/>
                  </a:cxn>
                  <a:cxn ang="0">
                    <a:pos x="0" y="14"/>
                  </a:cxn>
                  <a:cxn ang="0">
                    <a:pos x="6" y="37"/>
                  </a:cxn>
                  <a:cxn ang="0">
                    <a:pos x="2" y="57"/>
                  </a:cxn>
                  <a:cxn ang="0">
                    <a:pos x="2" y="57"/>
                  </a:cxn>
                  <a:cxn ang="0">
                    <a:pos x="2" y="57"/>
                  </a:cxn>
                </a:cxnLst>
                <a:rect l="0" t="0" r="r" b="b"/>
                <a:pathLst>
                  <a:path w="61" h="68">
                    <a:moveTo>
                      <a:pt x="2" y="57"/>
                    </a:moveTo>
                    <a:cubicBezTo>
                      <a:pt x="8" y="64"/>
                      <a:pt x="17" y="68"/>
                      <a:pt x="27" y="68"/>
                    </a:cubicBezTo>
                    <a:cubicBezTo>
                      <a:pt x="46" y="68"/>
                      <a:pt x="61" y="53"/>
                      <a:pt x="61" y="34"/>
                    </a:cubicBezTo>
                    <a:cubicBezTo>
                      <a:pt x="61" y="15"/>
                      <a:pt x="46" y="0"/>
                      <a:pt x="27" y="0"/>
                    </a:cubicBezTo>
                    <a:cubicBezTo>
                      <a:pt x="16" y="0"/>
                      <a:pt x="6" y="5"/>
                      <a:pt x="0" y="14"/>
                    </a:cubicBezTo>
                    <a:cubicBezTo>
                      <a:pt x="4" y="21"/>
                      <a:pt x="6" y="29"/>
                      <a:pt x="6" y="37"/>
                    </a:cubicBezTo>
                    <a:cubicBezTo>
                      <a:pt x="6" y="44"/>
                      <a:pt x="4" y="51"/>
                      <a:pt x="2" y="57"/>
                    </a:cubicBezTo>
                    <a:close/>
                    <a:moveTo>
                      <a:pt x="2" y="57"/>
                    </a:moveTo>
                    <a:cubicBezTo>
                      <a:pt x="2" y="57"/>
                      <a:pt x="2" y="57"/>
                      <a:pt x="2" y="57"/>
                    </a:cubicBezTo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219170"/>
                <a:endParaRPr lang="en-US" sz="24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1" name="Freeform 16"/>
              <p:cNvSpPr>
                <a:spLocks noEditPoints="1"/>
              </p:cNvSpPr>
              <p:nvPr/>
            </p:nvSpPr>
            <p:spPr bwMode="auto">
              <a:xfrm>
                <a:off x="1970088" y="3662363"/>
                <a:ext cx="300038" cy="981075"/>
              </a:xfrm>
              <a:custGeom>
                <a:avLst/>
                <a:gdLst/>
                <a:ahLst/>
                <a:cxnLst>
                  <a:cxn ang="0">
                    <a:pos x="65" y="0"/>
                  </a:cxn>
                  <a:cxn ang="0">
                    <a:pos x="65" y="0"/>
                  </a:cxn>
                  <a:cxn ang="0">
                    <a:pos x="14" y="0"/>
                  </a:cxn>
                  <a:cxn ang="0">
                    <a:pos x="26" y="23"/>
                  </a:cxn>
                  <a:cxn ang="0">
                    <a:pos x="26" y="157"/>
                  </a:cxn>
                  <a:cxn ang="0">
                    <a:pos x="0" y="184"/>
                  </a:cxn>
                  <a:cxn ang="0">
                    <a:pos x="0" y="255"/>
                  </a:cxn>
                  <a:cxn ang="0">
                    <a:pos x="11" y="259"/>
                  </a:cxn>
                  <a:cxn ang="0">
                    <a:pos x="26" y="245"/>
                  </a:cxn>
                  <a:cxn ang="0">
                    <a:pos x="26" y="245"/>
                  </a:cxn>
                  <a:cxn ang="0">
                    <a:pos x="41" y="259"/>
                  </a:cxn>
                  <a:cxn ang="0">
                    <a:pos x="55" y="245"/>
                  </a:cxn>
                  <a:cxn ang="0">
                    <a:pos x="55" y="150"/>
                  </a:cxn>
                  <a:cxn ang="0">
                    <a:pos x="64" y="153"/>
                  </a:cxn>
                  <a:cxn ang="0">
                    <a:pos x="79" y="138"/>
                  </a:cxn>
                  <a:cxn ang="0">
                    <a:pos x="79" y="15"/>
                  </a:cxn>
                  <a:cxn ang="0">
                    <a:pos x="65" y="0"/>
                  </a:cxn>
                  <a:cxn ang="0">
                    <a:pos x="65" y="0"/>
                  </a:cxn>
                  <a:cxn ang="0">
                    <a:pos x="65" y="0"/>
                  </a:cxn>
                </a:cxnLst>
                <a:rect l="0" t="0" r="r" b="b"/>
                <a:pathLst>
                  <a:path w="79" h="259">
                    <a:moveTo>
                      <a:pt x="65" y="0"/>
                    </a:moveTo>
                    <a:cubicBezTo>
                      <a:pt x="65" y="0"/>
                      <a:pt x="65" y="0"/>
                      <a:pt x="65" y="0"/>
                    </a:cubicBezTo>
                    <a:cubicBezTo>
                      <a:pt x="65" y="0"/>
                      <a:pt x="37" y="0"/>
                      <a:pt x="14" y="0"/>
                    </a:cubicBezTo>
                    <a:cubicBezTo>
                      <a:pt x="21" y="5"/>
                      <a:pt x="26" y="13"/>
                      <a:pt x="26" y="23"/>
                    </a:cubicBezTo>
                    <a:cubicBezTo>
                      <a:pt x="26" y="157"/>
                      <a:pt x="26" y="157"/>
                      <a:pt x="26" y="157"/>
                    </a:cubicBezTo>
                    <a:cubicBezTo>
                      <a:pt x="26" y="172"/>
                      <a:pt x="15" y="183"/>
                      <a:pt x="0" y="184"/>
                    </a:cubicBezTo>
                    <a:cubicBezTo>
                      <a:pt x="0" y="255"/>
                      <a:pt x="0" y="255"/>
                      <a:pt x="0" y="255"/>
                    </a:cubicBezTo>
                    <a:cubicBezTo>
                      <a:pt x="3" y="258"/>
                      <a:pt x="7" y="259"/>
                      <a:pt x="11" y="259"/>
                    </a:cubicBezTo>
                    <a:cubicBezTo>
                      <a:pt x="19" y="259"/>
                      <a:pt x="26" y="253"/>
                      <a:pt x="26" y="245"/>
                    </a:cubicBezTo>
                    <a:cubicBezTo>
                      <a:pt x="26" y="245"/>
                      <a:pt x="26" y="245"/>
                      <a:pt x="26" y="245"/>
                    </a:cubicBezTo>
                    <a:cubicBezTo>
                      <a:pt x="26" y="253"/>
                      <a:pt x="33" y="259"/>
                      <a:pt x="41" y="259"/>
                    </a:cubicBezTo>
                    <a:cubicBezTo>
                      <a:pt x="49" y="259"/>
                      <a:pt x="55" y="253"/>
                      <a:pt x="55" y="245"/>
                    </a:cubicBezTo>
                    <a:cubicBezTo>
                      <a:pt x="55" y="150"/>
                      <a:pt x="55" y="150"/>
                      <a:pt x="55" y="150"/>
                    </a:cubicBezTo>
                    <a:cubicBezTo>
                      <a:pt x="58" y="152"/>
                      <a:pt x="61" y="153"/>
                      <a:pt x="64" y="153"/>
                    </a:cubicBezTo>
                    <a:cubicBezTo>
                      <a:pt x="73" y="153"/>
                      <a:pt x="79" y="147"/>
                      <a:pt x="79" y="138"/>
                    </a:cubicBezTo>
                    <a:cubicBezTo>
                      <a:pt x="79" y="15"/>
                      <a:pt x="79" y="15"/>
                      <a:pt x="79" y="15"/>
                    </a:cubicBezTo>
                    <a:cubicBezTo>
                      <a:pt x="79" y="7"/>
                      <a:pt x="73" y="0"/>
                      <a:pt x="65" y="0"/>
                    </a:cubicBezTo>
                    <a:close/>
                    <a:moveTo>
                      <a:pt x="65" y="0"/>
                    </a:move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219170"/>
                <a:endParaRPr lang="en-US" sz="2400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52" name="Freeform 100"/>
            <p:cNvSpPr>
              <a:spLocks noEditPoints="1"/>
            </p:cNvSpPr>
            <p:nvPr/>
          </p:nvSpPr>
          <p:spPr bwMode="auto">
            <a:xfrm rot="2700000">
              <a:off x="5355792" y="2761907"/>
              <a:ext cx="462306" cy="443176"/>
            </a:xfrm>
            <a:custGeom>
              <a:avLst/>
              <a:gdLst/>
              <a:ahLst/>
              <a:cxnLst>
                <a:cxn ang="0">
                  <a:pos x="63" y="49"/>
                </a:cxn>
                <a:cxn ang="0">
                  <a:pos x="58" y="44"/>
                </a:cxn>
                <a:cxn ang="0">
                  <a:pos x="54" y="48"/>
                </a:cxn>
                <a:cxn ang="0">
                  <a:pos x="63" y="57"/>
                </a:cxn>
                <a:cxn ang="0">
                  <a:pos x="64" y="60"/>
                </a:cxn>
                <a:cxn ang="0">
                  <a:pos x="59" y="64"/>
                </a:cxn>
                <a:cxn ang="0">
                  <a:pos x="56" y="63"/>
                </a:cxn>
                <a:cxn ang="0">
                  <a:pos x="29" y="36"/>
                </a:cxn>
                <a:cxn ang="0">
                  <a:pos x="15" y="42"/>
                </a:cxn>
                <a:cxn ang="0">
                  <a:pos x="0" y="27"/>
                </a:cxn>
                <a:cxn ang="0">
                  <a:pos x="26" y="0"/>
                </a:cxn>
                <a:cxn ang="0">
                  <a:pos x="41" y="15"/>
                </a:cxn>
                <a:cxn ang="0">
                  <a:pos x="36" y="30"/>
                </a:cxn>
                <a:cxn ang="0">
                  <a:pos x="50" y="44"/>
                </a:cxn>
                <a:cxn ang="0">
                  <a:pos x="54" y="40"/>
                </a:cxn>
                <a:cxn ang="0">
                  <a:pos x="49" y="35"/>
                </a:cxn>
                <a:cxn ang="0">
                  <a:pos x="54" y="31"/>
                </a:cxn>
                <a:cxn ang="0">
                  <a:pos x="55" y="31"/>
                </a:cxn>
                <a:cxn ang="0">
                  <a:pos x="67" y="44"/>
                </a:cxn>
                <a:cxn ang="0">
                  <a:pos x="63" y="49"/>
                </a:cxn>
                <a:cxn ang="0">
                  <a:pos x="25" y="8"/>
                </a:cxn>
                <a:cxn ang="0">
                  <a:pos x="18" y="16"/>
                </a:cxn>
                <a:cxn ang="0">
                  <a:pos x="19" y="19"/>
                </a:cxn>
                <a:cxn ang="0">
                  <a:pos x="15" y="18"/>
                </a:cxn>
                <a:cxn ang="0">
                  <a:pos x="7" y="26"/>
                </a:cxn>
                <a:cxn ang="0">
                  <a:pos x="15" y="34"/>
                </a:cxn>
                <a:cxn ang="0">
                  <a:pos x="23" y="26"/>
                </a:cxn>
                <a:cxn ang="0">
                  <a:pos x="22" y="23"/>
                </a:cxn>
                <a:cxn ang="0">
                  <a:pos x="25" y="24"/>
                </a:cxn>
                <a:cxn ang="0">
                  <a:pos x="33" y="16"/>
                </a:cxn>
                <a:cxn ang="0">
                  <a:pos x="25" y="8"/>
                </a:cxn>
              </a:cxnLst>
              <a:rect l="0" t="0" r="r" b="b"/>
              <a:pathLst>
                <a:path w="67" h="64">
                  <a:moveTo>
                    <a:pt x="63" y="49"/>
                  </a:moveTo>
                  <a:cubicBezTo>
                    <a:pt x="62" y="49"/>
                    <a:pt x="58" y="45"/>
                    <a:pt x="58" y="44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63" y="58"/>
                    <a:pt x="64" y="59"/>
                    <a:pt x="64" y="60"/>
                  </a:cubicBezTo>
                  <a:cubicBezTo>
                    <a:pt x="64" y="62"/>
                    <a:pt x="61" y="64"/>
                    <a:pt x="59" y="64"/>
                  </a:cubicBezTo>
                  <a:cubicBezTo>
                    <a:pt x="58" y="64"/>
                    <a:pt x="57" y="64"/>
                    <a:pt x="56" y="63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5" y="39"/>
                    <a:pt x="20" y="42"/>
                    <a:pt x="15" y="42"/>
                  </a:cubicBezTo>
                  <a:cubicBezTo>
                    <a:pt x="6" y="42"/>
                    <a:pt x="0" y="36"/>
                    <a:pt x="0" y="27"/>
                  </a:cubicBezTo>
                  <a:cubicBezTo>
                    <a:pt x="0" y="14"/>
                    <a:pt x="13" y="0"/>
                    <a:pt x="26" y="0"/>
                  </a:cubicBezTo>
                  <a:cubicBezTo>
                    <a:pt x="35" y="0"/>
                    <a:pt x="41" y="6"/>
                    <a:pt x="41" y="15"/>
                  </a:cubicBezTo>
                  <a:cubicBezTo>
                    <a:pt x="41" y="21"/>
                    <a:pt x="39" y="26"/>
                    <a:pt x="36" y="30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4" y="40"/>
                    <a:pt x="54" y="40"/>
                    <a:pt x="54" y="40"/>
                  </a:cubicBezTo>
                  <a:cubicBezTo>
                    <a:pt x="53" y="39"/>
                    <a:pt x="49" y="36"/>
                    <a:pt x="49" y="35"/>
                  </a:cubicBezTo>
                  <a:cubicBezTo>
                    <a:pt x="49" y="34"/>
                    <a:pt x="53" y="31"/>
                    <a:pt x="54" y="31"/>
                  </a:cubicBezTo>
                  <a:cubicBezTo>
                    <a:pt x="54" y="31"/>
                    <a:pt x="54" y="31"/>
                    <a:pt x="55" y="31"/>
                  </a:cubicBezTo>
                  <a:cubicBezTo>
                    <a:pt x="56" y="32"/>
                    <a:pt x="67" y="43"/>
                    <a:pt x="67" y="44"/>
                  </a:cubicBezTo>
                  <a:cubicBezTo>
                    <a:pt x="67" y="45"/>
                    <a:pt x="64" y="49"/>
                    <a:pt x="63" y="49"/>
                  </a:cubicBezTo>
                  <a:close/>
                  <a:moveTo>
                    <a:pt x="25" y="8"/>
                  </a:moveTo>
                  <a:cubicBezTo>
                    <a:pt x="21" y="8"/>
                    <a:pt x="18" y="12"/>
                    <a:pt x="18" y="16"/>
                  </a:cubicBezTo>
                  <a:cubicBezTo>
                    <a:pt x="18" y="17"/>
                    <a:pt x="18" y="18"/>
                    <a:pt x="19" y="19"/>
                  </a:cubicBezTo>
                  <a:cubicBezTo>
                    <a:pt x="17" y="19"/>
                    <a:pt x="16" y="18"/>
                    <a:pt x="15" y="18"/>
                  </a:cubicBezTo>
                  <a:cubicBezTo>
                    <a:pt x="11" y="18"/>
                    <a:pt x="7" y="22"/>
                    <a:pt x="7" y="26"/>
                  </a:cubicBezTo>
                  <a:cubicBezTo>
                    <a:pt x="7" y="30"/>
                    <a:pt x="11" y="34"/>
                    <a:pt x="15" y="34"/>
                  </a:cubicBezTo>
                  <a:cubicBezTo>
                    <a:pt x="19" y="34"/>
                    <a:pt x="23" y="30"/>
                    <a:pt x="23" y="26"/>
                  </a:cubicBezTo>
                  <a:cubicBezTo>
                    <a:pt x="23" y="25"/>
                    <a:pt x="23" y="24"/>
                    <a:pt x="22" y="23"/>
                  </a:cubicBezTo>
                  <a:cubicBezTo>
                    <a:pt x="23" y="23"/>
                    <a:pt x="24" y="24"/>
                    <a:pt x="25" y="24"/>
                  </a:cubicBezTo>
                  <a:cubicBezTo>
                    <a:pt x="30" y="24"/>
                    <a:pt x="33" y="20"/>
                    <a:pt x="33" y="16"/>
                  </a:cubicBezTo>
                  <a:cubicBezTo>
                    <a:pt x="33" y="12"/>
                    <a:pt x="30" y="8"/>
                    <a:pt x="25" y="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Freeform 38"/>
            <p:cNvSpPr>
              <a:spLocks noEditPoints="1"/>
            </p:cNvSpPr>
            <p:nvPr/>
          </p:nvSpPr>
          <p:spPr bwMode="auto">
            <a:xfrm>
              <a:off x="3198420" y="2779190"/>
              <a:ext cx="324489" cy="474059"/>
            </a:xfrm>
            <a:custGeom>
              <a:avLst/>
              <a:gdLst/>
              <a:ahLst/>
              <a:cxnLst>
                <a:cxn ang="0">
                  <a:pos x="35" y="0"/>
                </a:cxn>
                <a:cxn ang="0">
                  <a:pos x="0" y="35"/>
                </a:cxn>
                <a:cxn ang="0">
                  <a:pos x="16" y="74"/>
                </a:cxn>
                <a:cxn ang="0">
                  <a:pos x="35" y="102"/>
                </a:cxn>
                <a:cxn ang="0">
                  <a:pos x="54" y="74"/>
                </a:cxn>
                <a:cxn ang="0">
                  <a:pos x="70" y="35"/>
                </a:cxn>
                <a:cxn ang="0">
                  <a:pos x="35" y="0"/>
                </a:cxn>
                <a:cxn ang="0">
                  <a:pos x="43" y="87"/>
                </a:cxn>
                <a:cxn ang="0">
                  <a:pos x="27" y="89"/>
                </a:cxn>
                <a:cxn ang="0">
                  <a:pos x="26" y="83"/>
                </a:cxn>
                <a:cxn ang="0">
                  <a:pos x="26" y="83"/>
                </a:cxn>
                <a:cxn ang="0">
                  <a:pos x="45" y="80"/>
                </a:cxn>
                <a:cxn ang="0">
                  <a:pos x="44" y="83"/>
                </a:cxn>
                <a:cxn ang="0">
                  <a:pos x="43" y="87"/>
                </a:cxn>
                <a:cxn ang="0">
                  <a:pos x="25" y="79"/>
                </a:cxn>
                <a:cxn ang="0">
                  <a:pos x="23" y="73"/>
                </a:cxn>
                <a:cxn ang="0">
                  <a:pos x="47" y="73"/>
                </a:cxn>
                <a:cxn ang="0">
                  <a:pos x="46" y="77"/>
                </a:cxn>
                <a:cxn ang="0">
                  <a:pos x="25" y="79"/>
                </a:cxn>
                <a:cxn ang="0">
                  <a:pos x="35" y="96"/>
                </a:cxn>
                <a:cxn ang="0">
                  <a:pos x="29" y="92"/>
                </a:cxn>
                <a:cxn ang="0">
                  <a:pos x="42" y="90"/>
                </a:cxn>
                <a:cxn ang="0">
                  <a:pos x="35" y="96"/>
                </a:cxn>
                <a:cxn ang="0">
                  <a:pos x="50" y="67"/>
                </a:cxn>
                <a:cxn ang="0">
                  <a:pos x="20" y="67"/>
                </a:cxn>
                <a:cxn ang="0">
                  <a:pos x="15" y="57"/>
                </a:cxn>
                <a:cxn ang="0">
                  <a:pos x="6" y="35"/>
                </a:cxn>
                <a:cxn ang="0">
                  <a:pos x="35" y="6"/>
                </a:cxn>
                <a:cxn ang="0">
                  <a:pos x="64" y="35"/>
                </a:cxn>
                <a:cxn ang="0">
                  <a:pos x="55" y="57"/>
                </a:cxn>
                <a:cxn ang="0">
                  <a:pos x="50" y="67"/>
                </a:cxn>
                <a:cxn ang="0">
                  <a:pos x="50" y="67"/>
                </a:cxn>
                <a:cxn ang="0">
                  <a:pos x="50" y="67"/>
                </a:cxn>
              </a:cxnLst>
              <a:rect l="0" t="0" r="r" b="b"/>
              <a:pathLst>
                <a:path w="70" h="102">
                  <a:moveTo>
                    <a:pt x="35" y="0"/>
                  </a:moveTo>
                  <a:cubicBezTo>
                    <a:pt x="16" y="0"/>
                    <a:pt x="0" y="16"/>
                    <a:pt x="0" y="35"/>
                  </a:cubicBezTo>
                  <a:cubicBezTo>
                    <a:pt x="0" y="48"/>
                    <a:pt x="12" y="62"/>
                    <a:pt x="16" y="74"/>
                  </a:cubicBezTo>
                  <a:cubicBezTo>
                    <a:pt x="22" y="91"/>
                    <a:pt x="22" y="102"/>
                    <a:pt x="35" y="102"/>
                  </a:cubicBezTo>
                  <a:cubicBezTo>
                    <a:pt x="49" y="102"/>
                    <a:pt x="48" y="92"/>
                    <a:pt x="54" y="74"/>
                  </a:cubicBezTo>
                  <a:cubicBezTo>
                    <a:pt x="58" y="62"/>
                    <a:pt x="70" y="48"/>
                    <a:pt x="70" y="35"/>
                  </a:cubicBezTo>
                  <a:cubicBezTo>
                    <a:pt x="70" y="16"/>
                    <a:pt x="54" y="0"/>
                    <a:pt x="35" y="0"/>
                  </a:cubicBezTo>
                  <a:close/>
                  <a:moveTo>
                    <a:pt x="43" y="87"/>
                  </a:moveTo>
                  <a:cubicBezTo>
                    <a:pt x="27" y="89"/>
                    <a:pt x="27" y="89"/>
                    <a:pt x="27" y="89"/>
                  </a:cubicBezTo>
                  <a:cubicBezTo>
                    <a:pt x="27" y="87"/>
                    <a:pt x="26" y="85"/>
                    <a:pt x="26" y="83"/>
                  </a:cubicBezTo>
                  <a:cubicBezTo>
                    <a:pt x="26" y="83"/>
                    <a:pt x="26" y="83"/>
                    <a:pt x="26" y="83"/>
                  </a:cubicBezTo>
                  <a:cubicBezTo>
                    <a:pt x="45" y="80"/>
                    <a:pt x="45" y="80"/>
                    <a:pt x="45" y="80"/>
                  </a:cubicBezTo>
                  <a:cubicBezTo>
                    <a:pt x="45" y="81"/>
                    <a:pt x="45" y="82"/>
                    <a:pt x="44" y="83"/>
                  </a:cubicBezTo>
                  <a:cubicBezTo>
                    <a:pt x="44" y="84"/>
                    <a:pt x="44" y="86"/>
                    <a:pt x="43" y="87"/>
                  </a:cubicBezTo>
                  <a:close/>
                  <a:moveTo>
                    <a:pt x="25" y="79"/>
                  </a:moveTo>
                  <a:cubicBezTo>
                    <a:pt x="24" y="78"/>
                    <a:pt x="23" y="76"/>
                    <a:pt x="23" y="73"/>
                  </a:cubicBezTo>
                  <a:cubicBezTo>
                    <a:pt x="47" y="73"/>
                    <a:pt x="47" y="73"/>
                    <a:pt x="47" y="73"/>
                  </a:cubicBezTo>
                  <a:cubicBezTo>
                    <a:pt x="47" y="75"/>
                    <a:pt x="47" y="76"/>
                    <a:pt x="46" y="77"/>
                  </a:cubicBezTo>
                  <a:lnTo>
                    <a:pt x="25" y="79"/>
                  </a:lnTo>
                  <a:close/>
                  <a:moveTo>
                    <a:pt x="35" y="96"/>
                  </a:moveTo>
                  <a:cubicBezTo>
                    <a:pt x="32" y="96"/>
                    <a:pt x="30" y="95"/>
                    <a:pt x="29" y="92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0" y="95"/>
                    <a:pt x="39" y="96"/>
                    <a:pt x="35" y="96"/>
                  </a:cubicBezTo>
                  <a:close/>
                  <a:moveTo>
                    <a:pt x="50" y="67"/>
                  </a:moveTo>
                  <a:cubicBezTo>
                    <a:pt x="20" y="67"/>
                    <a:pt x="20" y="67"/>
                    <a:pt x="20" y="67"/>
                  </a:cubicBezTo>
                  <a:cubicBezTo>
                    <a:pt x="19" y="64"/>
                    <a:pt x="17" y="60"/>
                    <a:pt x="15" y="57"/>
                  </a:cubicBezTo>
                  <a:cubicBezTo>
                    <a:pt x="11" y="49"/>
                    <a:pt x="6" y="41"/>
                    <a:pt x="6" y="35"/>
                  </a:cubicBezTo>
                  <a:cubicBezTo>
                    <a:pt x="6" y="19"/>
                    <a:pt x="19" y="6"/>
                    <a:pt x="35" y="6"/>
                  </a:cubicBezTo>
                  <a:cubicBezTo>
                    <a:pt x="51" y="6"/>
                    <a:pt x="64" y="19"/>
                    <a:pt x="64" y="35"/>
                  </a:cubicBezTo>
                  <a:cubicBezTo>
                    <a:pt x="64" y="41"/>
                    <a:pt x="60" y="49"/>
                    <a:pt x="55" y="57"/>
                  </a:cubicBezTo>
                  <a:cubicBezTo>
                    <a:pt x="53" y="60"/>
                    <a:pt x="52" y="64"/>
                    <a:pt x="50" y="67"/>
                  </a:cubicBezTo>
                  <a:close/>
                  <a:moveTo>
                    <a:pt x="50" y="67"/>
                  </a:moveTo>
                  <a:cubicBezTo>
                    <a:pt x="50" y="67"/>
                    <a:pt x="50" y="67"/>
                    <a:pt x="50" y="67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Rectangle 16"/>
            <p:cNvSpPr/>
            <p:nvPr/>
          </p:nvSpPr>
          <p:spPr>
            <a:xfrm>
              <a:off x="4127399" y="1567189"/>
              <a:ext cx="923330" cy="3693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 defTabSz="1375432"/>
              <a:r>
                <a:rPr lang="zh-CN" altLang="en-US" sz="3200" b="1" ker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组合网</a:t>
              </a:r>
              <a:endParaRPr lang="en-US" sz="3200" b="1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Rectangle 20"/>
            <p:cNvSpPr/>
            <p:nvPr/>
          </p:nvSpPr>
          <p:spPr>
            <a:xfrm>
              <a:off x="3526917" y="1952132"/>
              <a:ext cx="2094323" cy="246173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r" defTabSz="1375432"/>
              <a:r>
                <a:rPr lang="en-US" sz="2133" b="1" kern="0">
                  <a:solidFill>
                    <a:srgbClr val="FFFFFF">
                      <a:lumMod val="95000"/>
                    </a:srgbClr>
                  </a:solidFill>
                  <a:latin typeface="Arial"/>
                </a:rPr>
                <a:t>Combination network</a:t>
              </a:r>
            </a:p>
          </p:txBody>
        </p:sp>
        <p:sp>
          <p:nvSpPr>
            <p:cNvPr id="56" name="Rectangle 16"/>
            <p:cNvSpPr/>
            <p:nvPr/>
          </p:nvSpPr>
          <p:spPr>
            <a:xfrm>
              <a:off x="5113629" y="3416277"/>
              <a:ext cx="923330" cy="3693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 defTabSz="1375432"/>
              <a:r>
                <a:rPr lang="zh-CN" altLang="en-US" sz="3200" b="1" ker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解答网</a:t>
              </a:r>
              <a:endParaRPr lang="en-US" sz="3200" b="1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Rectangle 20"/>
            <p:cNvSpPr/>
            <p:nvPr/>
          </p:nvSpPr>
          <p:spPr>
            <a:xfrm>
              <a:off x="4935134" y="3898254"/>
              <a:ext cx="1104870" cy="246173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r" defTabSz="1375432"/>
              <a:r>
                <a:rPr lang="en-US" sz="2133" b="1" kern="0">
                  <a:solidFill>
                    <a:srgbClr val="FFFFFF">
                      <a:lumMod val="95000"/>
                    </a:srgbClr>
                  </a:solidFill>
                  <a:latin typeface="Arial"/>
                </a:rPr>
                <a:t>Answer net</a:t>
              </a:r>
            </a:p>
          </p:txBody>
        </p:sp>
        <p:sp>
          <p:nvSpPr>
            <p:cNvPr id="58" name="Rectangle 16"/>
            <p:cNvSpPr/>
            <p:nvPr/>
          </p:nvSpPr>
          <p:spPr>
            <a:xfrm>
              <a:off x="3303777" y="3362718"/>
              <a:ext cx="923330" cy="3693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 defTabSz="1375432"/>
              <a:r>
                <a:rPr lang="zh-CN" altLang="en-US" sz="3200" b="1" ker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咨询网</a:t>
              </a:r>
              <a:endParaRPr lang="en-US" sz="3200" b="1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Rectangle 20"/>
            <p:cNvSpPr/>
            <p:nvPr/>
          </p:nvSpPr>
          <p:spPr>
            <a:xfrm>
              <a:off x="3019279" y="3902191"/>
              <a:ext cx="1490793" cy="246173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r" defTabSz="1375432"/>
              <a:r>
                <a:rPr lang="en-US" sz="2133" b="1" kern="0">
                  <a:solidFill>
                    <a:srgbClr val="FFFFFF">
                      <a:lumMod val="95000"/>
                    </a:srgbClr>
                  </a:solidFill>
                  <a:latin typeface="Arial"/>
                </a:rPr>
                <a:t>Information net</a:t>
              </a: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244257" y="1369560"/>
              <a:ext cx="2027785" cy="5615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/>
              <a:r>
                <a:rPr lang="zh-CN" altLang="en-US" sz="2133" kern="0">
                  <a:solidFill>
                    <a:srgbClr val="F09C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组合网是第三代网络之上的一个台阶。</a:t>
              </a: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938792" y="3523807"/>
              <a:ext cx="1716309" cy="5615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/>
              <a:r>
                <a:rPr lang="zh-CN" altLang="en-US" sz="2133" kern="0">
                  <a:solidFill>
                    <a:srgbClr val="3777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咨询网主要提供咨询相关服务。</a:t>
              </a: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6675194" y="3523807"/>
              <a:ext cx="2027785" cy="8077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/>
              <a:r>
                <a:rPr lang="zh-CN" altLang="en-US" sz="2133" kern="0">
                  <a:solidFill>
                    <a:srgbClr val="D241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解答网是对一些针对性的问题进行解答服务。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958041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" y="260351"/>
            <a:ext cx="1271588" cy="431800"/>
          </a:xfrm>
          <a:prstGeom prst="rect">
            <a:avLst/>
          </a:prstGeom>
          <a:solidFill>
            <a:srgbClr val="262626">
              <a:lumMod val="50000"/>
              <a:lumOff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377">
              <a:defRPr/>
            </a:pPr>
            <a:endParaRPr lang="zh-CN" altLang="en-US" kern="0">
              <a:solidFill>
                <a:prstClr val="white"/>
              </a:solidFill>
              <a:ea typeface="造字工房悦黑体验版常规体" pitchFamily="50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43026" y="260351"/>
            <a:ext cx="73025" cy="431800"/>
          </a:xfrm>
          <a:prstGeom prst="rect">
            <a:avLst/>
          </a:prstGeom>
          <a:solidFill>
            <a:srgbClr val="92929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377">
              <a:defRPr/>
            </a:pPr>
            <a:endParaRPr lang="zh-CN" altLang="en-US" kern="0">
              <a:solidFill>
                <a:prstClr val="white"/>
              </a:solidFill>
              <a:ea typeface="造字工房悦黑体验版常规体" pitchFamily="50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81139" y="463552"/>
            <a:ext cx="63500" cy="225425"/>
          </a:xfrm>
          <a:prstGeom prst="rect">
            <a:avLst/>
          </a:prstGeom>
          <a:solidFill>
            <a:srgbClr val="92929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377">
              <a:defRPr/>
            </a:pPr>
            <a:endParaRPr lang="zh-CN" altLang="en-US" kern="0">
              <a:solidFill>
                <a:prstClr val="white"/>
              </a:solidFill>
              <a:ea typeface="造字工房悦黑体验版常规体" pitchFamily="50" charset="-122"/>
            </a:endParaRPr>
          </a:p>
        </p:txBody>
      </p:sp>
      <p:sp>
        <p:nvSpPr>
          <p:cNvPr id="12" name="文本框 14"/>
          <p:cNvSpPr txBox="1">
            <a:spLocks noChangeArrowheads="1"/>
          </p:cNvSpPr>
          <p:nvPr/>
        </p:nvSpPr>
        <p:spPr bwMode="auto">
          <a:xfrm>
            <a:off x="1544640" y="256729"/>
            <a:ext cx="2751137" cy="502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667" b="1" kern="0">
                <a:solidFill>
                  <a:srgbClr val="262626">
                    <a:lumMod val="50000"/>
                    <a:lumOff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造字工房悦黑体验版常规体"/>
              </a:rPr>
              <a:t>交流沟通技巧</a:t>
            </a:r>
          </a:p>
        </p:txBody>
      </p:sp>
      <p:sp>
        <p:nvSpPr>
          <p:cNvPr id="13" name="矩形 12"/>
          <p:cNvSpPr/>
          <p:nvPr/>
        </p:nvSpPr>
        <p:spPr>
          <a:xfrm>
            <a:off x="0" y="6691424"/>
            <a:ext cx="12192000" cy="166577"/>
          </a:xfrm>
          <a:prstGeom prst="rect">
            <a:avLst/>
          </a:prstGeom>
          <a:solidFill>
            <a:srgbClr val="92929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zh-CN" altLang="en-US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矩形: 对角圆角 26"/>
          <p:cNvSpPr/>
          <p:nvPr/>
        </p:nvSpPr>
        <p:spPr>
          <a:xfrm>
            <a:off x="1232511" y="1741713"/>
            <a:ext cx="2736000" cy="2976000"/>
          </a:xfrm>
          <a:prstGeom prst="round2DiagRect">
            <a:avLst/>
          </a:prstGeom>
          <a:solidFill>
            <a:srgbClr val="3777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</a:endParaRPr>
          </a:p>
        </p:txBody>
      </p:sp>
      <p:sp>
        <p:nvSpPr>
          <p:cNvPr id="30" name="矩形: 对角圆角 29"/>
          <p:cNvSpPr/>
          <p:nvPr/>
        </p:nvSpPr>
        <p:spPr>
          <a:xfrm>
            <a:off x="4899085" y="1741713"/>
            <a:ext cx="2736000" cy="2976000"/>
          </a:xfrm>
          <a:prstGeom prst="round2DiagRect">
            <a:avLst/>
          </a:prstGeom>
          <a:solidFill>
            <a:srgbClr val="F2C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</a:endParaRPr>
          </a:p>
        </p:txBody>
      </p:sp>
      <p:sp>
        <p:nvSpPr>
          <p:cNvPr id="31" name="矩形: 对角圆角 30"/>
          <p:cNvSpPr/>
          <p:nvPr/>
        </p:nvSpPr>
        <p:spPr>
          <a:xfrm>
            <a:off x="8565661" y="1741713"/>
            <a:ext cx="2736000" cy="2976000"/>
          </a:xfrm>
          <a:prstGeom prst="round2DiagRect">
            <a:avLst/>
          </a:prstGeom>
          <a:solidFill>
            <a:srgbClr val="D24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279" y="1934091"/>
            <a:ext cx="1022463" cy="1411567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5556" y="1905657"/>
            <a:ext cx="1043059" cy="1440000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4751" y="1905657"/>
            <a:ext cx="1043059" cy="1440000"/>
          </a:xfrm>
          <a:prstGeom prst="rect">
            <a:avLst/>
          </a:prstGeom>
        </p:spPr>
      </p:pic>
      <p:sp>
        <p:nvSpPr>
          <p:cNvPr id="41" name="TextBox 80"/>
          <p:cNvSpPr txBox="1"/>
          <p:nvPr/>
        </p:nvSpPr>
        <p:spPr>
          <a:xfrm>
            <a:off x="1232511" y="3456862"/>
            <a:ext cx="2726703" cy="1159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32"/>
            <a:r>
              <a:rPr lang="zh-CN" altLang="en-US" sz="2667" b="1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学会倾听</a:t>
            </a:r>
            <a:endParaRPr lang="en-US" altLang="zh-CN" sz="2667" b="1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1375432"/>
            <a:r>
              <a:rPr lang="en-US" sz="2133" b="1" kern="0">
                <a:solidFill>
                  <a:srgbClr val="FFFFFF"/>
                </a:solidFill>
                <a:latin typeface="Arial"/>
                <a:ea typeface="微软雅黑" panose="020B0503020204020204" pitchFamily="34" charset="-122"/>
              </a:rPr>
              <a:t>Being a Good Listener</a:t>
            </a:r>
          </a:p>
        </p:txBody>
      </p:sp>
      <p:sp>
        <p:nvSpPr>
          <p:cNvPr id="44" name="TextBox 80"/>
          <p:cNvSpPr txBox="1"/>
          <p:nvPr/>
        </p:nvSpPr>
        <p:spPr>
          <a:xfrm>
            <a:off x="4908383" y="3527644"/>
            <a:ext cx="2726703" cy="1159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32"/>
            <a:r>
              <a:rPr lang="zh-CN" altLang="en-US" sz="2667" b="1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注视对方</a:t>
            </a:r>
            <a:endParaRPr lang="en-US" altLang="zh-CN" sz="2667" b="1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1375432"/>
            <a:r>
              <a:rPr lang="en-US" sz="2133" b="1" kern="0">
                <a:solidFill>
                  <a:srgbClr val="FFFFFF"/>
                </a:solidFill>
                <a:latin typeface="Arial"/>
                <a:ea typeface="微软雅黑" panose="020B0503020204020204" pitchFamily="34" charset="-122"/>
              </a:rPr>
              <a:t>Stare at each</a:t>
            </a:r>
          </a:p>
          <a:p>
            <a:pPr algn="ctr" defTabSz="1375432"/>
            <a:r>
              <a:rPr lang="en-US" sz="2133" b="1" kern="0">
                <a:solidFill>
                  <a:srgbClr val="FFFFFF"/>
                </a:solidFill>
                <a:latin typeface="Arial"/>
                <a:ea typeface="微软雅黑" panose="020B0503020204020204" pitchFamily="34" charset="-122"/>
              </a:rPr>
              <a:t>other</a:t>
            </a:r>
          </a:p>
        </p:txBody>
      </p:sp>
      <p:sp>
        <p:nvSpPr>
          <p:cNvPr id="45" name="TextBox 80"/>
          <p:cNvSpPr txBox="1"/>
          <p:nvPr/>
        </p:nvSpPr>
        <p:spPr>
          <a:xfrm>
            <a:off x="8565661" y="3527644"/>
            <a:ext cx="2726703" cy="1159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32"/>
            <a:r>
              <a:rPr lang="zh-CN" altLang="en-US" sz="2667" b="1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把握时机</a:t>
            </a:r>
            <a:endParaRPr lang="en-US" altLang="zh-CN" sz="2667" b="1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1375432"/>
            <a:r>
              <a:rPr lang="en-US" altLang="zh-CN" sz="2133" b="1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Seize the right time</a:t>
            </a:r>
          </a:p>
        </p:txBody>
      </p:sp>
      <p:sp>
        <p:nvSpPr>
          <p:cNvPr id="47" name="Footer Text"/>
          <p:cNvSpPr txBox="1"/>
          <p:nvPr/>
        </p:nvSpPr>
        <p:spPr>
          <a:xfrm>
            <a:off x="1271589" y="5319367"/>
            <a:ext cx="10346519" cy="9846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375432"/>
            <a:r>
              <a:rPr lang="zh-CN" altLang="en-US" sz="2133" kern="0">
                <a:solidFill>
                  <a:srgbClr val="262626">
                    <a:lumMod val="50000"/>
                    <a:lumOff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关系的强度会随着两人分享信息的多寡，以及两人的互动形态而改变。我们通常把和我们有关系的人分成：认识的人、朋友以及亲密朋友。两人之前沟通技巧主要有学会倾听、注视对方以及把握时机。</a:t>
            </a:r>
            <a:endParaRPr lang="en-US" sz="2133" kern="0">
              <a:solidFill>
                <a:srgbClr val="262626">
                  <a:lumMod val="50000"/>
                  <a:lumOff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0" name="直接连接符 49"/>
          <p:cNvCxnSpPr/>
          <p:nvPr/>
        </p:nvCxnSpPr>
        <p:spPr>
          <a:xfrm flipV="1">
            <a:off x="1111696" y="5077767"/>
            <a:ext cx="10560000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弧形 59"/>
          <p:cNvSpPr/>
          <p:nvPr/>
        </p:nvSpPr>
        <p:spPr>
          <a:xfrm rot="18913946">
            <a:off x="3287909" y="1283085"/>
            <a:ext cx="2400000" cy="2400000"/>
          </a:xfrm>
          <a:prstGeom prst="arc">
            <a:avLst>
              <a:gd name="adj1" fmla="val 16200000"/>
              <a:gd name="adj2" fmla="val 21580365"/>
            </a:avLst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</a:endParaRPr>
          </a:p>
        </p:txBody>
      </p:sp>
      <p:sp>
        <p:nvSpPr>
          <p:cNvPr id="61" name="弧形 60"/>
          <p:cNvSpPr/>
          <p:nvPr/>
        </p:nvSpPr>
        <p:spPr>
          <a:xfrm rot="18919124">
            <a:off x="6957904" y="1295787"/>
            <a:ext cx="2400000" cy="2400000"/>
          </a:xfrm>
          <a:prstGeom prst="arc">
            <a:avLst>
              <a:gd name="adj1" fmla="val 16200000"/>
              <a:gd name="adj2" fmla="val 21559899"/>
            </a:avLst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70"/>
            <a:r>
              <a:rPr lang="en-US" altLang="zh-CN" sz="2400" kern="0">
                <a:solidFill>
                  <a:sysClr val="windowText" lastClr="000000"/>
                </a:solidFill>
              </a:rPr>
              <a:t>   </a:t>
            </a:r>
            <a:endParaRPr lang="zh-CN" altLang="en-US" sz="2400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8422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" y="260351"/>
            <a:ext cx="1271588" cy="431800"/>
          </a:xfrm>
          <a:prstGeom prst="rect">
            <a:avLst/>
          </a:prstGeom>
          <a:solidFill>
            <a:srgbClr val="262626">
              <a:lumMod val="50000"/>
              <a:lumOff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377">
              <a:defRPr/>
            </a:pPr>
            <a:endParaRPr lang="zh-CN" altLang="en-US" kern="0">
              <a:solidFill>
                <a:prstClr val="white"/>
              </a:solidFill>
              <a:ea typeface="造字工房悦黑体验版常规体" pitchFamily="50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43026" y="260351"/>
            <a:ext cx="73025" cy="431800"/>
          </a:xfrm>
          <a:prstGeom prst="rect">
            <a:avLst/>
          </a:prstGeom>
          <a:solidFill>
            <a:srgbClr val="92929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377">
              <a:defRPr/>
            </a:pPr>
            <a:endParaRPr lang="zh-CN" altLang="en-US" kern="0">
              <a:solidFill>
                <a:prstClr val="white"/>
              </a:solidFill>
              <a:ea typeface="造字工房悦黑体验版常规体" pitchFamily="50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81139" y="463552"/>
            <a:ext cx="63500" cy="225425"/>
          </a:xfrm>
          <a:prstGeom prst="rect">
            <a:avLst/>
          </a:prstGeom>
          <a:solidFill>
            <a:srgbClr val="92929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377">
              <a:defRPr/>
            </a:pPr>
            <a:endParaRPr lang="zh-CN" altLang="en-US" kern="0">
              <a:solidFill>
                <a:prstClr val="white"/>
              </a:solidFill>
              <a:ea typeface="造字工房悦黑体验版常规体" pitchFamily="50" charset="-122"/>
            </a:endParaRPr>
          </a:p>
        </p:txBody>
      </p:sp>
      <p:sp>
        <p:nvSpPr>
          <p:cNvPr id="12" name="文本框 14"/>
          <p:cNvSpPr txBox="1">
            <a:spLocks noChangeArrowheads="1"/>
          </p:cNvSpPr>
          <p:nvPr/>
        </p:nvSpPr>
        <p:spPr bwMode="auto">
          <a:xfrm>
            <a:off x="1544640" y="256729"/>
            <a:ext cx="2751137" cy="502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667" b="1" kern="0">
                <a:solidFill>
                  <a:srgbClr val="262626">
                    <a:lumMod val="50000"/>
                    <a:lumOff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造字工房悦黑体验版常规体"/>
              </a:rPr>
              <a:t>企业的营销目标</a:t>
            </a:r>
          </a:p>
        </p:txBody>
      </p:sp>
      <p:sp>
        <p:nvSpPr>
          <p:cNvPr id="13" name="矩形 12"/>
          <p:cNvSpPr/>
          <p:nvPr/>
        </p:nvSpPr>
        <p:spPr>
          <a:xfrm>
            <a:off x="0" y="6691424"/>
            <a:ext cx="12192000" cy="166577"/>
          </a:xfrm>
          <a:prstGeom prst="rect">
            <a:avLst/>
          </a:prstGeom>
          <a:solidFill>
            <a:srgbClr val="92929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zh-CN" altLang="en-US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Freeform 31"/>
          <p:cNvSpPr/>
          <p:nvPr/>
        </p:nvSpPr>
        <p:spPr>
          <a:xfrm>
            <a:off x="892608" y="1795016"/>
            <a:ext cx="2360304" cy="944121"/>
          </a:xfrm>
          <a:custGeom>
            <a:avLst/>
            <a:gdLst>
              <a:gd name="connsiteX0" fmla="*/ 0 w 1770228"/>
              <a:gd name="connsiteY0" fmla="*/ 0 h 708091"/>
              <a:gd name="connsiteX1" fmla="*/ 1416183 w 1770228"/>
              <a:gd name="connsiteY1" fmla="*/ 0 h 708091"/>
              <a:gd name="connsiteX2" fmla="*/ 1770228 w 1770228"/>
              <a:gd name="connsiteY2" fmla="*/ 354046 h 708091"/>
              <a:gd name="connsiteX3" fmla="*/ 1416183 w 1770228"/>
              <a:gd name="connsiteY3" fmla="*/ 708091 h 708091"/>
              <a:gd name="connsiteX4" fmla="*/ 0 w 1770228"/>
              <a:gd name="connsiteY4" fmla="*/ 708091 h 708091"/>
              <a:gd name="connsiteX5" fmla="*/ 354046 w 1770228"/>
              <a:gd name="connsiteY5" fmla="*/ 354046 h 708091"/>
              <a:gd name="connsiteX6" fmla="*/ 0 w 1770228"/>
              <a:gd name="connsiteY6" fmla="*/ 0 h 708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0227" h="708091">
                <a:moveTo>
                  <a:pt x="0" y="0"/>
                </a:moveTo>
                <a:lnTo>
                  <a:pt x="1416183" y="0"/>
                </a:lnTo>
                <a:lnTo>
                  <a:pt x="1770228" y="354046"/>
                </a:lnTo>
                <a:lnTo>
                  <a:pt x="1416183" y="708091"/>
                </a:lnTo>
                <a:lnTo>
                  <a:pt x="0" y="708091"/>
                </a:lnTo>
                <a:lnTo>
                  <a:pt x="354046" y="354046"/>
                </a:lnTo>
                <a:lnTo>
                  <a:pt x="0" y="0"/>
                </a:lnTo>
                <a:close/>
              </a:path>
            </a:pathLst>
          </a:custGeom>
          <a:solidFill>
            <a:srgbClr val="377790"/>
          </a:solidFill>
          <a:ln w="25400" cap="flat" cmpd="sng" algn="ctr">
            <a:noFill/>
            <a:prstDash val="solid"/>
          </a:ln>
          <a:effectLst/>
        </p:spPr>
        <p:txBody>
          <a:bodyPr spcFirstLastPara="0" vert="horz" wrap="square" lIns="527941" tIns="27940" rIns="472060" bIns="27940" numCol="1" spcCol="1270" anchor="ctr" anchorCtr="0">
            <a:noAutofit/>
          </a:bodyPr>
          <a:lstStyle/>
          <a:p>
            <a:pPr algn="ctr" defTabSz="195570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endParaRPr lang="en-US" sz="4400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Freeform 34"/>
          <p:cNvSpPr/>
          <p:nvPr/>
        </p:nvSpPr>
        <p:spPr>
          <a:xfrm>
            <a:off x="892608" y="2871314"/>
            <a:ext cx="2360304" cy="944121"/>
          </a:xfrm>
          <a:custGeom>
            <a:avLst/>
            <a:gdLst>
              <a:gd name="connsiteX0" fmla="*/ 0 w 1770228"/>
              <a:gd name="connsiteY0" fmla="*/ 0 h 708091"/>
              <a:gd name="connsiteX1" fmla="*/ 1416183 w 1770228"/>
              <a:gd name="connsiteY1" fmla="*/ 0 h 708091"/>
              <a:gd name="connsiteX2" fmla="*/ 1770228 w 1770228"/>
              <a:gd name="connsiteY2" fmla="*/ 354046 h 708091"/>
              <a:gd name="connsiteX3" fmla="*/ 1416183 w 1770228"/>
              <a:gd name="connsiteY3" fmla="*/ 708091 h 708091"/>
              <a:gd name="connsiteX4" fmla="*/ 0 w 1770228"/>
              <a:gd name="connsiteY4" fmla="*/ 708091 h 708091"/>
              <a:gd name="connsiteX5" fmla="*/ 354046 w 1770228"/>
              <a:gd name="connsiteY5" fmla="*/ 354046 h 708091"/>
              <a:gd name="connsiteX6" fmla="*/ 0 w 1770228"/>
              <a:gd name="connsiteY6" fmla="*/ 0 h 708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0227" h="708091">
                <a:moveTo>
                  <a:pt x="0" y="0"/>
                </a:moveTo>
                <a:lnTo>
                  <a:pt x="1416183" y="0"/>
                </a:lnTo>
                <a:lnTo>
                  <a:pt x="1770228" y="354046"/>
                </a:lnTo>
                <a:lnTo>
                  <a:pt x="1416183" y="708091"/>
                </a:lnTo>
                <a:lnTo>
                  <a:pt x="0" y="708091"/>
                </a:lnTo>
                <a:lnTo>
                  <a:pt x="354046" y="354046"/>
                </a:lnTo>
                <a:lnTo>
                  <a:pt x="0" y="0"/>
                </a:lnTo>
                <a:close/>
              </a:path>
            </a:pathLst>
          </a:custGeom>
          <a:solidFill>
            <a:srgbClr val="189A80"/>
          </a:solidFill>
          <a:ln w="25400" cap="flat" cmpd="sng" algn="ctr">
            <a:noFill/>
            <a:prstDash val="solid"/>
          </a:ln>
          <a:effectLst/>
        </p:spPr>
        <p:txBody>
          <a:bodyPr spcFirstLastPara="0" vert="horz" wrap="square" lIns="527941" tIns="27940" rIns="472060" bIns="27940" numCol="1" spcCol="1270" anchor="ctr" anchorCtr="0">
            <a:noAutofit/>
          </a:bodyPr>
          <a:lstStyle/>
          <a:p>
            <a:pPr algn="ctr" defTabSz="195570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endParaRPr lang="en-US" sz="4400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Freeform 38"/>
          <p:cNvSpPr/>
          <p:nvPr/>
        </p:nvSpPr>
        <p:spPr>
          <a:xfrm>
            <a:off x="892608" y="3947614"/>
            <a:ext cx="2360304" cy="944121"/>
          </a:xfrm>
          <a:custGeom>
            <a:avLst/>
            <a:gdLst>
              <a:gd name="connsiteX0" fmla="*/ 0 w 1770228"/>
              <a:gd name="connsiteY0" fmla="*/ 0 h 708091"/>
              <a:gd name="connsiteX1" fmla="*/ 1416183 w 1770228"/>
              <a:gd name="connsiteY1" fmla="*/ 0 h 708091"/>
              <a:gd name="connsiteX2" fmla="*/ 1770228 w 1770228"/>
              <a:gd name="connsiteY2" fmla="*/ 354046 h 708091"/>
              <a:gd name="connsiteX3" fmla="*/ 1416183 w 1770228"/>
              <a:gd name="connsiteY3" fmla="*/ 708091 h 708091"/>
              <a:gd name="connsiteX4" fmla="*/ 0 w 1770228"/>
              <a:gd name="connsiteY4" fmla="*/ 708091 h 708091"/>
              <a:gd name="connsiteX5" fmla="*/ 354046 w 1770228"/>
              <a:gd name="connsiteY5" fmla="*/ 354046 h 708091"/>
              <a:gd name="connsiteX6" fmla="*/ 0 w 1770228"/>
              <a:gd name="connsiteY6" fmla="*/ 0 h 708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0227" h="708091">
                <a:moveTo>
                  <a:pt x="0" y="0"/>
                </a:moveTo>
                <a:lnTo>
                  <a:pt x="1416183" y="0"/>
                </a:lnTo>
                <a:lnTo>
                  <a:pt x="1770228" y="354046"/>
                </a:lnTo>
                <a:lnTo>
                  <a:pt x="1416183" y="708091"/>
                </a:lnTo>
                <a:lnTo>
                  <a:pt x="0" y="708091"/>
                </a:lnTo>
                <a:lnTo>
                  <a:pt x="354046" y="354046"/>
                </a:lnTo>
                <a:lnTo>
                  <a:pt x="0" y="0"/>
                </a:lnTo>
                <a:close/>
              </a:path>
            </a:pathLst>
          </a:custGeom>
          <a:solidFill>
            <a:srgbClr val="F09C2A"/>
          </a:solidFill>
          <a:ln w="25400" cap="flat" cmpd="sng" algn="ctr">
            <a:noFill/>
            <a:prstDash val="solid"/>
          </a:ln>
          <a:effectLst/>
        </p:spPr>
        <p:txBody>
          <a:bodyPr spcFirstLastPara="0" vert="horz" wrap="square" lIns="527941" tIns="27940" rIns="472060" bIns="27940" numCol="1" spcCol="1270" anchor="ctr" anchorCtr="0">
            <a:noAutofit/>
          </a:bodyPr>
          <a:lstStyle/>
          <a:p>
            <a:pPr algn="ctr" defTabSz="195570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endParaRPr lang="en-US" sz="4400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Freeform 41"/>
          <p:cNvSpPr/>
          <p:nvPr/>
        </p:nvSpPr>
        <p:spPr>
          <a:xfrm>
            <a:off x="892608" y="5046384"/>
            <a:ext cx="2360304" cy="944121"/>
          </a:xfrm>
          <a:custGeom>
            <a:avLst/>
            <a:gdLst>
              <a:gd name="connsiteX0" fmla="*/ 0 w 1770228"/>
              <a:gd name="connsiteY0" fmla="*/ 0 h 708091"/>
              <a:gd name="connsiteX1" fmla="*/ 1416183 w 1770228"/>
              <a:gd name="connsiteY1" fmla="*/ 0 h 708091"/>
              <a:gd name="connsiteX2" fmla="*/ 1770228 w 1770228"/>
              <a:gd name="connsiteY2" fmla="*/ 354046 h 708091"/>
              <a:gd name="connsiteX3" fmla="*/ 1416183 w 1770228"/>
              <a:gd name="connsiteY3" fmla="*/ 708091 h 708091"/>
              <a:gd name="connsiteX4" fmla="*/ 0 w 1770228"/>
              <a:gd name="connsiteY4" fmla="*/ 708091 h 708091"/>
              <a:gd name="connsiteX5" fmla="*/ 354046 w 1770228"/>
              <a:gd name="connsiteY5" fmla="*/ 354046 h 708091"/>
              <a:gd name="connsiteX6" fmla="*/ 0 w 1770228"/>
              <a:gd name="connsiteY6" fmla="*/ 0 h 708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0227" h="708091">
                <a:moveTo>
                  <a:pt x="0" y="0"/>
                </a:moveTo>
                <a:lnTo>
                  <a:pt x="1416183" y="0"/>
                </a:lnTo>
                <a:lnTo>
                  <a:pt x="1770228" y="354046"/>
                </a:lnTo>
                <a:lnTo>
                  <a:pt x="1416183" y="708091"/>
                </a:lnTo>
                <a:lnTo>
                  <a:pt x="0" y="708091"/>
                </a:lnTo>
                <a:lnTo>
                  <a:pt x="354046" y="354046"/>
                </a:lnTo>
                <a:lnTo>
                  <a:pt x="0" y="0"/>
                </a:lnTo>
                <a:close/>
              </a:path>
            </a:pathLst>
          </a:custGeom>
          <a:solidFill>
            <a:srgbClr val="D24132"/>
          </a:solidFill>
          <a:ln w="25400" cap="flat" cmpd="sng" algn="ctr">
            <a:noFill/>
            <a:prstDash val="solid"/>
          </a:ln>
          <a:effectLst/>
        </p:spPr>
        <p:txBody>
          <a:bodyPr spcFirstLastPara="0" vert="horz" wrap="square" lIns="527941" tIns="27940" rIns="472060" bIns="27940" numCol="1" spcCol="1270" anchor="ctr" anchorCtr="0">
            <a:noAutofit/>
          </a:bodyPr>
          <a:lstStyle/>
          <a:p>
            <a:pPr algn="ctr" defTabSz="195570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endParaRPr lang="en-US" sz="4400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Placeholder 3"/>
          <p:cNvSpPr txBox="1"/>
          <p:nvPr/>
        </p:nvSpPr>
        <p:spPr>
          <a:xfrm>
            <a:off x="5719273" y="2060844"/>
            <a:ext cx="5388977" cy="36933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375432"/>
            <a:r>
              <a:rPr lang="zh-CN" altLang="en-US" sz="2400" kern="0">
                <a:solidFill>
                  <a:srgbClr val="262626">
                    <a:lumMod val="50000"/>
                    <a:lumOff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市场对企业的变化及消费者需求变化。</a:t>
            </a:r>
            <a:endParaRPr lang="en-US" sz="2400" kern="0">
              <a:solidFill>
                <a:srgbClr val="262626">
                  <a:lumMod val="50000"/>
                  <a:lumOff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Text Placeholder 3"/>
          <p:cNvSpPr txBox="1"/>
          <p:nvPr/>
        </p:nvSpPr>
        <p:spPr>
          <a:xfrm>
            <a:off x="5719272" y="3174759"/>
            <a:ext cx="5388976" cy="36933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375432"/>
            <a:r>
              <a:rPr lang="zh-CN" altLang="en-US" sz="2400" kern="0">
                <a:solidFill>
                  <a:srgbClr val="262626">
                    <a:lumMod val="50000"/>
                    <a:lumOff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定价目标，实现现期利润最大化。</a:t>
            </a:r>
            <a:endParaRPr lang="en-US" sz="2400" kern="0">
              <a:solidFill>
                <a:srgbClr val="262626">
                  <a:lumMod val="50000"/>
                  <a:lumOff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" name="Text Placeholder 3"/>
          <p:cNvSpPr txBox="1"/>
          <p:nvPr/>
        </p:nvSpPr>
        <p:spPr>
          <a:xfrm>
            <a:off x="5719272" y="4197687"/>
            <a:ext cx="5388976" cy="36933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375432"/>
            <a:r>
              <a:rPr lang="zh-CN" altLang="en-US" sz="2400" kern="0">
                <a:solidFill>
                  <a:srgbClr val="262626">
                    <a:lumMod val="50000"/>
                    <a:lumOff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占领市场，定低价格。领导市场份额。</a:t>
            </a:r>
            <a:endParaRPr lang="en-US" sz="2400" kern="0">
              <a:solidFill>
                <a:srgbClr val="262626">
                  <a:lumMod val="50000"/>
                  <a:lumOff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" name="Text Placeholder 3"/>
          <p:cNvSpPr txBox="1"/>
          <p:nvPr/>
        </p:nvSpPr>
        <p:spPr>
          <a:xfrm>
            <a:off x="5719272" y="5299220"/>
            <a:ext cx="5388976" cy="36933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375432"/>
            <a:r>
              <a:rPr lang="zh-CN" altLang="en-US" sz="2400" kern="0">
                <a:solidFill>
                  <a:srgbClr val="262626">
                    <a:lumMod val="50000"/>
                    <a:lumOff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制定较高水准成本价格，领导产品质量。</a:t>
            </a:r>
            <a:endParaRPr lang="en-US" sz="2400" kern="0">
              <a:solidFill>
                <a:srgbClr val="262626">
                  <a:lumMod val="50000"/>
                  <a:lumOff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7" name="Freeform 45"/>
          <p:cNvSpPr>
            <a:spLocks noEditPoints="1"/>
          </p:cNvSpPr>
          <p:nvPr/>
        </p:nvSpPr>
        <p:spPr bwMode="auto">
          <a:xfrm>
            <a:off x="5193931" y="2106080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377790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32">
              <a:defRPr/>
            </a:pPr>
            <a:endParaRPr lang="en-US" sz="2667" kern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48" name="Freeform 45"/>
          <p:cNvSpPr>
            <a:spLocks noEditPoints="1"/>
          </p:cNvSpPr>
          <p:nvPr/>
        </p:nvSpPr>
        <p:spPr bwMode="auto">
          <a:xfrm>
            <a:off x="5193931" y="3205395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189A80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32">
              <a:defRPr/>
            </a:pPr>
            <a:endParaRPr lang="en-US" sz="2667" kern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49" name="Freeform 45"/>
          <p:cNvSpPr>
            <a:spLocks noEditPoints="1"/>
          </p:cNvSpPr>
          <p:nvPr/>
        </p:nvSpPr>
        <p:spPr bwMode="auto">
          <a:xfrm>
            <a:off x="5193931" y="4227900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F09C2A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32">
              <a:defRPr/>
            </a:pPr>
            <a:endParaRPr lang="en-US" sz="2667" kern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50" name="Freeform 45"/>
          <p:cNvSpPr>
            <a:spLocks noEditPoints="1"/>
          </p:cNvSpPr>
          <p:nvPr/>
        </p:nvSpPr>
        <p:spPr bwMode="auto">
          <a:xfrm>
            <a:off x="5193931" y="5327215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D24132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32">
              <a:defRPr/>
            </a:pPr>
            <a:endParaRPr lang="en-US" sz="2667" kern="0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151" name="Group 63"/>
          <p:cNvGrpSpPr/>
          <p:nvPr/>
        </p:nvGrpSpPr>
        <p:grpSpPr>
          <a:xfrm>
            <a:off x="2946075" y="1875266"/>
            <a:ext cx="1959053" cy="783621"/>
            <a:chOff x="2310038" y="1386352"/>
            <a:chExt cx="1469290" cy="587716"/>
          </a:xfrm>
        </p:grpSpPr>
        <p:sp>
          <p:nvSpPr>
            <p:cNvPr id="152" name="Freeform 32"/>
            <p:cNvSpPr/>
            <p:nvPr/>
          </p:nvSpPr>
          <p:spPr>
            <a:xfrm>
              <a:off x="2310038" y="1386352"/>
              <a:ext cx="1469290" cy="587716"/>
            </a:xfrm>
            <a:custGeom>
              <a:avLst/>
              <a:gdLst>
                <a:gd name="connsiteX0" fmla="*/ 0 w 1469290"/>
                <a:gd name="connsiteY0" fmla="*/ 0 h 587716"/>
                <a:gd name="connsiteX1" fmla="*/ 1175432 w 1469290"/>
                <a:gd name="connsiteY1" fmla="*/ 0 h 587716"/>
                <a:gd name="connsiteX2" fmla="*/ 1469290 w 1469290"/>
                <a:gd name="connsiteY2" fmla="*/ 293858 h 587716"/>
                <a:gd name="connsiteX3" fmla="*/ 1175432 w 1469290"/>
                <a:gd name="connsiteY3" fmla="*/ 587716 h 587716"/>
                <a:gd name="connsiteX4" fmla="*/ 0 w 1469290"/>
                <a:gd name="connsiteY4" fmla="*/ 587716 h 587716"/>
                <a:gd name="connsiteX5" fmla="*/ 293858 w 1469290"/>
                <a:gd name="connsiteY5" fmla="*/ 293858 h 587716"/>
                <a:gd name="connsiteX6" fmla="*/ 0 w 1469290"/>
                <a:gd name="connsiteY6" fmla="*/ 0 h 587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9290" h="587716">
                  <a:moveTo>
                    <a:pt x="0" y="0"/>
                  </a:moveTo>
                  <a:lnTo>
                    <a:pt x="1175432" y="0"/>
                  </a:lnTo>
                  <a:lnTo>
                    <a:pt x="1469290" y="293858"/>
                  </a:lnTo>
                  <a:lnTo>
                    <a:pt x="1175432" y="587716"/>
                  </a:lnTo>
                  <a:lnTo>
                    <a:pt x="0" y="587716"/>
                  </a:lnTo>
                  <a:lnTo>
                    <a:pt x="293858" y="2938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lumMod val="85000"/>
                <a:alpha val="9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spcFirstLastPara="0" vert="horz" wrap="square" lIns="437531" tIns="22860" rIns="391811" bIns="22860" numCol="1" spcCol="1270" anchor="ctr" anchorCtr="0">
              <a:noAutofit/>
            </a:bodyPr>
            <a:lstStyle/>
            <a:p>
              <a:pPr algn="ctr" defTabSz="160012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endParaRPr lang="en-US" sz="3600" kern="0">
                <a:solidFill>
                  <a:srgbClr val="262626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endParaRPr>
            </a:p>
          </p:txBody>
        </p:sp>
        <p:sp>
          <p:nvSpPr>
            <p:cNvPr id="153" name="Text Placeholder 3"/>
            <p:cNvSpPr txBox="1"/>
            <p:nvPr/>
          </p:nvSpPr>
          <p:spPr>
            <a:xfrm>
              <a:off x="2632823" y="1556314"/>
              <a:ext cx="923330" cy="276999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1219140">
                <a:spcBef>
                  <a:spcPct val="20000"/>
                </a:spcBef>
                <a:defRPr/>
              </a:pPr>
              <a:r>
                <a:rPr lang="zh-CN" altLang="en-US" sz="2400" kern="0">
                  <a:solidFill>
                    <a:srgbClr val="FFFFFF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维持生存</a:t>
              </a:r>
              <a:endParaRPr lang="en-US" sz="2400" kern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4" name="Group 64"/>
          <p:cNvGrpSpPr/>
          <p:nvPr/>
        </p:nvGrpSpPr>
        <p:grpSpPr>
          <a:xfrm>
            <a:off x="2946075" y="2959054"/>
            <a:ext cx="1959053" cy="783621"/>
            <a:chOff x="2310038" y="2193576"/>
            <a:chExt cx="1469290" cy="587716"/>
          </a:xfrm>
        </p:grpSpPr>
        <p:sp>
          <p:nvSpPr>
            <p:cNvPr id="155" name="Freeform 35"/>
            <p:cNvSpPr/>
            <p:nvPr/>
          </p:nvSpPr>
          <p:spPr>
            <a:xfrm>
              <a:off x="2310038" y="2193576"/>
              <a:ext cx="1469290" cy="587716"/>
            </a:xfrm>
            <a:custGeom>
              <a:avLst/>
              <a:gdLst>
                <a:gd name="connsiteX0" fmla="*/ 0 w 1469290"/>
                <a:gd name="connsiteY0" fmla="*/ 0 h 587716"/>
                <a:gd name="connsiteX1" fmla="*/ 1175432 w 1469290"/>
                <a:gd name="connsiteY1" fmla="*/ 0 h 587716"/>
                <a:gd name="connsiteX2" fmla="*/ 1469290 w 1469290"/>
                <a:gd name="connsiteY2" fmla="*/ 293858 h 587716"/>
                <a:gd name="connsiteX3" fmla="*/ 1175432 w 1469290"/>
                <a:gd name="connsiteY3" fmla="*/ 587716 h 587716"/>
                <a:gd name="connsiteX4" fmla="*/ 0 w 1469290"/>
                <a:gd name="connsiteY4" fmla="*/ 587716 h 587716"/>
                <a:gd name="connsiteX5" fmla="*/ 293858 w 1469290"/>
                <a:gd name="connsiteY5" fmla="*/ 293858 h 587716"/>
                <a:gd name="connsiteX6" fmla="*/ 0 w 1469290"/>
                <a:gd name="connsiteY6" fmla="*/ 0 h 587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9290" h="587716">
                  <a:moveTo>
                    <a:pt x="0" y="0"/>
                  </a:moveTo>
                  <a:lnTo>
                    <a:pt x="1175432" y="0"/>
                  </a:lnTo>
                  <a:lnTo>
                    <a:pt x="1469290" y="293858"/>
                  </a:lnTo>
                  <a:lnTo>
                    <a:pt x="1175432" y="587716"/>
                  </a:lnTo>
                  <a:lnTo>
                    <a:pt x="0" y="587716"/>
                  </a:lnTo>
                  <a:lnTo>
                    <a:pt x="293858" y="2938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lumMod val="85000"/>
                <a:alpha val="9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spcFirstLastPara="0" vert="horz" wrap="square" lIns="437531" tIns="22860" rIns="391811" bIns="22860" numCol="1" spcCol="1270" anchor="ctr" anchorCtr="0">
              <a:noAutofit/>
            </a:bodyPr>
            <a:lstStyle/>
            <a:p>
              <a:pPr algn="ctr" defTabSz="160012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endParaRPr lang="en-US" sz="3600" kern="0">
                <a:solidFill>
                  <a:srgbClr val="262626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endParaRPr>
            </a:p>
          </p:txBody>
        </p:sp>
        <p:sp>
          <p:nvSpPr>
            <p:cNvPr id="156" name="Text Placeholder 3"/>
            <p:cNvSpPr txBox="1"/>
            <p:nvPr/>
          </p:nvSpPr>
          <p:spPr>
            <a:xfrm>
              <a:off x="2626411" y="2430337"/>
              <a:ext cx="923330" cy="192360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1219140">
                <a:lnSpc>
                  <a:spcPts val="2000"/>
                </a:lnSpc>
                <a:spcBef>
                  <a:spcPct val="20000"/>
                </a:spcBef>
                <a:defRPr/>
              </a:pPr>
              <a:r>
                <a:rPr lang="zh-CN" altLang="en-US" sz="2400" kern="0">
                  <a:solidFill>
                    <a:srgbClr val="FFFFFF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现期利润</a:t>
              </a:r>
              <a:endParaRPr lang="en-US" altLang="zh-CN" sz="2400" kern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7" name="Group 65"/>
          <p:cNvGrpSpPr/>
          <p:nvPr/>
        </p:nvGrpSpPr>
        <p:grpSpPr>
          <a:xfrm>
            <a:off x="2946075" y="4042842"/>
            <a:ext cx="1959053" cy="783621"/>
            <a:chOff x="2310038" y="3000800"/>
            <a:chExt cx="1469290" cy="587716"/>
          </a:xfrm>
        </p:grpSpPr>
        <p:sp>
          <p:nvSpPr>
            <p:cNvPr id="158" name="Freeform 39"/>
            <p:cNvSpPr/>
            <p:nvPr/>
          </p:nvSpPr>
          <p:spPr>
            <a:xfrm>
              <a:off x="2310038" y="3000800"/>
              <a:ext cx="1469290" cy="587716"/>
            </a:xfrm>
            <a:custGeom>
              <a:avLst/>
              <a:gdLst>
                <a:gd name="connsiteX0" fmla="*/ 0 w 1469290"/>
                <a:gd name="connsiteY0" fmla="*/ 0 h 587716"/>
                <a:gd name="connsiteX1" fmla="*/ 1175432 w 1469290"/>
                <a:gd name="connsiteY1" fmla="*/ 0 h 587716"/>
                <a:gd name="connsiteX2" fmla="*/ 1469290 w 1469290"/>
                <a:gd name="connsiteY2" fmla="*/ 293858 h 587716"/>
                <a:gd name="connsiteX3" fmla="*/ 1175432 w 1469290"/>
                <a:gd name="connsiteY3" fmla="*/ 587716 h 587716"/>
                <a:gd name="connsiteX4" fmla="*/ 0 w 1469290"/>
                <a:gd name="connsiteY4" fmla="*/ 587716 h 587716"/>
                <a:gd name="connsiteX5" fmla="*/ 293858 w 1469290"/>
                <a:gd name="connsiteY5" fmla="*/ 293858 h 587716"/>
                <a:gd name="connsiteX6" fmla="*/ 0 w 1469290"/>
                <a:gd name="connsiteY6" fmla="*/ 0 h 587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9290" h="587716">
                  <a:moveTo>
                    <a:pt x="0" y="0"/>
                  </a:moveTo>
                  <a:lnTo>
                    <a:pt x="1175432" y="0"/>
                  </a:lnTo>
                  <a:lnTo>
                    <a:pt x="1469290" y="293858"/>
                  </a:lnTo>
                  <a:lnTo>
                    <a:pt x="1175432" y="587716"/>
                  </a:lnTo>
                  <a:lnTo>
                    <a:pt x="0" y="587716"/>
                  </a:lnTo>
                  <a:lnTo>
                    <a:pt x="293858" y="2938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lumMod val="85000"/>
                <a:alpha val="9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spcFirstLastPara="0" vert="horz" wrap="square" lIns="437531" tIns="22860" rIns="391811" bIns="22860" numCol="1" spcCol="1270" anchor="ctr" anchorCtr="0">
              <a:noAutofit/>
            </a:bodyPr>
            <a:lstStyle/>
            <a:p>
              <a:pPr algn="ctr" defTabSz="160012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endParaRPr lang="en-US" sz="3600" kern="0">
                <a:solidFill>
                  <a:srgbClr val="262626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endParaRPr>
            </a:p>
          </p:txBody>
        </p:sp>
        <p:sp>
          <p:nvSpPr>
            <p:cNvPr id="159" name="Text Placeholder 3"/>
            <p:cNvSpPr txBox="1"/>
            <p:nvPr/>
          </p:nvSpPr>
          <p:spPr>
            <a:xfrm>
              <a:off x="2627158" y="3156158"/>
              <a:ext cx="923330" cy="276999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1219140">
                <a:spcBef>
                  <a:spcPct val="20000"/>
                </a:spcBef>
                <a:defRPr/>
              </a:pPr>
              <a:r>
                <a:rPr lang="zh-CN" altLang="en-US" sz="2400" kern="0">
                  <a:solidFill>
                    <a:srgbClr val="FFFFFF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市场份额</a:t>
              </a:r>
              <a:endParaRPr lang="en-US" sz="2400" kern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0" name="Group 67"/>
          <p:cNvGrpSpPr/>
          <p:nvPr/>
        </p:nvGrpSpPr>
        <p:grpSpPr>
          <a:xfrm>
            <a:off x="2946075" y="5126631"/>
            <a:ext cx="1959053" cy="783621"/>
            <a:chOff x="2310038" y="3824877"/>
            <a:chExt cx="1469290" cy="587716"/>
          </a:xfrm>
        </p:grpSpPr>
        <p:sp>
          <p:nvSpPr>
            <p:cNvPr id="161" name="Freeform 42"/>
            <p:cNvSpPr/>
            <p:nvPr/>
          </p:nvSpPr>
          <p:spPr>
            <a:xfrm>
              <a:off x="2310038" y="3824877"/>
              <a:ext cx="1469290" cy="587716"/>
            </a:xfrm>
            <a:custGeom>
              <a:avLst/>
              <a:gdLst>
                <a:gd name="connsiteX0" fmla="*/ 0 w 1469290"/>
                <a:gd name="connsiteY0" fmla="*/ 0 h 587716"/>
                <a:gd name="connsiteX1" fmla="*/ 1175432 w 1469290"/>
                <a:gd name="connsiteY1" fmla="*/ 0 h 587716"/>
                <a:gd name="connsiteX2" fmla="*/ 1469290 w 1469290"/>
                <a:gd name="connsiteY2" fmla="*/ 293858 h 587716"/>
                <a:gd name="connsiteX3" fmla="*/ 1175432 w 1469290"/>
                <a:gd name="connsiteY3" fmla="*/ 587716 h 587716"/>
                <a:gd name="connsiteX4" fmla="*/ 0 w 1469290"/>
                <a:gd name="connsiteY4" fmla="*/ 587716 h 587716"/>
                <a:gd name="connsiteX5" fmla="*/ 293858 w 1469290"/>
                <a:gd name="connsiteY5" fmla="*/ 293858 h 587716"/>
                <a:gd name="connsiteX6" fmla="*/ 0 w 1469290"/>
                <a:gd name="connsiteY6" fmla="*/ 0 h 587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9290" h="587716">
                  <a:moveTo>
                    <a:pt x="0" y="0"/>
                  </a:moveTo>
                  <a:lnTo>
                    <a:pt x="1175432" y="0"/>
                  </a:lnTo>
                  <a:lnTo>
                    <a:pt x="1469290" y="293858"/>
                  </a:lnTo>
                  <a:lnTo>
                    <a:pt x="1175432" y="587716"/>
                  </a:lnTo>
                  <a:lnTo>
                    <a:pt x="0" y="587716"/>
                  </a:lnTo>
                  <a:lnTo>
                    <a:pt x="293858" y="2938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lumMod val="85000"/>
                <a:alpha val="9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spcFirstLastPara="0" vert="horz" wrap="square" lIns="437531" tIns="22860" rIns="391811" bIns="22860" numCol="1" spcCol="1270" anchor="ctr" anchorCtr="0">
              <a:noAutofit/>
            </a:bodyPr>
            <a:lstStyle/>
            <a:p>
              <a:pPr algn="ctr" defTabSz="160012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endParaRPr lang="en-US" sz="3600" kern="0">
                <a:solidFill>
                  <a:srgbClr val="262626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endParaRPr>
            </a:p>
          </p:txBody>
        </p:sp>
        <p:sp>
          <p:nvSpPr>
            <p:cNvPr id="162" name="Text Placeholder 3"/>
            <p:cNvSpPr txBox="1"/>
            <p:nvPr/>
          </p:nvSpPr>
          <p:spPr>
            <a:xfrm>
              <a:off x="2629617" y="3980235"/>
              <a:ext cx="923330" cy="276999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1219140">
                <a:spcBef>
                  <a:spcPct val="20000"/>
                </a:spcBef>
                <a:defRPr/>
              </a:pPr>
              <a:r>
                <a:rPr lang="zh-CN" altLang="en-US" sz="2400" kern="0">
                  <a:solidFill>
                    <a:srgbClr val="FFFFFF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产品质量</a:t>
              </a:r>
              <a:endParaRPr lang="en-US" sz="2400" kern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3" name="Oval 94"/>
          <p:cNvSpPr>
            <a:spLocks noChangeAspect="1"/>
          </p:cNvSpPr>
          <p:nvPr/>
        </p:nvSpPr>
        <p:spPr>
          <a:xfrm>
            <a:off x="1733427" y="1945547"/>
            <a:ext cx="662044" cy="662597"/>
          </a:xfrm>
          <a:prstGeom prst="ellipse">
            <a:avLst/>
          </a:prstGeom>
          <a:solidFill>
            <a:srgbClr val="377790"/>
          </a:solidFill>
          <a:ln w="5715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r>
              <a:rPr lang="en-US" sz="2400" b="1" kern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4" name="Oval 94"/>
          <p:cNvSpPr>
            <a:spLocks noChangeAspect="1"/>
          </p:cNvSpPr>
          <p:nvPr/>
        </p:nvSpPr>
        <p:spPr>
          <a:xfrm>
            <a:off x="1733427" y="3021379"/>
            <a:ext cx="662044" cy="662597"/>
          </a:xfrm>
          <a:prstGeom prst="ellipse">
            <a:avLst/>
          </a:prstGeom>
          <a:solidFill>
            <a:srgbClr val="189A80"/>
          </a:solidFill>
          <a:ln w="5715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r>
              <a:rPr lang="en-US" sz="2400" b="1" kern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5" name="Oval 94"/>
          <p:cNvSpPr>
            <a:spLocks noChangeAspect="1"/>
          </p:cNvSpPr>
          <p:nvPr/>
        </p:nvSpPr>
        <p:spPr>
          <a:xfrm>
            <a:off x="1733427" y="4097211"/>
            <a:ext cx="662044" cy="662597"/>
          </a:xfrm>
          <a:prstGeom prst="ellipse">
            <a:avLst/>
          </a:prstGeom>
          <a:solidFill>
            <a:srgbClr val="F09C2A"/>
          </a:solidFill>
          <a:ln w="5715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r>
              <a:rPr lang="en-US" sz="2400" b="1" kern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6" name="Oval 94"/>
          <p:cNvSpPr>
            <a:spLocks noChangeAspect="1"/>
          </p:cNvSpPr>
          <p:nvPr/>
        </p:nvSpPr>
        <p:spPr>
          <a:xfrm>
            <a:off x="1733427" y="5173042"/>
            <a:ext cx="662044" cy="662597"/>
          </a:xfrm>
          <a:prstGeom prst="ellipse">
            <a:avLst/>
          </a:prstGeom>
          <a:solidFill>
            <a:srgbClr val="D24132"/>
          </a:solidFill>
          <a:ln w="5715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r>
              <a:rPr lang="en-US" sz="2400" b="1" kern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93183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2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7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animBg="1"/>
      <p:bldP spid="140" grpId="0" animBg="1"/>
      <p:bldP spid="141" grpId="0" animBg="1"/>
      <p:bldP spid="142" grpId="0" animBg="1"/>
      <p:bldP spid="143" grpId="0"/>
      <p:bldP spid="144" grpId="0"/>
      <p:bldP spid="145" grpId="0"/>
      <p:bldP spid="146" grpId="0"/>
      <p:bldP spid="147" grpId="0" animBg="1"/>
      <p:bldP spid="148" grpId="0" animBg="1"/>
      <p:bldP spid="149" grpId="0" animBg="1"/>
      <p:bldP spid="15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" y="260351"/>
            <a:ext cx="1271588" cy="431800"/>
          </a:xfrm>
          <a:prstGeom prst="rect">
            <a:avLst/>
          </a:prstGeom>
          <a:solidFill>
            <a:srgbClr val="262626">
              <a:lumMod val="50000"/>
              <a:lumOff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377">
              <a:defRPr/>
            </a:pPr>
            <a:endParaRPr lang="zh-CN" altLang="en-US" kern="0">
              <a:solidFill>
                <a:prstClr val="white"/>
              </a:solidFill>
              <a:ea typeface="造字工房悦黑体验版常规体" pitchFamily="50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43026" y="260351"/>
            <a:ext cx="73025" cy="431800"/>
          </a:xfrm>
          <a:prstGeom prst="rect">
            <a:avLst/>
          </a:prstGeom>
          <a:solidFill>
            <a:srgbClr val="92929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377">
              <a:defRPr/>
            </a:pPr>
            <a:endParaRPr lang="zh-CN" altLang="en-US" kern="0">
              <a:solidFill>
                <a:prstClr val="white"/>
              </a:solidFill>
              <a:ea typeface="造字工房悦黑体验版常规体" pitchFamily="50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81139" y="463552"/>
            <a:ext cx="63500" cy="225425"/>
          </a:xfrm>
          <a:prstGeom prst="rect">
            <a:avLst/>
          </a:prstGeom>
          <a:solidFill>
            <a:srgbClr val="92929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377">
              <a:defRPr/>
            </a:pPr>
            <a:endParaRPr lang="zh-CN" altLang="en-US" kern="0">
              <a:solidFill>
                <a:prstClr val="white"/>
              </a:solidFill>
              <a:ea typeface="造字工房悦黑体验版常规体" pitchFamily="50" charset="-122"/>
            </a:endParaRPr>
          </a:p>
        </p:txBody>
      </p:sp>
      <p:sp>
        <p:nvSpPr>
          <p:cNvPr id="12" name="文本框 14"/>
          <p:cNvSpPr txBox="1">
            <a:spLocks noChangeArrowheads="1"/>
          </p:cNvSpPr>
          <p:nvPr/>
        </p:nvSpPr>
        <p:spPr bwMode="auto">
          <a:xfrm>
            <a:off x="1544640" y="256728"/>
            <a:ext cx="2751137" cy="502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667" b="1" kern="0">
                <a:solidFill>
                  <a:srgbClr val="262626">
                    <a:lumMod val="50000"/>
                    <a:lumOff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造字工房悦黑体验版常规体"/>
              </a:rPr>
              <a:t>8S</a:t>
            </a:r>
            <a:r>
              <a:rPr lang="zh-CN" altLang="en-US" sz="2667" b="1" kern="0">
                <a:solidFill>
                  <a:srgbClr val="262626">
                    <a:lumMod val="50000"/>
                    <a:lumOff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造字工房悦黑体验版常规体"/>
              </a:rPr>
              <a:t>管理</a:t>
            </a:r>
          </a:p>
        </p:txBody>
      </p:sp>
      <p:sp>
        <p:nvSpPr>
          <p:cNvPr id="13" name="矩形 12"/>
          <p:cNvSpPr/>
          <p:nvPr/>
        </p:nvSpPr>
        <p:spPr>
          <a:xfrm>
            <a:off x="0" y="6691424"/>
            <a:ext cx="12192000" cy="166577"/>
          </a:xfrm>
          <a:prstGeom prst="rect">
            <a:avLst/>
          </a:prstGeom>
          <a:solidFill>
            <a:srgbClr val="92929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zh-CN" altLang="en-US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3814917" y="1455173"/>
            <a:ext cx="3936000" cy="3936000"/>
          </a:xfrm>
          <a:prstGeom prst="ellipse">
            <a:avLst/>
          </a:prstGeom>
          <a:noFill/>
          <a:ln w="190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4222917" y="1276903"/>
            <a:ext cx="1104000" cy="1104000"/>
            <a:chOff x="3167188" y="957677"/>
            <a:chExt cx="828000" cy="828000"/>
          </a:xfrm>
        </p:grpSpPr>
        <p:sp>
          <p:nvSpPr>
            <p:cNvPr id="16" name="椭圆 15"/>
            <p:cNvSpPr/>
            <p:nvPr/>
          </p:nvSpPr>
          <p:spPr>
            <a:xfrm>
              <a:off x="3167188" y="957677"/>
              <a:ext cx="828000" cy="828000"/>
            </a:xfrm>
            <a:prstGeom prst="ellipse">
              <a:avLst/>
            </a:prstGeom>
            <a:solidFill>
              <a:srgbClr val="E48D84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3221188" y="1006528"/>
              <a:ext cx="720000" cy="720000"/>
            </a:xfrm>
            <a:prstGeom prst="ellipse">
              <a:avLst/>
            </a:prstGeom>
            <a:solidFill>
              <a:srgbClr val="E48D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6379459" y="1276903"/>
            <a:ext cx="1104000" cy="1104000"/>
            <a:chOff x="3167188" y="957677"/>
            <a:chExt cx="828000" cy="828000"/>
          </a:xfrm>
          <a:solidFill>
            <a:srgbClr val="D24132"/>
          </a:solidFill>
        </p:grpSpPr>
        <p:sp>
          <p:nvSpPr>
            <p:cNvPr id="43" name="椭圆 42"/>
            <p:cNvSpPr/>
            <p:nvPr/>
          </p:nvSpPr>
          <p:spPr>
            <a:xfrm>
              <a:off x="3167188" y="957677"/>
              <a:ext cx="828000" cy="828000"/>
            </a:xfrm>
            <a:prstGeom prst="ellipse">
              <a:avLst/>
            </a:prstGeom>
            <a:solidFill>
              <a:srgbClr val="D24132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3233073" y="1011289"/>
              <a:ext cx="720000" cy="72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3275081" y="2230037"/>
            <a:ext cx="1104000" cy="1104000"/>
            <a:chOff x="3167188" y="957677"/>
            <a:chExt cx="828000" cy="828000"/>
          </a:xfrm>
          <a:solidFill>
            <a:srgbClr val="46658A"/>
          </a:solidFill>
        </p:grpSpPr>
        <p:sp>
          <p:nvSpPr>
            <p:cNvPr id="46" name="椭圆 45"/>
            <p:cNvSpPr/>
            <p:nvPr/>
          </p:nvSpPr>
          <p:spPr>
            <a:xfrm>
              <a:off x="3167188" y="957677"/>
              <a:ext cx="828000" cy="828000"/>
            </a:xfrm>
            <a:prstGeom prst="ellipse">
              <a:avLst/>
            </a:prstGeom>
            <a:solidFill>
              <a:srgbClr val="46658A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221832" y="1011677"/>
              <a:ext cx="720000" cy="72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4228544" y="4540781"/>
            <a:ext cx="1104000" cy="1104000"/>
            <a:chOff x="3167188" y="957677"/>
            <a:chExt cx="828000" cy="828000"/>
          </a:xfrm>
          <a:solidFill>
            <a:srgbClr val="F09C2A"/>
          </a:solidFill>
        </p:grpSpPr>
        <p:sp>
          <p:nvSpPr>
            <p:cNvPr id="52" name="椭圆 51"/>
            <p:cNvSpPr/>
            <p:nvPr/>
          </p:nvSpPr>
          <p:spPr>
            <a:xfrm>
              <a:off x="3167188" y="957677"/>
              <a:ext cx="828000" cy="828000"/>
            </a:xfrm>
            <a:prstGeom prst="ellipse">
              <a:avLst/>
            </a:prstGeom>
            <a:solidFill>
              <a:srgbClr val="F09C2A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3221832" y="1011677"/>
              <a:ext cx="720000" cy="72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7173188" y="2230037"/>
            <a:ext cx="1104000" cy="1104000"/>
            <a:chOff x="3167188" y="957677"/>
            <a:chExt cx="828000" cy="828000"/>
          </a:xfrm>
          <a:solidFill>
            <a:srgbClr val="7A6C94"/>
          </a:solidFill>
        </p:grpSpPr>
        <p:sp>
          <p:nvSpPr>
            <p:cNvPr id="55" name="椭圆 54"/>
            <p:cNvSpPr/>
            <p:nvPr/>
          </p:nvSpPr>
          <p:spPr>
            <a:xfrm>
              <a:off x="3167188" y="957677"/>
              <a:ext cx="828000" cy="828000"/>
            </a:xfrm>
            <a:prstGeom prst="ellipse">
              <a:avLst/>
            </a:prstGeom>
            <a:solidFill>
              <a:srgbClr val="7A6C94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6" name="椭圆 55"/>
            <p:cNvSpPr/>
            <p:nvPr/>
          </p:nvSpPr>
          <p:spPr>
            <a:xfrm>
              <a:off x="3221832" y="1011677"/>
              <a:ext cx="720000" cy="72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7185093" y="3587645"/>
            <a:ext cx="1104000" cy="1104000"/>
            <a:chOff x="3167188" y="957677"/>
            <a:chExt cx="828000" cy="828000"/>
          </a:xfrm>
          <a:solidFill>
            <a:srgbClr val="EBEB25"/>
          </a:solidFill>
        </p:grpSpPr>
        <p:sp>
          <p:nvSpPr>
            <p:cNvPr id="58" name="椭圆 57"/>
            <p:cNvSpPr/>
            <p:nvPr/>
          </p:nvSpPr>
          <p:spPr>
            <a:xfrm>
              <a:off x="3167188" y="957677"/>
              <a:ext cx="828000" cy="828000"/>
            </a:xfrm>
            <a:prstGeom prst="ellipse">
              <a:avLst/>
            </a:prstGeom>
            <a:solidFill>
              <a:srgbClr val="EBEB25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9" name="椭圆 58"/>
            <p:cNvSpPr/>
            <p:nvPr/>
          </p:nvSpPr>
          <p:spPr>
            <a:xfrm>
              <a:off x="3221832" y="1011677"/>
              <a:ext cx="720000" cy="72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6387155" y="4612781"/>
            <a:ext cx="1104000" cy="1104000"/>
            <a:chOff x="3167188" y="957677"/>
            <a:chExt cx="828000" cy="828000"/>
          </a:xfrm>
          <a:solidFill>
            <a:srgbClr val="737373"/>
          </a:solidFill>
        </p:grpSpPr>
        <p:sp>
          <p:nvSpPr>
            <p:cNvPr id="61" name="椭圆 60"/>
            <p:cNvSpPr/>
            <p:nvPr/>
          </p:nvSpPr>
          <p:spPr>
            <a:xfrm>
              <a:off x="3167188" y="957677"/>
              <a:ext cx="828000" cy="828000"/>
            </a:xfrm>
            <a:prstGeom prst="ellipse">
              <a:avLst/>
            </a:prstGeom>
            <a:solidFill>
              <a:srgbClr val="737373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2" name="椭圆 61"/>
            <p:cNvSpPr/>
            <p:nvPr/>
          </p:nvSpPr>
          <p:spPr>
            <a:xfrm>
              <a:off x="3221832" y="1011677"/>
              <a:ext cx="720000" cy="72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105" name="图片 10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975" y="1503404"/>
            <a:ext cx="433884" cy="637267"/>
          </a:xfrm>
          <a:prstGeom prst="rect">
            <a:avLst/>
          </a:prstGeom>
        </p:spPr>
      </p:pic>
      <p:grpSp>
        <p:nvGrpSpPr>
          <p:cNvPr id="48" name="组合 47"/>
          <p:cNvGrpSpPr/>
          <p:nvPr/>
        </p:nvGrpSpPr>
        <p:grpSpPr>
          <a:xfrm>
            <a:off x="3275081" y="3587645"/>
            <a:ext cx="1104000" cy="1104000"/>
            <a:chOff x="3167188" y="957677"/>
            <a:chExt cx="828000" cy="828000"/>
          </a:xfrm>
          <a:solidFill>
            <a:schemeClr val="accent6">
              <a:lumMod val="75000"/>
            </a:schemeClr>
          </a:solidFill>
        </p:grpSpPr>
        <p:sp>
          <p:nvSpPr>
            <p:cNvPr id="49" name="椭圆 48"/>
            <p:cNvSpPr/>
            <p:nvPr/>
          </p:nvSpPr>
          <p:spPr>
            <a:xfrm>
              <a:off x="3167188" y="957677"/>
              <a:ext cx="828000" cy="828000"/>
            </a:xfrm>
            <a:prstGeom prst="ellipse">
              <a:avLst/>
            </a:prstGeom>
            <a:solidFill>
              <a:schemeClr val="accent6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3221832" y="1011677"/>
              <a:ext cx="720000" cy="72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1" name="Freeform 83"/>
          <p:cNvSpPr>
            <a:spLocks noEditPoints="1"/>
          </p:cNvSpPr>
          <p:nvPr/>
        </p:nvSpPr>
        <p:spPr bwMode="auto">
          <a:xfrm>
            <a:off x="4635820" y="4924813"/>
            <a:ext cx="264691" cy="397036"/>
          </a:xfrm>
          <a:custGeom>
            <a:avLst/>
            <a:gdLst/>
            <a:ahLst/>
            <a:cxnLst>
              <a:cxn ang="0">
                <a:pos x="38" y="26"/>
              </a:cxn>
              <a:cxn ang="0">
                <a:pos x="24" y="55"/>
              </a:cxn>
              <a:cxn ang="0">
                <a:pos x="20" y="58"/>
              </a:cxn>
              <a:cxn ang="0">
                <a:pos x="16" y="55"/>
              </a:cxn>
              <a:cxn ang="0">
                <a:pos x="2" y="26"/>
              </a:cxn>
              <a:cxn ang="0">
                <a:pos x="0" y="19"/>
              </a:cxn>
              <a:cxn ang="0">
                <a:pos x="20" y="0"/>
              </a:cxn>
              <a:cxn ang="0">
                <a:pos x="39" y="19"/>
              </a:cxn>
              <a:cxn ang="0">
                <a:pos x="38" y="26"/>
              </a:cxn>
              <a:cxn ang="0">
                <a:pos x="20" y="9"/>
              </a:cxn>
              <a:cxn ang="0">
                <a:pos x="10" y="19"/>
              </a:cxn>
              <a:cxn ang="0">
                <a:pos x="20" y="29"/>
              </a:cxn>
              <a:cxn ang="0">
                <a:pos x="30" y="19"/>
              </a:cxn>
              <a:cxn ang="0">
                <a:pos x="20" y="9"/>
              </a:cxn>
            </a:cxnLst>
            <a:rect l="0" t="0" r="r" b="b"/>
            <a:pathLst>
              <a:path w="39" h="57">
                <a:moveTo>
                  <a:pt x="38" y="26"/>
                </a:moveTo>
                <a:cubicBezTo>
                  <a:pt x="24" y="55"/>
                  <a:pt x="24" y="55"/>
                  <a:pt x="24" y="55"/>
                </a:cubicBezTo>
                <a:cubicBezTo>
                  <a:pt x="23" y="57"/>
                  <a:pt x="22" y="58"/>
                  <a:pt x="20" y="58"/>
                </a:cubicBezTo>
                <a:cubicBezTo>
                  <a:pt x="18" y="58"/>
                  <a:pt x="16" y="57"/>
                  <a:pt x="16" y="55"/>
                </a:cubicBezTo>
                <a:cubicBezTo>
                  <a:pt x="2" y="26"/>
                  <a:pt x="2" y="26"/>
                  <a:pt x="2" y="26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8"/>
                  <a:pt x="9" y="0"/>
                  <a:pt x="20" y="0"/>
                </a:cubicBezTo>
                <a:cubicBezTo>
                  <a:pt x="31" y="0"/>
                  <a:pt x="39" y="8"/>
                  <a:pt x="39" y="19"/>
                </a:cubicBezTo>
                <a:cubicBezTo>
                  <a:pt x="39" y="21"/>
                  <a:pt x="39" y="24"/>
                  <a:pt x="38" y="26"/>
                </a:cubicBezTo>
                <a:close/>
                <a:moveTo>
                  <a:pt x="20" y="9"/>
                </a:moveTo>
                <a:cubicBezTo>
                  <a:pt x="15" y="9"/>
                  <a:pt x="10" y="14"/>
                  <a:pt x="10" y="19"/>
                </a:cubicBezTo>
                <a:cubicBezTo>
                  <a:pt x="10" y="24"/>
                  <a:pt x="15" y="29"/>
                  <a:pt x="20" y="29"/>
                </a:cubicBezTo>
                <a:cubicBezTo>
                  <a:pt x="25" y="29"/>
                  <a:pt x="30" y="24"/>
                  <a:pt x="30" y="19"/>
                </a:cubicBezTo>
                <a:cubicBezTo>
                  <a:pt x="30" y="14"/>
                  <a:pt x="25" y="9"/>
                  <a:pt x="20" y="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>
              <a:defRPr/>
            </a:pPr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122" name="Freeform 137"/>
          <p:cNvSpPr>
            <a:spLocks noEditPoints="1"/>
          </p:cNvSpPr>
          <p:nvPr/>
        </p:nvSpPr>
        <p:spPr bwMode="auto">
          <a:xfrm>
            <a:off x="6680330" y="4992312"/>
            <a:ext cx="439529" cy="450077"/>
          </a:xfrm>
          <a:custGeom>
            <a:avLst/>
            <a:gdLst/>
            <a:ahLst/>
            <a:cxnLst>
              <a:cxn ang="0">
                <a:pos x="46" y="30"/>
              </a:cxn>
              <a:cxn ang="0">
                <a:pos x="39" y="36"/>
              </a:cxn>
              <a:cxn ang="0">
                <a:pos x="39" y="50"/>
              </a:cxn>
              <a:cxn ang="0">
                <a:pos x="38" y="50"/>
              </a:cxn>
              <a:cxn ang="0">
                <a:pos x="24" y="58"/>
              </a:cxn>
              <a:cxn ang="0">
                <a:pos x="24" y="59"/>
              </a:cxn>
              <a:cxn ang="0">
                <a:pos x="23" y="58"/>
              </a:cxn>
              <a:cxn ang="0">
                <a:pos x="21" y="56"/>
              </a:cxn>
              <a:cxn ang="0">
                <a:pos x="21" y="55"/>
              </a:cxn>
              <a:cxn ang="0">
                <a:pos x="24" y="45"/>
              </a:cxn>
              <a:cxn ang="0">
                <a:pos x="14" y="35"/>
              </a:cxn>
              <a:cxn ang="0">
                <a:pos x="4" y="38"/>
              </a:cxn>
              <a:cxn ang="0">
                <a:pos x="3" y="38"/>
              </a:cxn>
              <a:cxn ang="0">
                <a:pos x="3" y="38"/>
              </a:cxn>
              <a:cxn ang="0">
                <a:pos x="0" y="35"/>
              </a:cxn>
              <a:cxn ang="0">
                <a:pos x="0" y="34"/>
              </a:cxn>
              <a:cxn ang="0">
                <a:pos x="8" y="20"/>
              </a:cxn>
              <a:cxn ang="0">
                <a:pos x="9" y="20"/>
              </a:cxn>
              <a:cxn ang="0">
                <a:pos x="23" y="19"/>
              </a:cxn>
              <a:cxn ang="0">
                <a:pos x="29" y="12"/>
              </a:cxn>
              <a:cxn ang="0">
                <a:pos x="57" y="0"/>
              </a:cxn>
              <a:cxn ang="0">
                <a:pos x="58" y="1"/>
              </a:cxn>
              <a:cxn ang="0">
                <a:pos x="46" y="30"/>
              </a:cxn>
              <a:cxn ang="0">
                <a:pos x="47" y="8"/>
              </a:cxn>
              <a:cxn ang="0">
                <a:pos x="43" y="12"/>
              </a:cxn>
              <a:cxn ang="0">
                <a:pos x="47" y="15"/>
              </a:cxn>
              <a:cxn ang="0">
                <a:pos x="50" y="12"/>
              </a:cxn>
              <a:cxn ang="0">
                <a:pos x="47" y="8"/>
              </a:cxn>
            </a:cxnLst>
            <a:rect l="0" t="0" r="r" b="b"/>
            <a:pathLst>
              <a:path w="57" h="59">
                <a:moveTo>
                  <a:pt x="46" y="30"/>
                </a:moveTo>
                <a:cubicBezTo>
                  <a:pt x="44" y="32"/>
                  <a:pt x="42" y="34"/>
                  <a:pt x="39" y="36"/>
                </a:cubicBezTo>
                <a:cubicBezTo>
                  <a:pt x="39" y="50"/>
                  <a:pt x="39" y="50"/>
                  <a:pt x="39" y="50"/>
                </a:cubicBezTo>
                <a:cubicBezTo>
                  <a:pt x="39" y="50"/>
                  <a:pt x="39" y="50"/>
                  <a:pt x="38" y="50"/>
                </a:cubicBezTo>
                <a:cubicBezTo>
                  <a:pt x="24" y="58"/>
                  <a:pt x="24" y="58"/>
                  <a:pt x="24" y="58"/>
                </a:cubicBezTo>
                <a:cubicBezTo>
                  <a:pt x="24" y="59"/>
                  <a:pt x="24" y="59"/>
                  <a:pt x="24" y="59"/>
                </a:cubicBezTo>
                <a:cubicBezTo>
                  <a:pt x="24" y="59"/>
                  <a:pt x="23" y="58"/>
                  <a:pt x="23" y="58"/>
                </a:cubicBezTo>
                <a:cubicBezTo>
                  <a:pt x="21" y="56"/>
                  <a:pt x="21" y="56"/>
                  <a:pt x="21" y="56"/>
                </a:cubicBezTo>
                <a:cubicBezTo>
                  <a:pt x="21" y="56"/>
                  <a:pt x="20" y="55"/>
                  <a:pt x="21" y="55"/>
                </a:cubicBezTo>
                <a:cubicBezTo>
                  <a:pt x="24" y="45"/>
                  <a:pt x="24" y="45"/>
                  <a:pt x="24" y="45"/>
                </a:cubicBezTo>
                <a:cubicBezTo>
                  <a:pt x="14" y="35"/>
                  <a:pt x="14" y="35"/>
                  <a:pt x="14" y="35"/>
                </a:cubicBezTo>
                <a:cubicBezTo>
                  <a:pt x="4" y="38"/>
                  <a:pt x="4" y="38"/>
                  <a:pt x="4" y="38"/>
                </a:cubicBezTo>
                <a:cubicBezTo>
                  <a:pt x="4" y="38"/>
                  <a:pt x="3" y="38"/>
                  <a:pt x="3" y="38"/>
                </a:cubicBezTo>
                <a:cubicBezTo>
                  <a:pt x="3" y="38"/>
                  <a:pt x="3" y="38"/>
                  <a:pt x="3" y="38"/>
                </a:cubicBezTo>
                <a:cubicBezTo>
                  <a:pt x="0" y="35"/>
                  <a:pt x="0" y="35"/>
                  <a:pt x="0" y="35"/>
                </a:cubicBezTo>
                <a:cubicBezTo>
                  <a:pt x="0" y="35"/>
                  <a:pt x="0" y="34"/>
                  <a:pt x="0" y="34"/>
                </a:cubicBezTo>
                <a:cubicBezTo>
                  <a:pt x="8" y="20"/>
                  <a:pt x="8" y="20"/>
                  <a:pt x="8" y="20"/>
                </a:cubicBezTo>
                <a:cubicBezTo>
                  <a:pt x="8" y="20"/>
                  <a:pt x="9" y="20"/>
                  <a:pt x="9" y="20"/>
                </a:cubicBezTo>
                <a:cubicBezTo>
                  <a:pt x="23" y="19"/>
                  <a:pt x="23" y="19"/>
                  <a:pt x="23" y="19"/>
                </a:cubicBezTo>
                <a:cubicBezTo>
                  <a:pt x="25" y="17"/>
                  <a:pt x="27" y="14"/>
                  <a:pt x="29" y="12"/>
                </a:cubicBezTo>
                <a:cubicBezTo>
                  <a:pt x="38" y="3"/>
                  <a:pt x="45" y="0"/>
                  <a:pt x="57" y="0"/>
                </a:cubicBezTo>
                <a:cubicBezTo>
                  <a:pt x="58" y="0"/>
                  <a:pt x="58" y="1"/>
                  <a:pt x="58" y="1"/>
                </a:cubicBezTo>
                <a:cubicBezTo>
                  <a:pt x="58" y="13"/>
                  <a:pt x="55" y="21"/>
                  <a:pt x="46" y="30"/>
                </a:cubicBezTo>
                <a:close/>
                <a:moveTo>
                  <a:pt x="47" y="8"/>
                </a:moveTo>
                <a:cubicBezTo>
                  <a:pt x="45" y="8"/>
                  <a:pt x="43" y="10"/>
                  <a:pt x="43" y="12"/>
                </a:cubicBezTo>
                <a:cubicBezTo>
                  <a:pt x="43" y="14"/>
                  <a:pt x="45" y="15"/>
                  <a:pt x="47" y="15"/>
                </a:cubicBezTo>
                <a:cubicBezTo>
                  <a:pt x="49" y="15"/>
                  <a:pt x="50" y="14"/>
                  <a:pt x="50" y="12"/>
                </a:cubicBezTo>
                <a:cubicBezTo>
                  <a:pt x="50" y="10"/>
                  <a:pt x="49" y="8"/>
                  <a:pt x="47" y="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>
              <a:defRPr/>
            </a:pPr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123" name="Freeform 53"/>
          <p:cNvSpPr/>
          <p:nvPr/>
        </p:nvSpPr>
        <p:spPr bwMode="auto">
          <a:xfrm>
            <a:off x="6690949" y="1623295"/>
            <a:ext cx="467519" cy="346664"/>
          </a:xfrm>
          <a:custGeom>
            <a:avLst/>
            <a:gdLst/>
            <a:ahLst/>
            <a:cxnLst>
              <a:cxn ang="0">
                <a:pos x="55" y="50"/>
              </a:cxn>
              <a:cxn ang="0">
                <a:pos x="16" y="50"/>
              </a:cxn>
              <a:cxn ang="0">
                <a:pos x="0" y="34"/>
              </a:cxn>
              <a:cxn ang="0">
                <a:pos x="9" y="20"/>
              </a:cxn>
              <a:cxn ang="0">
                <a:pos x="9" y="18"/>
              </a:cxn>
              <a:cxn ang="0">
                <a:pos x="27" y="0"/>
              </a:cxn>
              <a:cxn ang="0">
                <a:pos x="44" y="11"/>
              </a:cxn>
              <a:cxn ang="0">
                <a:pos x="50" y="9"/>
              </a:cxn>
              <a:cxn ang="0">
                <a:pos x="59" y="18"/>
              </a:cxn>
              <a:cxn ang="0">
                <a:pos x="58" y="23"/>
              </a:cxn>
              <a:cxn ang="0">
                <a:pos x="68" y="36"/>
              </a:cxn>
              <a:cxn ang="0">
                <a:pos x="55" y="50"/>
              </a:cxn>
            </a:cxnLst>
            <a:rect l="0" t="0" r="r" b="b"/>
            <a:pathLst>
              <a:path w="68" h="50">
                <a:moveTo>
                  <a:pt x="55" y="50"/>
                </a:moveTo>
                <a:cubicBezTo>
                  <a:pt x="16" y="50"/>
                  <a:pt x="16" y="50"/>
                  <a:pt x="16" y="50"/>
                </a:cubicBezTo>
                <a:cubicBezTo>
                  <a:pt x="7" y="50"/>
                  <a:pt x="0" y="43"/>
                  <a:pt x="0" y="34"/>
                </a:cubicBezTo>
                <a:cubicBezTo>
                  <a:pt x="0" y="28"/>
                  <a:pt x="4" y="22"/>
                  <a:pt x="9" y="20"/>
                </a:cubicBezTo>
                <a:cubicBezTo>
                  <a:pt x="9" y="19"/>
                  <a:pt x="9" y="19"/>
                  <a:pt x="9" y="18"/>
                </a:cubicBezTo>
                <a:cubicBezTo>
                  <a:pt x="9" y="8"/>
                  <a:pt x="17" y="0"/>
                  <a:pt x="27" y="0"/>
                </a:cubicBezTo>
                <a:cubicBezTo>
                  <a:pt x="35" y="0"/>
                  <a:pt x="41" y="5"/>
                  <a:pt x="44" y="11"/>
                </a:cubicBezTo>
                <a:cubicBezTo>
                  <a:pt x="46" y="10"/>
                  <a:pt x="48" y="9"/>
                  <a:pt x="50" y="9"/>
                </a:cubicBezTo>
                <a:cubicBezTo>
                  <a:pt x="55" y="9"/>
                  <a:pt x="59" y="13"/>
                  <a:pt x="59" y="18"/>
                </a:cubicBezTo>
                <a:cubicBezTo>
                  <a:pt x="59" y="20"/>
                  <a:pt x="59" y="22"/>
                  <a:pt x="58" y="23"/>
                </a:cubicBezTo>
                <a:cubicBezTo>
                  <a:pt x="64" y="25"/>
                  <a:pt x="68" y="30"/>
                  <a:pt x="68" y="36"/>
                </a:cubicBezTo>
                <a:cubicBezTo>
                  <a:pt x="68" y="44"/>
                  <a:pt x="62" y="50"/>
                  <a:pt x="55" y="5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>
              <a:defRPr/>
            </a:pPr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124" name="Freeform 57"/>
          <p:cNvSpPr>
            <a:spLocks noEditPoints="1"/>
          </p:cNvSpPr>
          <p:nvPr/>
        </p:nvSpPr>
        <p:spPr bwMode="auto">
          <a:xfrm>
            <a:off x="7585636" y="2667757"/>
            <a:ext cx="388203" cy="344152"/>
          </a:xfrm>
          <a:custGeom>
            <a:avLst/>
            <a:gdLst/>
            <a:ahLst/>
            <a:cxnLst>
              <a:cxn ang="0">
                <a:pos x="7" y="9"/>
              </a:cxn>
              <a:cxn ang="0">
                <a:pos x="7" y="57"/>
              </a:cxn>
              <a:cxn ang="0">
                <a:pos x="6" y="58"/>
              </a:cxn>
              <a:cxn ang="0">
                <a:pos x="4" y="58"/>
              </a:cxn>
              <a:cxn ang="0">
                <a:pos x="2" y="57"/>
              </a:cxn>
              <a:cxn ang="0">
                <a:pos x="2" y="9"/>
              </a:cxn>
              <a:cxn ang="0">
                <a:pos x="0" y="4"/>
              </a:cxn>
              <a:cxn ang="0">
                <a:pos x="5" y="0"/>
              </a:cxn>
              <a:cxn ang="0">
                <a:pos x="10" y="4"/>
              </a:cxn>
              <a:cxn ang="0">
                <a:pos x="7" y="9"/>
              </a:cxn>
              <a:cxn ang="0">
                <a:pos x="65" y="36"/>
              </a:cxn>
              <a:cxn ang="0">
                <a:pos x="63" y="38"/>
              </a:cxn>
              <a:cxn ang="0">
                <a:pos x="49" y="43"/>
              </a:cxn>
              <a:cxn ang="0">
                <a:pos x="31" y="37"/>
              </a:cxn>
              <a:cxn ang="0">
                <a:pos x="13" y="43"/>
              </a:cxn>
              <a:cxn ang="0">
                <a:pos x="12" y="43"/>
              </a:cxn>
              <a:cxn ang="0">
                <a:pos x="10" y="41"/>
              </a:cxn>
              <a:cxn ang="0">
                <a:pos x="10" y="13"/>
              </a:cxn>
              <a:cxn ang="0">
                <a:pos x="11" y="11"/>
              </a:cxn>
              <a:cxn ang="0">
                <a:pos x="14" y="9"/>
              </a:cxn>
              <a:cxn ang="0">
                <a:pos x="30" y="4"/>
              </a:cxn>
              <a:cxn ang="0">
                <a:pos x="46" y="9"/>
              </a:cxn>
              <a:cxn ang="0">
                <a:pos x="49" y="10"/>
              </a:cxn>
              <a:cxn ang="0">
                <a:pos x="63" y="4"/>
              </a:cxn>
              <a:cxn ang="0">
                <a:pos x="65" y="7"/>
              </a:cxn>
              <a:cxn ang="0">
                <a:pos x="65" y="36"/>
              </a:cxn>
            </a:cxnLst>
            <a:rect l="0" t="0" r="r" b="b"/>
            <a:pathLst>
              <a:path w="65" h="57">
                <a:moveTo>
                  <a:pt x="7" y="9"/>
                </a:moveTo>
                <a:cubicBezTo>
                  <a:pt x="7" y="57"/>
                  <a:pt x="7" y="57"/>
                  <a:pt x="7" y="57"/>
                </a:cubicBezTo>
                <a:cubicBezTo>
                  <a:pt x="7" y="57"/>
                  <a:pt x="7" y="58"/>
                  <a:pt x="6" y="58"/>
                </a:cubicBezTo>
                <a:cubicBezTo>
                  <a:pt x="4" y="58"/>
                  <a:pt x="4" y="58"/>
                  <a:pt x="4" y="58"/>
                </a:cubicBezTo>
                <a:cubicBezTo>
                  <a:pt x="3" y="58"/>
                  <a:pt x="2" y="57"/>
                  <a:pt x="2" y="57"/>
                </a:cubicBezTo>
                <a:cubicBezTo>
                  <a:pt x="2" y="9"/>
                  <a:pt x="2" y="9"/>
                  <a:pt x="2" y="9"/>
                </a:cubicBezTo>
                <a:cubicBezTo>
                  <a:pt x="1" y="8"/>
                  <a:pt x="0" y="6"/>
                  <a:pt x="0" y="4"/>
                </a:cubicBezTo>
                <a:cubicBezTo>
                  <a:pt x="0" y="2"/>
                  <a:pt x="2" y="0"/>
                  <a:pt x="5" y="0"/>
                </a:cubicBezTo>
                <a:cubicBezTo>
                  <a:pt x="7" y="0"/>
                  <a:pt x="10" y="2"/>
                  <a:pt x="10" y="4"/>
                </a:cubicBezTo>
                <a:cubicBezTo>
                  <a:pt x="10" y="6"/>
                  <a:pt x="9" y="8"/>
                  <a:pt x="7" y="9"/>
                </a:cubicBezTo>
                <a:close/>
                <a:moveTo>
                  <a:pt x="65" y="36"/>
                </a:moveTo>
                <a:cubicBezTo>
                  <a:pt x="65" y="37"/>
                  <a:pt x="65" y="38"/>
                  <a:pt x="63" y="38"/>
                </a:cubicBezTo>
                <a:cubicBezTo>
                  <a:pt x="59" y="41"/>
                  <a:pt x="54" y="43"/>
                  <a:pt x="49" y="43"/>
                </a:cubicBezTo>
                <a:cubicBezTo>
                  <a:pt x="43" y="43"/>
                  <a:pt x="39" y="37"/>
                  <a:pt x="31" y="37"/>
                </a:cubicBezTo>
                <a:cubicBezTo>
                  <a:pt x="25" y="37"/>
                  <a:pt x="19" y="40"/>
                  <a:pt x="13" y="43"/>
                </a:cubicBezTo>
                <a:cubicBezTo>
                  <a:pt x="13" y="43"/>
                  <a:pt x="12" y="43"/>
                  <a:pt x="12" y="43"/>
                </a:cubicBezTo>
                <a:cubicBezTo>
                  <a:pt x="11" y="43"/>
                  <a:pt x="10" y="42"/>
                  <a:pt x="10" y="41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2"/>
                  <a:pt x="10" y="11"/>
                  <a:pt x="11" y="11"/>
                </a:cubicBezTo>
                <a:cubicBezTo>
                  <a:pt x="12" y="10"/>
                  <a:pt x="13" y="9"/>
                  <a:pt x="14" y="9"/>
                </a:cubicBezTo>
                <a:cubicBezTo>
                  <a:pt x="19" y="7"/>
                  <a:pt x="24" y="4"/>
                  <a:pt x="30" y="4"/>
                </a:cubicBezTo>
                <a:cubicBezTo>
                  <a:pt x="36" y="4"/>
                  <a:pt x="40" y="6"/>
                  <a:pt x="46" y="9"/>
                </a:cubicBezTo>
                <a:cubicBezTo>
                  <a:pt x="47" y="9"/>
                  <a:pt x="48" y="10"/>
                  <a:pt x="49" y="10"/>
                </a:cubicBezTo>
                <a:cubicBezTo>
                  <a:pt x="55" y="10"/>
                  <a:pt x="61" y="4"/>
                  <a:pt x="63" y="4"/>
                </a:cubicBezTo>
                <a:cubicBezTo>
                  <a:pt x="64" y="4"/>
                  <a:pt x="65" y="6"/>
                  <a:pt x="65" y="7"/>
                </a:cubicBezTo>
                <a:lnTo>
                  <a:pt x="65" y="3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>
              <a:defRPr/>
            </a:pPr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125" name="Freeform 65"/>
          <p:cNvSpPr>
            <a:spLocks noEditPoints="1"/>
          </p:cNvSpPr>
          <p:nvPr/>
        </p:nvSpPr>
        <p:spPr bwMode="auto">
          <a:xfrm>
            <a:off x="3564410" y="3938912"/>
            <a:ext cx="487417" cy="444155"/>
          </a:xfrm>
          <a:custGeom>
            <a:avLst/>
            <a:gdLst/>
            <a:ahLst/>
            <a:cxnLst>
              <a:cxn ang="0">
                <a:pos x="45" y="41"/>
              </a:cxn>
              <a:cxn ang="0">
                <a:pos x="47" y="50"/>
              </a:cxn>
              <a:cxn ang="0">
                <a:pos x="40" y="56"/>
              </a:cxn>
              <a:cxn ang="0">
                <a:pos x="31" y="60"/>
              </a:cxn>
              <a:cxn ang="0">
                <a:pos x="21" y="60"/>
              </a:cxn>
              <a:cxn ang="0">
                <a:pos x="13" y="56"/>
              </a:cxn>
              <a:cxn ang="0">
                <a:pos x="5" y="50"/>
              </a:cxn>
              <a:cxn ang="0">
                <a:pos x="8" y="41"/>
              </a:cxn>
              <a:cxn ang="0">
                <a:pos x="0" y="32"/>
              </a:cxn>
              <a:cxn ang="0">
                <a:pos x="9" y="26"/>
              </a:cxn>
              <a:cxn ang="0">
                <a:pos x="5" y="20"/>
              </a:cxn>
              <a:cxn ang="0">
                <a:pos x="17" y="18"/>
              </a:cxn>
              <a:cxn ang="0">
                <a:pos x="22" y="10"/>
              </a:cxn>
              <a:cxn ang="0">
                <a:pos x="32" y="17"/>
              </a:cxn>
              <a:cxn ang="0">
                <a:pos x="41" y="14"/>
              </a:cxn>
              <a:cxn ang="0">
                <a:pos x="47" y="22"/>
              </a:cxn>
              <a:cxn ang="0">
                <a:pos x="51" y="30"/>
              </a:cxn>
              <a:cxn ang="0">
                <a:pos x="26" y="25"/>
              </a:cxn>
              <a:cxn ang="0">
                <a:pos x="36" y="35"/>
              </a:cxn>
              <a:cxn ang="0">
                <a:pos x="72" y="19"/>
              </a:cxn>
              <a:cxn ang="0">
                <a:pos x="72" y="27"/>
              </a:cxn>
              <a:cxn ang="0">
                <a:pos x="62" y="25"/>
              </a:cxn>
              <a:cxn ang="0">
                <a:pos x="52" y="27"/>
              </a:cxn>
              <a:cxn ang="0">
                <a:pos x="53" y="19"/>
              </a:cxn>
              <a:cxn ang="0">
                <a:pos x="53" y="11"/>
              </a:cxn>
              <a:cxn ang="0">
                <a:pos x="52" y="3"/>
              </a:cxn>
              <a:cxn ang="0">
                <a:pos x="62" y="4"/>
              </a:cxn>
              <a:cxn ang="0">
                <a:pos x="67" y="0"/>
              </a:cxn>
              <a:cxn ang="0">
                <a:pos x="70" y="9"/>
              </a:cxn>
              <a:cxn ang="0">
                <a:pos x="78" y="18"/>
              </a:cxn>
              <a:cxn ang="0">
                <a:pos x="70" y="62"/>
              </a:cxn>
              <a:cxn ang="0">
                <a:pos x="67" y="71"/>
              </a:cxn>
              <a:cxn ang="0">
                <a:pos x="61" y="66"/>
              </a:cxn>
              <a:cxn ang="0">
                <a:pos x="52" y="68"/>
              </a:cxn>
              <a:cxn ang="0">
                <a:pos x="47" y="59"/>
              </a:cxn>
              <a:cxn ang="0">
                <a:pos x="54" y="50"/>
              </a:cxn>
              <a:cxn ang="0">
                <a:pos x="57" y="41"/>
              </a:cxn>
              <a:cxn ang="0">
                <a:pos x="63" y="46"/>
              </a:cxn>
              <a:cxn ang="0">
                <a:pos x="72" y="44"/>
              </a:cxn>
              <a:cxn ang="0">
                <a:pos x="72" y="52"/>
              </a:cxn>
              <a:cxn ang="0">
                <a:pos x="62" y="10"/>
              </a:cxn>
              <a:cxn ang="0">
                <a:pos x="67" y="15"/>
              </a:cxn>
              <a:cxn ang="0">
                <a:pos x="57" y="56"/>
              </a:cxn>
              <a:cxn ang="0">
                <a:pos x="62" y="51"/>
              </a:cxn>
            </a:cxnLst>
            <a:rect l="0" t="0" r="r" b="b"/>
            <a:pathLst>
              <a:path w="78" h="71">
                <a:moveTo>
                  <a:pt x="52" y="39"/>
                </a:moveTo>
                <a:cubicBezTo>
                  <a:pt x="52" y="40"/>
                  <a:pt x="51" y="40"/>
                  <a:pt x="51" y="40"/>
                </a:cubicBezTo>
                <a:cubicBezTo>
                  <a:pt x="45" y="41"/>
                  <a:pt x="45" y="41"/>
                  <a:pt x="45" y="41"/>
                </a:cubicBezTo>
                <a:cubicBezTo>
                  <a:pt x="44" y="42"/>
                  <a:pt x="44" y="43"/>
                  <a:pt x="43" y="44"/>
                </a:cubicBezTo>
                <a:cubicBezTo>
                  <a:pt x="45" y="46"/>
                  <a:pt x="46" y="47"/>
                  <a:pt x="47" y="49"/>
                </a:cubicBezTo>
                <a:cubicBezTo>
                  <a:pt x="47" y="49"/>
                  <a:pt x="47" y="49"/>
                  <a:pt x="47" y="50"/>
                </a:cubicBezTo>
                <a:cubicBezTo>
                  <a:pt x="47" y="50"/>
                  <a:pt x="47" y="50"/>
                  <a:pt x="47" y="50"/>
                </a:cubicBezTo>
                <a:cubicBezTo>
                  <a:pt x="46" y="52"/>
                  <a:pt x="42" y="56"/>
                  <a:pt x="41" y="56"/>
                </a:cubicBezTo>
                <a:cubicBezTo>
                  <a:pt x="40" y="56"/>
                  <a:pt x="40" y="56"/>
                  <a:pt x="40" y="56"/>
                </a:cubicBezTo>
                <a:cubicBezTo>
                  <a:pt x="35" y="53"/>
                  <a:pt x="35" y="53"/>
                  <a:pt x="35" y="53"/>
                </a:cubicBezTo>
                <a:cubicBezTo>
                  <a:pt x="34" y="53"/>
                  <a:pt x="33" y="53"/>
                  <a:pt x="32" y="54"/>
                </a:cubicBezTo>
                <a:cubicBezTo>
                  <a:pt x="32" y="56"/>
                  <a:pt x="32" y="58"/>
                  <a:pt x="31" y="60"/>
                </a:cubicBezTo>
                <a:cubicBezTo>
                  <a:pt x="31" y="61"/>
                  <a:pt x="30" y="61"/>
                  <a:pt x="30" y="61"/>
                </a:cubicBezTo>
                <a:cubicBezTo>
                  <a:pt x="22" y="61"/>
                  <a:pt x="22" y="61"/>
                  <a:pt x="22" y="61"/>
                </a:cubicBezTo>
                <a:cubicBezTo>
                  <a:pt x="22" y="61"/>
                  <a:pt x="21" y="61"/>
                  <a:pt x="21" y="60"/>
                </a:cubicBezTo>
                <a:cubicBezTo>
                  <a:pt x="20" y="54"/>
                  <a:pt x="20" y="54"/>
                  <a:pt x="20" y="54"/>
                </a:cubicBezTo>
                <a:cubicBezTo>
                  <a:pt x="19" y="54"/>
                  <a:pt x="18" y="53"/>
                  <a:pt x="17" y="53"/>
                </a:cubicBezTo>
                <a:cubicBezTo>
                  <a:pt x="13" y="56"/>
                  <a:pt x="13" y="56"/>
                  <a:pt x="13" y="56"/>
                </a:cubicBezTo>
                <a:cubicBezTo>
                  <a:pt x="12" y="56"/>
                  <a:pt x="12" y="56"/>
                  <a:pt x="12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10" y="55"/>
                  <a:pt x="5" y="51"/>
                  <a:pt x="5" y="50"/>
                </a:cubicBezTo>
                <a:cubicBezTo>
                  <a:pt x="5" y="49"/>
                  <a:pt x="5" y="49"/>
                  <a:pt x="5" y="49"/>
                </a:cubicBezTo>
                <a:cubicBezTo>
                  <a:pt x="7" y="47"/>
                  <a:pt x="8" y="46"/>
                  <a:pt x="9" y="44"/>
                </a:cubicBezTo>
                <a:cubicBezTo>
                  <a:pt x="8" y="43"/>
                  <a:pt x="8" y="42"/>
                  <a:pt x="8" y="41"/>
                </a:cubicBezTo>
                <a:cubicBezTo>
                  <a:pt x="1" y="40"/>
                  <a:pt x="1" y="40"/>
                  <a:pt x="1" y="40"/>
                </a:cubicBezTo>
                <a:cubicBezTo>
                  <a:pt x="1" y="40"/>
                  <a:pt x="0" y="40"/>
                  <a:pt x="0" y="39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31"/>
                  <a:pt x="1" y="30"/>
                  <a:pt x="1" y="30"/>
                </a:cubicBezTo>
                <a:cubicBezTo>
                  <a:pt x="8" y="29"/>
                  <a:pt x="8" y="29"/>
                  <a:pt x="8" y="29"/>
                </a:cubicBezTo>
                <a:cubicBezTo>
                  <a:pt x="8" y="28"/>
                  <a:pt x="8" y="27"/>
                  <a:pt x="9" y="26"/>
                </a:cubicBezTo>
                <a:cubicBezTo>
                  <a:pt x="8" y="25"/>
                  <a:pt x="7" y="23"/>
                  <a:pt x="5" y="22"/>
                </a:cubicBezTo>
                <a:cubicBezTo>
                  <a:pt x="5" y="21"/>
                  <a:pt x="5" y="21"/>
                  <a:pt x="5" y="21"/>
                </a:cubicBezTo>
                <a:cubicBezTo>
                  <a:pt x="5" y="21"/>
                  <a:pt x="5" y="20"/>
                  <a:pt x="5" y="20"/>
                </a:cubicBezTo>
                <a:cubicBezTo>
                  <a:pt x="6" y="19"/>
                  <a:pt x="11" y="14"/>
                  <a:pt x="12" y="14"/>
                </a:cubicBezTo>
                <a:cubicBezTo>
                  <a:pt x="12" y="14"/>
                  <a:pt x="12" y="14"/>
                  <a:pt x="13" y="14"/>
                </a:cubicBezTo>
                <a:cubicBezTo>
                  <a:pt x="17" y="18"/>
                  <a:pt x="17" y="18"/>
                  <a:pt x="17" y="18"/>
                </a:cubicBezTo>
                <a:cubicBezTo>
                  <a:pt x="18" y="18"/>
                  <a:pt x="19" y="17"/>
                  <a:pt x="20" y="17"/>
                </a:cubicBezTo>
                <a:cubicBezTo>
                  <a:pt x="21" y="15"/>
                  <a:pt x="21" y="13"/>
                  <a:pt x="21" y="11"/>
                </a:cubicBezTo>
                <a:cubicBezTo>
                  <a:pt x="21" y="10"/>
                  <a:pt x="22" y="10"/>
                  <a:pt x="22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1" y="10"/>
                  <a:pt x="31" y="11"/>
                </a:cubicBezTo>
                <a:cubicBezTo>
                  <a:pt x="32" y="17"/>
                  <a:pt x="32" y="17"/>
                  <a:pt x="32" y="17"/>
                </a:cubicBezTo>
                <a:cubicBezTo>
                  <a:pt x="33" y="17"/>
                  <a:pt x="34" y="18"/>
                  <a:pt x="35" y="18"/>
                </a:cubicBezTo>
                <a:cubicBezTo>
                  <a:pt x="40" y="14"/>
                  <a:pt x="40" y="14"/>
                  <a:pt x="40" y="14"/>
                </a:cubicBezTo>
                <a:cubicBezTo>
                  <a:pt x="40" y="14"/>
                  <a:pt x="40" y="14"/>
                  <a:pt x="41" y="14"/>
                </a:cubicBezTo>
                <a:cubicBezTo>
                  <a:pt x="41" y="14"/>
                  <a:pt x="41" y="14"/>
                  <a:pt x="41" y="14"/>
                </a:cubicBezTo>
                <a:cubicBezTo>
                  <a:pt x="42" y="15"/>
                  <a:pt x="47" y="20"/>
                  <a:pt x="47" y="21"/>
                </a:cubicBezTo>
                <a:cubicBezTo>
                  <a:pt x="47" y="21"/>
                  <a:pt x="47" y="21"/>
                  <a:pt x="47" y="22"/>
                </a:cubicBezTo>
                <a:cubicBezTo>
                  <a:pt x="46" y="23"/>
                  <a:pt x="45" y="25"/>
                  <a:pt x="43" y="26"/>
                </a:cubicBezTo>
                <a:cubicBezTo>
                  <a:pt x="44" y="27"/>
                  <a:pt x="44" y="28"/>
                  <a:pt x="45" y="30"/>
                </a:cubicBezTo>
                <a:cubicBezTo>
                  <a:pt x="51" y="30"/>
                  <a:pt x="51" y="30"/>
                  <a:pt x="51" y="30"/>
                </a:cubicBezTo>
                <a:cubicBezTo>
                  <a:pt x="51" y="31"/>
                  <a:pt x="52" y="31"/>
                  <a:pt x="52" y="32"/>
                </a:cubicBezTo>
                <a:lnTo>
                  <a:pt x="52" y="39"/>
                </a:lnTo>
                <a:close/>
                <a:moveTo>
                  <a:pt x="26" y="25"/>
                </a:moveTo>
                <a:cubicBezTo>
                  <a:pt x="21" y="25"/>
                  <a:pt x="16" y="30"/>
                  <a:pt x="16" y="35"/>
                </a:cubicBezTo>
                <a:cubicBezTo>
                  <a:pt x="16" y="41"/>
                  <a:pt x="21" y="46"/>
                  <a:pt x="26" y="46"/>
                </a:cubicBezTo>
                <a:cubicBezTo>
                  <a:pt x="32" y="46"/>
                  <a:pt x="36" y="41"/>
                  <a:pt x="36" y="35"/>
                </a:cubicBezTo>
                <a:cubicBezTo>
                  <a:pt x="36" y="30"/>
                  <a:pt x="32" y="25"/>
                  <a:pt x="26" y="25"/>
                </a:cubicBezTo>
                <a:close/>
                <a:moveTo>
                  <a:pt x="78" y="18"/>
                </a:moveTo>
                <a:cubicBezTo>
                  <a:pt x="78" y="18"/>
                  <a:pt x="72" y="19"/>
                  <a:pt x="72" y="19"/>
                </a:cubicBezTo>
                <a:cubicBezTo>
                  <a:pt x="71" y="20"/>
                  <a:pt x="71" y="20"/>
                  <a:pt x="70" y="21"/>
                </a:cubicBezTo>
                <a:cubicBezTo>
                  <a:pt x="71" y="22"/>
                  <a:pt x="72" y="26"/>
                  <a:pt x="72" y="26"/>
                </a:cubicBezTo>
                <a:cubicBezTo>
                  <a:pt x="72" y="27"/>
                  <a:pt x="72" y="27"/>
                  <a:pt x="72" y="27"/>
                </a:cubicBezTo>
                <a:cubicBezTo>
                  <a:pt x="72" y="27"/>
                  <a:pt x="68" y="30"/>
                  <a:pt x="67" y="30"/>
                </a:cubicBezTo>
                <a:cubicBezTo>
                  <a:pt x="67" y="30"/>
                  <a:pt x="64" y="26"/>
                  <a:pt x="63" y="25"/>
                </a:cubicBezTo>
                <a:cubicBezTo>
                  <a:pt x="63" y="25"/>
                  <a:pt x="63" y="25"/>
                  <a:pt x="62" y="25"/>
                </a:cubicBezTo>
                <a:cubicBezTo>
                  <a:pt x="62" y="25"/>
                  <a:pt x="61" y="25"/>
                  <a:pt x="61" y="25"/>
                </a:cubicBezTo>
                <a:cubicBezTo>
                  <a:pt x="61" y="26"/>
                  <a:pt x="58" y="30"/>
                  <a:pt x="57" y="30"/>
                </a:cubicBezTo>
                <a:cubicBezTo>
                  <a:pt x="57" y="30"/>
                  <a:pt x="53" y="27"/>
                  <a:pt x="52" y="27"/>
                </a:cubicBezTo>
                <a:cubicBezTo>
                  <a:pt x="52" y="27"/>
                  <a:pt x="52" y="27"/>
                  <a:pt x="52" y="26"/>
                </a:cubicBezTo>
                <a:cubicBezTo>
                  <a:pt x="52" y="26"/>
                  <a:pt x="54" y="22"/>
                  <a:pt x="54" y="21"/>
                </a:cubicBezTo>
                <a:cubicBezTo>
                  <a:pt x="53" y="20"/>
                  <a:pt x="53" y="20"/>
                  <a:pt x="53" y="19"/>
                </a:cubicBezTo>
                <a:cubicBezTo>
                  <a:pt x="52" y="19"/>
                  <a:pt x="47" y="18"/>
                  <a:pt x="47" y="18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52" y="11"/>
                  <a:pt x="53" y="11"/>
                </a:cubicBezTo>
                <a:cubicBezTo>
                  <a:pt x="53" y="10"/>
                  <a:pt x="53" y="9"/>
                  <a:pt x="54" y="9"/>
                </a:cubicBezTo>
                <a:cubicBezTo>
                  <a:pt x="54" y="8"/>
                  <a:pt x="52" y="4"/>
                  <a:pt x="52" y="3"/>
                </a:cubicBezTo>
                <a:cubicBezTo>
                  <a:pt x="52" y="3"/>
                  <a:pt x="52" y="3"/>
                  <a:pt x="52" y="3"/>
                </a:cubicBezTo>
                <a:cubicBezTo>
                  <a:pt x="53" y="3"/>
                  <a:pt x="57" y="0"/>
                  <a:pt x="57" y="0"/>
                </a:cubicBezTo>
                <a:cubicBezTo>
                  <a:pt x="58" y="0"/>
                  <a:pt x="61" y="4"/>
                  <a:pt x="61" y="5"/>
                </a:cubicBezTo>
                <a:cubicBezTo>
                  <a:pt x="61" y="4"/>
                  <a:pt x="62" y="4"/>
                  <a:pt x="62" y="4"/>
                </a:cubicBezTo>
                <a:cubicBezTo>
                  <a:pt x="63" y="4"/>
                  <a:pt x="63" y="4"/>
                  <a:pt x="63" y="5"/>
                </a:cubicBezTo>
                <a:cubicBezTo>
                  <a:pt x="64" y="3"/>
                  <a:pt x="66" y="1"/>
                  <a:pt x="67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8" y="0"/>
                  <a:pt x="72" y="2"/>
                  <a:pt x="72" y="3"/>
                </a:cubicBezTo>
                <a:cubicBezTo>
                  <a:pt x="72" y="3"/>
                  <a:pt x="72" y="3"/>
                  <a:pt x="72" y="3"/>
                </a:cubicBezTo>
                <a:cubicBezTo>
                  <a:pt x="72" y="4"/>
                  <a:pt x="71" y="8"/>
                  <a:pt x="70" y="9"/>
                </a:cubicBezTo>
                <a:cubicBezTo>
                  <a:pt x="71" y="9"/>
                  <a:pt x="71" y="10"/>
                  <a:pt x="72" y="11"/>
                </a:cubicBezTo>
                <a:cubicBezTo>
                  <a:pt x="72" y="11"/>
                  <a:pt x="78" y="11"/>
                  <a:pt x="78" y="12"/>
                </a:cubicBezTo>
                <a:lnTo>
                  <a:pt x="78" y="18"/>
                </a:lnTo>
                <a:close/>
                <a:moveTo>
                  <a:pt x="78" y="59"/>
                </a:moveTo>
                <a:cubicBezTo>
                  <a:pt x="78" y="59"/>
                  <a:pt x="72" y="60"/>
                  <a:pt x="72" y="60"/>
                </a:cubicBezTo>
                <a:cubicBezTo>
                  <a:pt x="71" y="61"/>
                  <a:pt x="71" y="61"/>
                  <a:pt x="70" y="62"/>
                </a:cubicBezTo>
                <a:cubicBezTo>
                  <a:pt x="71" y="63"/>
                  <a:pt x="72" y="67"/>
                  <a:pt x="72" y="68"/>
                </a:cubicBezTo>
                <a:cubicBezTo>
                  <a:pt x="72" y="68"/>
                  <a:pt x="72" y="68"/>
                  <a:pt x="72" y="68"/>
                </a:cubicBezTo>
                <a:cubicBezTo>
                  <a:pt x="72" y="68"/>
                  <a:pt x="68" y="71"/>
                  <a:pt x="67" y="71"/>
                </a:cubicBezTo>
                <a:cubicBezTo>
                  <a:pt x="67" y="71"/>
                  <a:pt x="64" y="67"/>
                  <a:pt x="63" y="66"/>
                </a:cubicBezTo>
                <a:cubicBezTo>
                  <a:pt x="63" y="66"/>
                  <a:pt x="63" y="66"/>
                  <a:pt x="62" y="66"/>
                </a:cubicBezTo>
                <a:cubicBezTo>
                  <a:pt x="62" y="66"/>
                  <a:pt x="61" y="66"/>
                  <a:pt x="61" y="66"/>
                </a:cubicBezTo>
                <a:cubicBezTo>
                  <a:pt x="61" y="67"/>
                  <a:pt x="58" y="71"/>
                  <a:pt x="57" y="71"/>
                </a:cubicBezTo>
                <a:cubicBezTo>
                  <a:pt x="57" y="71"/>
                  <a:pt x="53" y="68"/>
                  <a:pt x="52" y="68"/>
                </a:cubicBezTo>
                <a:cubicBezTo>
                  <a:pt x="52" y="68"/>
                  <a:pt x="52" y="68"/>
                  <a:pt x="52" y="68"/>
                </a:cubicBezTo>
                <a:cubicBezTo>
                  <a:pt x="52" y="67"/>
                  <a:pt x="54" y="63"/>
                  <a:pt x="54" y="62"/>
                </a:cubicBezTo>
                <a:cubicBezTo>
                  <a:pt x="53" y="61"/>
                  <a:pt x="53" y="61"/>
                  <a:pt x="53" y="60"/>
                </a:cubicBezTo>
                <a:cubicBezTo>
                  <a:pt x="52" y="60"/>
                  <a:pt x="47" y="59"/>
                  <a:pt x="47" y="59"/>
                </a:cubicBezTo>
                <a:cubicBezTo>
                  <a:pt x="47" y="53"/>
                  <a:pt x="47" y="53"/>
                  <a:pt x="47" y="53"/>
                </a:cubicBezTo>
                <a:cubicBezTo>
                  <a:pt x="47" y="52"/>
                  <a:pt x="52" y="52"/>
                  <a:pt x="53" y="52"/>
                </a:cubicBezTo>
                <a:cubicBezTo>
                  <a:pt x="53" y="51"/>
                  <a:pt x="53" y="50"/>
                  <a:pt x="54" y="50"/>
                </a:cubicBezTo>
                <a:cubicBezTo>
                  <a:pt x="54" y="49"/>
                  <a:pt x="52" y="45"/>
                  <a:pt x="52" y="44"/>
                </a:cubicBezTo>
                <a:cubicBezTo>
                  <a:pt x="52" y="44"/>
                  <a:pt x="52" y="44"/>
                  <a:pt x="52" y="44"/>
                </a:cubicBezTo>
                <a:cubicBezTo>
                  <a:pt x="53" y="44"/>
                  <a:pt x="57" y="41"/>
                  <a:pt x="57" y="41"/>
                </a:cubicBezTo>
                <a:cubicBezTo>
                  <a:pt x="58" y="41"/>
                  <a:pt x="61" y="45"/>
                  <a:pt x="61" y="46"/>
                </a:cubicBezTo>
                <a:cubicBezTo>
                  <a:pt x="61" y="46"/>
                  <a:pt x="62" y="46"/>
                  <a:pt x="62" y="46"/>
                </a:cubicBezTo>
                <a:cubicBezTo>
                  <a:pt x="63" y="46"/>
                  <a:pt x="63" y="46"/>
                  <a:pt x="63" y="46"/>
                </a:cubicBezTo>
                <a:cubicBezTo>
                  <a:pt x="64" y="44"/>
                  <a:pt x="66" y="43"/>
                  <a:pt x="67" y="41"/>
                </a:cubicBezTo>
                <a:cubicBezTo>
                  <a:pt x="67" y="41"/>
                  <a:pt x="67" y="41"/>
                  <a:pt x="67" y="41"/>
                </a:cubicBezTo>
                <a:cubicBezTo>
                  <a:pt x="68" y="41"/>
                  <a:pt x="72" y="44"/>
                  <a:pt x="72" y="44"/>
                </a:cubicBezTo>
                <a:cubicBezTo>
                  <a:pt x="72" y="44"/>
                  <a:pt x="72" y="44"/>
                  <a:pt x="72" y="44"/>
                </a:cubicBezTo>
                <a:cubicBezTo>
                  <a:pt x="72" y="45"/>
                  <a:pt x="71" y="49"/>
                  <a:pt x="70" y="50"/>
                </a:cubicBezTo>
                <a:cubicBezTo>
                  <a:pt x="71" y="50"/>
                  <a:pt x="71" y="51"/>
                  <a:pt x="72" y="52"/>
                </a:cubicBezTo>
                <a:cubicBezTo>
                  <a:pt x="72" y="52"/>
                  <a:pt x="78" y="52"/>
                  <a:pt x="78" y="53"/>
                </a:cubicBezTo>
                <a:lnTo>
                  <a:pt x="78" y="59"/>
                </a:lnTo>
                <a:close/>
                <a:moveTo>
                  <a:pt x="62" y="10"/>
                </a:moveTo>
                <a:cubicBezTo>
                  <a:pt x="59" y="10"/>
                  <a:pt x="57" y="12"/>
                  <a:pt x="57" y="15"/>
                </a:cubicBezTo>
                <a:cubicBezTo>
                  <a:pt x="57" y="18"/>
                  <a:pt x="59" y="20"/>
                  <a:pt x="62" y="20"/>
                </a:cubicBezTo>
                <a:cubicBezTo>
                  <a:pt x="65" y="20"/>
                  <a:pt x="67" y="18"/>
                  <a:pt x="67" y="15"/>
                </a:cubicBezTo>
                <a:cubicBezTo>
                  <a:pt x="67" y="12"/>
                  <a:pt x="65" y="10"/>
                  <a:pt x="62" y="10"/>
                </a:cubicBezTo>
                <a:close/>
                <a:moveTo>
                  <a:pt x="62" y="51"/>
                </a:moveTo>
                <a:cubicBezTo>
                  <a:pt x="59" y="51"/>
                  <a:pt x="57" y="53"/>
                  <a:pt x="57" y="56"/>
                </a:cubicBezTo>
                <a:cubicBezTo>
                  <a:pt x="57" y="59"/>
                  <a:pt x="59" y="61"/>
                  <a:pt x="62" y="61"/>
                </a:cubicBezTo>
                <a:cubicBezTo>
                  <a:pt x="65" y="61"/>
                  <a:pt x="67" y="59"/>
                  <a:pt x="67" y="56"/>
                </a:cubicBezTo>
                <a:cubicBezTo>
                  <a:pt x="67" y="53"/>
                  <a:pt x="65" y="51"/>
                  <a:pt x="62" y="51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>
              <a:defRPr/>
            </a:pPr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126" name="Freeform 152"/>
          <p:cNvSpPr>
            <a:spLocks noEditPoints="1"/>
          </p:cNvSpPr>
          <p:nvPr/>
        </p:nvSpPr>
        <p:spPr bwMode="auto">
          <a:xfrm>
            <a:off x="7442200" y="3894706"/>
            <a:ext cx="576285" cy="532567"/>
          </a:xfrm>
          <a:custGeom>
            <a:avLst/>
            <a:gdLst/>
            <a:ahLst/>
            <a:cxnLst>
              <a:cxn ang="0">
                <a:pos x="67" y="20"/>
              </a:cxn>
              <a:cxn ang="0">
                <a:pos x="46" y="36"/>
              </a:cxn>
              <a:cxn ang="0">
                <a:pos x="42" y="40"/>
              </a:cxn>
              <a:cxn ang="0">
                <a:pos x="39" y="47"/>
              </a:cxn>
              <a:cxn ang="0">
                <a:pos x="44" y="52"/>
              </a:cxn>
              <a:cxn ang="0">
                <a:pos x="52" y="58"/>
              </a:cxn>
              <a:cxn ang="0">
                <a:pos x="52" y="61"/>
              </a:cxn>
              <a:cxn ang="0">
                <a:pos x="51" y="62"/>
              </a:cxn>
              <a:cxn ang="0">
                <a:pos x="17" y="62"/>
              </a:cxn>
              <a:cxn ang="0">
                <a:pos x="16" y="61"/>
              </a:cxn>
              <a:cxn ang="0">
                <a:pos x="16" y="58"/>
              </a:cxn>
              <a:cxn ang="0">
                <a:pos x="24" y="52"/>
              </a:cxn>
              <a:cxn ang="0">
                <a:pos x="29" y="47"/>
              </a:cxn>
              <a:cxn ang="0">
                <a:pos x="26" y="40"/>
              </a:cxn>
              <a:cxn ang="0">
                <a:pos x="22" y="36"/>
              </a:cxn>
              <a:cxn ang="0">
                <a:pos x="0" y="20"/>
              </a:cxn>
              <a:cxn ang="0">
                <a:pos x="0" y="15"/>
              </a:cxn>
              <a:cxn ang="0">
                <a:pos x="4" y="11"/>
              </a:cxn>
              <a:cxn ang="0">
                <a:pos x="16" y="11"/>
              </a:cxn>
              <a:cxn ang="0">
                <a:pos x="16" y="7"/>
              </a:cxn>
              <a:cxn ang="0">
                <a:pos x="22" y="0"/>
              </a:cxn>
              <a:cxn ang="0">
                <a:pos x="45" y="0"/>
              </a:cxn>
              <a:cxn ang="0">
                <a:pos x="52" y="7"/>
              </a:cxn>
              <a:cxn ang="0">
                <a:pos x="52" y="11"/>
              </a:cxn>
              <a:cxn ang="0">
                <a:pos x="63" y="11"/>
              </a:cxn>
              <a:cxn ang="0">
                <a:pos x="67" y="15"/>
              </a:cxn>
              <a:cxn ang="0">
                <a:pos x="67" y="20"/>
              </a:cxn>
              <a:cxn ang="0">
                <a:pos x="16" y="16"/>
              </a:cxn>
              <a:cxn ang="0">
                <a:pos x="6" y="16"/>
              </a:cxn>
              <a:cxn ang="0">
                <a:pos x="6" y="20"/>
              </a:cxn>
              <a:cxn ang="0">
                <a:pos x="19" y="31"/>
              </a:cxn>
              <a:cxn ang="0">
                <a:pos x="16" y="16"/>
              </a:cxn>
              <a:cxn ang="0">
                <a:pos x="62" y="16"/>
              </a:cxn>
              <a:cxn ang="0">
                <a:pos x="52" y="16"/>
              </a:cxn>
              <a:cxn ang="0">
                <a:pos x="49" y="31"/>
              </a:cxn>
              <a:cxn ang="0">
                <a:pos x="62" y="20"/>
              </a:cxn>
              <a:cxn ang="0">
                <a:pos x="62" y="16"/>
              </a:cxn>
            </a:cxnLst>
            <a:rect l="0" t="0" r="r" b="b"/>
            <a:pathLst>
              <a:path w="67" h="62">
                <a:moveTo>
                  <a:pt x="67" y="20"/>
                </a:moveTo>
                <a:cubicBezTo>
                  <a:pt x="67" y="27"/>
                  <a:pt x="58" y="36"/>
                  <a:pt x="46" y="36"/>
                </a:cubicBezTo>
                <a:cubicBezTo>
                  <a:pt x="44" y="38"/>
                  <a:pt x="42" y="40"/>
                  <a:pt x="42" y="40"/>
                </a:cubicBezTo>
                <a:cubicBezTo>
                  <a:pt x="40" y="42"/>
                  <a:pt x="39" y="44"/>
                  <a:pt x="39" y="47"/>
                </a:cubicBezTo>
                <a:cubicBezTo>
                  <a:pt x="39" y="49"/>
                  <a:pt x="40" y="52"/>
                  <a:pt x="44" y="52"/>
                </a:cubicBezTo>
                <a:cubicBezTo>
                  <a:pt x="48" y="52"/>
                  <a:pt x="52" y="54"/>
                  <a:pt x="52" y="58"/>
                </a:cubicBezTo>
                <a:cubicBezTo>
                  <a:pt x="52" y="61"/>
                  <a:pt x="52" y="61"/>
                  <a:pt x="52" y="61"/>
                </a:cubicBezTo>
                <a:cubicBezTo>
                  <a:pt x="52" y="62"/>
                  <a:pt x="51" y="62"/>
                  <a:pt x="51" y="62"/>
                </a:cubicBezTo>
                <a:cubicBezTo>
                  <a:pt x="17" y="62"/>
                  <a:pt x="17" y="62"/>
                  <a:pt x="17" y="62"/>
                </a:cubicBezTo>
                <a:cubicBezTo>
                  <a:pt x="16" y="62"/>
                  <a:pt x="16" y="62"/>
                  <a:pt x="16" y="61"/>
                </a:cubicBezTo>
                <a:cubicBezTo>
                  <a:pt x="16" y="58"/>
                  <a:pt x="16" y="58"/>
                  <a:pt x="16" y="58"/>
                </a:cubicBezTo>
                <a:cubicBezTo>
                  <a:pt x="16" y="54"/>
                  <a:pt x="20" y="52"/>
                  <a:pt x="24" y="52"/>
                </a:cubicBezTo>
                <a:cubicBezTo>
                  <a:pt x="27" y="52"/>
                  <a:pt x="29" y="49"/>
                  <a:pt x="29" y="47"/>
                </a:cubicBezTo>
                <a:cubicBezTo>
                  <a:pt x="29" y="44"/>
                  <a:pt x="28" y="42"/>
                  <a:pt x="26" y="40"/>
                </a:cubicBezTo>
                <a:cubicBezTo>
                  <a:pt x="25" y="40"/>
                  <a:pt x="24" y="38"/>
                  <a:pt x="22" y="36"/>
                </a:cubicBezTo>
                <a:cubicBezTo>
                  <a:pt x="10" y="36"/>
                  <a:pt x="0" y="27"/>
                  <a:pt x="0" y="20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2"/>
                  <a:pt x="2" y="11"/>
                  <a:pt x="4" y="11"/>
                </a:cubicBezTo>
                <a:cubicBezTo>
                  <a:pt x="16" y="11"/>
                  <a:pt x="16" y="11"/>
                  <a:pt x="16" y="11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3"/>
                  <a:pt x="19" y="0"/>
                  <a:pt x="22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9" y="0"/>
                  <a:pt x="52" y="3"/>
                  <a:pt x="52" y="7"/>
                </a:cubicBezTo>
                <a:cubicBezTo>
                  <a:pt x="52" y="11"/>
                  <a:pt x="52" y="11"/>
                  <a:pt x="52" y="11"/>
                </a:cubicBezTo>
                <a:cubicBezTo>
                  <a:pt x="63" y="11"/>
                  <a:pt x="63" y="11"/>
                  <a:pt x="63" y="11"/>
                </a:cubicBezTo>
                <a:cubicBezTo>
                  <a:pt x="66" y="11"/>
                  <a:pt x="67" y="12"/>
                  <a:pt x="67" y="15"/>
                </a:cubicBezTo>
                <a:lnTo>
                  <a:pt x="67" y="20"/>
                </a:lnTo>
                <a:close/>
                <a:moveTo>
                  <a:pt x="16" y="16"/>
                </a:moveTo>
                <a:cubicBezTo>
                  <a:pt x="6" y="16"/>
                  <a:pt x="6" y="16"/>
                  <a:pt x="6" y="16"/>
                </a:cubicBezTo>
                <a:cubicBezTo>
                  <a:pt x="6" y="20"/>
                  <a:pt x="6" y="20"/>
                  <a:pt x="6" y="20"/>
                </a:cubicBezTo>
                <a:cubicBezTo>
                  <a:pt x="6" y="24"/>
                  <a:pt x="11" y="29"/>
                  <a:pt x="19" y="31"/>
                </a:cubicBezTo>
                <a:cubicBezTo>
                  <a:pt x="17" y="27"/>
                  <a:pt x="16" y="22"/>
                  <a:pt x="16" y="16"/>
                </a:cubicBezTo>
                <a:close/>
                <a:moveTo>
                  <a:pt x="62" y="16"/>
                </a:moveTo>
                <a:cubicBezTo>
                  <a:pt x="52" y="16"/>
                  <a:pt x="52" y="16"/>
                  <a:pt x="52" y="16"/>
                </a:cubicBezTo>
                <a:cubicBezTo>
                  <a:pt x="52" y="22"/>
                  <a:pt x="51" y="27"/>
                  <a:pt x="49" y="31"/>
                </a:cubicBezTo>
                <a:cubicBezTo>
                  <a:pt x="57" y="29"/>
                  <a:pt x="62" y="24"/>
                  <a:pt x="62" y="20"/>
                </a:cubicBezTo>
                <a:lnTo>
                  <a:pt x="62" y="1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219170"/>
            <a:endParaRPr lang="en-US" sz="2400" kern="0">
              <a:solidFill>
                <a:sysClr val="windowText" lastClr="000000"/>
              </a:solidFill>
            </a:endParaRPr>
          </a:p>
        </p:txBody>
      </p:sp>
      <p:sp>
        <p:nvSpPr>
          <p:cNvPr id="127" name="Freeform 107"/>
          <p:cNvSpPr>
            <a:spLocks noEditPoints="1"/>
          </p:cNvSpPr>
          <p:nvPr/>
        </p:nvSpPr>
        <p:spPr bwMode="auto">
          <a:xfrm>
            <a:off x="3617974" y="2571903"/>
            <a:ext cx="433853" cy="440007"/>
          </a:xfrm>
          <a:custGeom>
            <a:avLst/>
            <a:gdLst/>
            <a:ahLst/>
            <a:cxnLst>
              <a:cxn ang="0">
                <a:pos x="64" y="14"/>
              </a:cxn>
              <a:cxn ang="0">
                <a:pos x="12" y="65"/>
              </a:cxn>
              <a:cxn ang="0">
                <a:pos x="10" y="66"/>
              </a:cxn>
              <a:cxn ang="0">
                <a:pos x="8" y="65"/>
              </a:cxn>
              <a:cxn ang="0">
                <a:pos x="0" y="57"/>
              </a:cxn>
              <a:cxn ang="0">
                <a:pos x="0" y="56"/>
              </a:cxn>
              <a:cxn ang="0">
                <a:pos x="0" y="54"/>
              </a:cxn>
              <a:cxn ang="0">
                <a:pos x="52" y="2"/>
              </a:cxn>
              <a:cxn ang="0">
                <a:pos x="54" y="1"/>
              </a:cxn>
              <a:cxn ang="0">
                <a:pos x="56" y="2"/>
              </a:cxn>
              <a:cxn ang="0">
                <a:pos x="64" y="10"/>
              </a:cxn>
              <a:cxn ang="0">
                <a:pos x="64" y="12"/>
              </a:cxn>
              <a:cxn ang="0">
                <a:pos x="64" y="14"/>
              </a:cxn>
              <a:cxn ang="0">
                <a:pos x="14" y="5"/>
              </a:cxn>
              <a:cxn ang="0">
                <a:pos x="10" y="7"/>
              </a:cxn>
              <a:cxn ang="0">
                <a:pos x="9" y="11"/>
              </a:cxn>
              <a:cxn ang="0">
                <a:pos x="8" y="7"/>
              </a:cxn>
              <a:cxn ang="0">
                <a:pos x="4" y="5"/>
              </a:cxn>
              <a:cxn ang="0">
                <a:pos x="8" y="4"/>
              </a:cxn>
              <a:cxn ang="0">
                <a:pos x="9" y="0"/>
              </a:cxn>
              <a:cxn ang="0">
                <a:pos x="10" y="4"/>
              </a:cxn>
              <a:cxn ang="0">
                <a:pos x="14" y="5"/>
              </a:cxn>
              <a:cxn ang="0">
                <a:pos x="32" y="13"/>
              </a:cxn>
              <a:cxn ang="0">
                <a:pos x="24" y="16"/>
              </a:cxn>
              <a:cxn ang="0">
                <a:pos x="22" y="23"/>
              </a:cxn>
              <a:cxn ang="0">
                <a:pos x="19" y="16"/>
              </a:cxn>
              <a:cxn ang="0">
                <a:pos x="11" y="13"/>
              </a:cxn>
              <a:cxn ang="0">
                <a:pos x="19" y="11"/>
              </a:cxn>
              <a:cxn ang="0">
                <a:pos x="22" y="3"/>
              </a:cxn>
              <a:cxn ang="0">
                <a:pos x="24" y="11"/>
              </a:cxn>
              <a:cxn ang="0">
                <a:pos x="32" y="13"/>
              </a:cxn>
              <a:cxn ang="0">
                <a:pos x="40" y="5"/>
              </a:cxn>
              <a:cxn ang="0">
                <a:pos x="36" y="7"/>
              </a:cxn>
              <a:cxn ang="0">
                <a:pos x="34" y="11"/>
              </a:cxn>
              <a:cxn ang="0">
                <a:pos x="33" y="7"/>
              </a:cxn>
              <a:cxn ang="0">
                <a:pos x="29" y="5"/>
              </a:cxn>
              <a:cxn ang="0">
                <a:pos x="33" y="4"/>
              </a:cxn>
              <a:cxn ang="0">
                <a:pos x="34" y="0"/>
              </a:cxn>
              <a:cxn ang="0">
                <a:pos x="36" y="4"/>
              </a:cxn>
              <a:cxn ang="0">
                <a:pos x="40" y="5"/>
              </a:cxn>
              <a:cxn ang="0">
                <a:pos x="58" y="12"/>
              </a:cxn>
              <a:cxn ang="0">
                <a:pos x="54" y="8"/>
              </a:cxn>
              <a:cxn ang="0">
                <a:pos x="42" y="19"/>
              </a:cxn>
              <a:cxn ang="0">
                <a:pos x="46" y="24"/>
              </a:cxn>
              <a:cxn ang="0">
                <a:pos x="58" y="12"/>
              </a:cxn>
              <a:cxn ang="0">
                <a:pos x="65" y="31"/>
              </a:cxn>
              <a:cxn ang="0">
                <a:pos x="61" y="32"/>
              </a:cxn>
              <a:cxn ang="0">
                <a:pos x="60" y="36"/>
              </a:cxn>
              <a:cxn ang="0">
                <a:pos x="59" y="32"/>
              </a:cxn>
              <a:cxn ang="0">
                <a:pos x="55" y="31"/>
              </a:cxn>
              <a:cxn ang="0">
                <a:pos x="59" y="30"/>
              </a:cxn>
              <a:cxn ang="0">
                <a:pos x="60" y="26"/>
              </a:cxn>
              <a:cxn ang="0">
                <a:pos x="61" y="30"/>
              </a:cxn>
              <a:cxn ang="0">
                <a:pos x="65" y="31"/>
              </a:cxn>
            </a:cxnLst>
            <a:rect l="0" t="0" r="r" b="b"/>
            <a:pathLst>
              <a:path w="65" h="66">
                <a:moveTo>
                  <a:pt x="64" y="14"/>
                </a:moveTo>
                <a:cubicBezTo>
                  <a:pt x="12" y="65"/>
                  <a:pt x="12" y="65"/>
                  <a:pt x="12" y="65"/>
                </a:cubicBezTo>
                <a:cubicBezTo>
                  <a:pt x="11" y="66"/>
                  <a:pt x="11" y="66"/>
                  <a:pt x="10" y="66"/>
                </a:cubicBezTo>
                <a:cubicBezTo>
                  <a:pt x="9" y="66"/>
                  <a:pt x="9" y="66"/>
                  <a:pt x="8" y="65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55"/>
                  <a:pt x="0" y="54"/>
                  <a:pt x="0" y="54"/>
                </a:cubicBezTo>
                <a:cubicBezTo>
                  <a:pt x="52" y="2"/>
                  <a:pt x="52" y="2"/>
                  <a:pt x="52" y="2"/>
                </a:cubicBezTo>
                <a:cubicBezTo>
                  <a:pt x="52" y="2"/>
                  <a:pt x="53" y="1"/>
                  <a:pt x="54" y="1"/>
                </a:cubicBezTo>
                <a:cubicBezTo>
                  <a:pt x="54" y="1"/>
                  <a:pt x="55" y="2"/>
                  <a:pt x="56" y="2"/>
                </a:cubicBezTo>
                <a:cubicBezTo>
                  <a:pt x="64" y="10"/>
                  <a:pt x="64" y="10"/>
                  <a:pt x="64" y="10"/>
                </a:cubicBezTo>
                <a:cubicBezTo>
                  <a:pt x="64" y="11"/>
                  <a:pt x="64" y="11"/>
                  <a:pt x="64" y="12"/>
                </a:cubicBezTo>
                <a:cubicBezTo>
                  <a:pt x="64" y="13"/>
                  <a:pt x="64" y="13"/>
                  <a:pt x="64" y="14"/>
                </a:cubicBezTo>
                <a:close/>
                <a:moveTo>
                  <a:pt x="14" y="5"/>
                </a:moveTo>
                <a:cubicBezTo>
                  <a:pt x="10" y="7"/>
                  <a:pt x="10" y="7"/>
                  <a:pt x="10" y="7"/>
                </a:cubicBezTo>
                <a:cubicBezTo>
                  <a:pt x="9" y="11"/>
                  <a:pt x="9" y="11"/>
                  <a:pt x="9" y="11"/>
                </a:cubicBezTo>
                <a:cubicBezTo>
                  <a:pt x="8" y="7"/>
                  <a:pt x="8" y="7"/>
                  <a:pt x="8" y="7"/>
                </a:cubicBezTo>
                <a:cubicBezTo>
                  <a:pt x="4" y="5"/>
                  <a:pt x="4" y="5"/>
                  <a:pt x="4" y="5"/>
                </a:cubicBezTo>
                <a:cubicBezTo>
                  <a:pt x="8" y="4"/>
                  <a:pt x="8" y="4"/>
                  <a:pt x="8" y="4"/>
                </a:cubicBezTo>
                <a:cubicBezTo>
                  <a:pt x="9" y="0"/>
                  <a:pt x="9" y="0"/>
                  <a:pt x="9" y="0"/>
                </a:cubicBezTo>
                <a:cubicBezTo>
                  <a:pt x="10" y="4"/>
                  <a:pt x="10" y="4"/>
                  <a:pt x="10" y="4"/>
                </a:cubicBezTo>
                <a:lnTo>
                  <a:pt x="14" y="5"/>
                </a:lnTo>
                <a:close/>
                <a:moveTo>
                  <a:pt x="32" y="13"/>
                </a:moveTo>
                <a:cubicBezTo>
                  <a:pt x="24" y="16"/>
                  <a:pt x="24" y="16"/>
                  <a:pt x="24" y="16"/>
                </a:cubicBezTo>
                <a:cubicBezTo>
                  <a:pt x="22" y="23"/>
                  <a:pt x="22" y="23"/>
                  <a:pt x="22" y="23"/>
                </a:cubicBezTo>
                <a:cubicBezTo>
                  <a:pt x="19" y="16"/>
                  <a:pt x="19" y="16"/>
                  <a:pt x="19" y="16"/>
                </a:cubicBezTo>
                <a:cubicBezTo>
                  <a:pt x="11" y="13"/>
                  <a:pt x="11" y="13"/>
                  <a:pt x="11" y="13"/>
                </a:cubicBezTo>
                <a:cubicBezTo>
                  <a:pt x="19" y="11"/>
                  <a:pt x="19" y="11"/>
                  <a:pt x="19" y="11"/>
                </a:cubicBezTo>
                <a:cubicBezTo>
                  <a:pt x="22" y="3"/>
                  <a:pt x="22" y="3"/>
                  <a:pt x="22" y="3"/>
                </a:cubicBezTo>
                <a:cubicBezTo>
                  <a:pt x="24" y="11"/>
                  <a:pt x="24" y="11"/>
                  <a:pt x="24" y="11"/>
                </a:cubicBezTo>
                <a:lnTo>
                  <a:pt x="32" y="13"/>
                </a:lnTo>
                <a:close/>
                <a:moveTo>
                  <a:pt x="40" y="5"/>
                </a:moveTo>
                <a:cubicBezTo>
                  <a:pt x="36" y="7"/>
                  <a:pt x="36" y="7"/>
                  <a:pt x="36" y="7"/>
                </a:cubicBezTo>
                <a:cubicBezTo>
                  <a:pt x="34" y="11"/>
                  <a:pt x="34" y="11"/>
                  <a:pt x="34" y="11"/>
                </a:cubicBezTo>
                <a:cubicBezTo>
                  <a:pt x="33" y="7"/>
                  <a:pt x="33" y="7"/>
                  <a:pt x="33" y="7"/>
                </a:cubicBezTo>
                <a:cubicBezTo>
                  <a:pt x="29" y="5"/>
                  <a:pt x="29" y="5"/>
                  <a:pt x="29" y="5"/>
                </a:cubicBezTo>
                <a:cubicBezTo>
                  <a:pt x="33" y="4"/>
                  <a:pt x="33" y="4"/>
                  <a:pt x="33" y="4"/>
                </a:cubicBezTo>
                <a:cubicBezTo>
                  <a:pt x="34" y="0"/>
                  <a:pt x="34" y="0"/>
                  <a:pt x="34" y="0"/>
                </a:cubicBezTo>
                <a:cubicBezTo>
                  <a:pt x="36" y="4"/>
                  <a:pt x="36" y="4"/>
                  <a:pt x="36" y="4"/>
                </a:cubicBezTo>
                <a:lnTo>
                  <a:pt x="40" y="5"/>
                </a:lnTo>
                <a:close/>
                <a:moveTo>
                  <a:pt x="58" y="12"/>
                </a:moveTo>
                <a:cubicBezTo>
                  <a:pt x="54" y="8"/>
                  <a:pt x="54" y="8"/>
                  <a:pt x="54" y="8"/>
                </a:cubicBezTo>
                <a:cubicBezTo>
                  <a:pt x="42" y="19"/>
                  <a:pt x="42" y="19"/>
                  <a:pt x="42" y="19"/>
                </a:cubicBezTo>
                <a:cubicBezTo>
                  <a:pt x="46" y="24"/>
                  <a:pt x="46" y="24"/>
                  <a:pt x="46" y="24"/>
                </a:cubicBezTo>
                <a:lnTo>
                  <a:pt x="58" y="12"/>
                </a:lnTo>
                <a:close/>
                <a:moveTo>
                  <a:pt x="65" y="31"/>
                </a:moveTo>
                <a:cubicBezTo>
                  <a:pt x="61" y="32"/>
                  <a:pt x="61" y="32"/>
                  <a:pt x="61" y="32"/>
                </a:cubicBezTo>
                <a:cubicBezTo>
                  <a:pt x="60" y="36"/>
                  <a:pt x="60" y="36"/>
                  <a:pt x="60" y="36"/>
                </a:cubicBezTo>
                <a:cubicBezTo>
                  <a:pt x="59" y="32"/>
                  <a:pt x="59" y="32"/>
                  <a:pt x="59" y="32"/>
                </a:cubicBezTo>
                <a:cubicBezTo>
                  <a:pt x="55" y="31"/>
                  <a:pt x="55" y="31"/>
                  <a:pt x="55" y="31"/>
                </a:cubicBezTo>
                <a:cubicBezTo>
                  <a:pt x="59" y="30"/>
                  <a:pt x="59" y="30"/>
                  <a:pt x="59" y="30"/>
                </a:cubicBezTo>
                <a:cubicBezTo>
                  <a:pt x="60" y="26"/>
                  <a:pt x="60" y="26"/>
                  <a:pt x="60" y="26"/>
                </a:cubicBezTo>
                <a:cubicBezTo>
                  <a:pt x="61" y="30"/>
                  <a:pt x="61" y="30"/>
                  <a:pt x="61" y="30"/>
                </a:cubicBezTo>
                <a:lnTo>
                  <a:pt x="65" y="3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219170"/>
            <a:endParaRPr lang="en-US" sz="2400" kern="0">
              <a:solidFill>
                <a:sysClr val="windowText" lastClr="000000"/>
              </a:solidFill>
            </a:endParaRPr>
          </a:p>
        </p:txBody>
      </p:sp>
      <p:sp>
        <p:nvSpPr>
          <p:cNvPr id="131" name="Rectangle 190"/>
          <p:cNvSpPr/>
          <p:nvPr/>
        </p:nvSpPr>
        <p:spPr>
          <a:xfrm>
            <a:off x="1634801" y="1320619"/>
            <a:ext cx="2354628" cy="4104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 defTabSz="1375467">
              <a:defRPr/>
            </a:pPr>
            <a:r>
              <a:rPr lang="zh-CN" altLang="en-US" sz="2667" b="1">
                <a:solidFill>
                  <a:srgbClr val="E48D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整顿</a:t>
            </a:r>
            <a:endParaRPr lang="en-US" sz="2667" b="1">
              <a:solidFill>
                <a:srgbClr val="E48D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TextBox 189"/>
          <p:cNvSpPr txBox="1"/>
          <p:nvPr/>
        </p:nvSpPr>
        <p:spPr>
          <a:xfrm>
            <a:off x="976964" y="1774940"/>
            <a:ext cx="3034928" cy="328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219170">
              <a:spcBef>
                <a:spcPct val="20000"/>
              </a:spcBef>
              <a:defRPr/>
            </a:pPr>
            <a:r>
              <a:rPr lang="en-US" sz="2133">
                <a:solidFill>
                  <a:srgbClr val="262626">
                    <a:lumMod val="65000"/>
                    <a:lumOff val="35000"/>
                  </a:srgbClr>
                </a:solidFill>
                <a:latin typeface="Arial"/>
              </a:rPr>
              <a:t>SEITON</a:t>
            </a:r>
          </a:p>
        </p:txBody>
      </p:sp>
      <p:grpSp>
        <p:nvGrpSpPr>
          <p:cNvPr id="175" name="Group 57"/>
          <p:cNvGrpSpPr/>
          <p:nvPr/>
        </p:nvGrpSpPr>
        <p:grpSpPr>
          <a:xfrm>
            <a:off x="1053849" y="5012771"/>
            <a:ext cx="2996119" cy="741441"/>
            <a:chOff x="-235991" y="3423260"/>
            <a:chExt cx="2247089" cy="556081"/>
          </a:xfrm>
        </p:grpSpPr>
        <p:sp>
          <p:nvSpPr>
            <p:cNvPr id="176" name="TextBox 183"/>
            <p:cNvSpPr txBox="1"/>
            <p:nvPr/>
          </p:nvSpPr>
          <p:spPr>
            <a:xfrm>
              <a:off x="-235991" y="3733168"/>
              <a:ext cx="2247089" cy="2461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defTabSz="1219170">
                <a:spcBef>
                  <a:spcPct val="20000"/>
                </a:spcBef>
                <a:defRPr/>
              </a:pPr>
              <a:r>
                <a:rPr lang="en-US" sz="2133" kern="0">
                  <a:solidFill>
                    <a:srgbClr val="262626">
                      <a:lumMod val="65000"/>
                      <a:lumOff val="35000"/>
                    </a:srgbClr>
                  </a:solidFill>
                  <a:latin typeface="Arial"/>
                </a:rPr>
                <a:t>SAVE</a:t>
              </a:r>
            </a:p>
          </p:txBody>
        </p:sp>
        <p:sp>
          <p:nvSpPr>
            <p:cNvPr id="177" name="Rectangle 184"/>
            <p:cNvSpPr/>
            <p:nvPr/>
          </p:nvSpPr>
          <p:spPr>
            <a:xfrm>
              <a:off x="1447430" y="3423260"/>
              <a:ext cx="512159" cy="307825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r" defTabSz="1375467">
                <a:defRPr/>
              </a:pPr>
              <a:r>
                <a:rPr lang="zh-CN" altLang="en-US" sz="2667" b="1" kern="0">
                  <a:solidFill>
                    <a:srgbClr val="F09C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节约</a:t>
              </a:r>
              <a:endParaRPr lang="en-US" sz="2667" b="1" kern="0">
                <a:solidFill>
                  <a:srgbClr val="F09C2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8" name="Group 58"/>
          <p:cNvGrpSpPr/>
          <p:nvPr/>
        </p:nvGrpSpPr>
        <p:grpSpPr>
          <a:xfrm>
            <a:off x="7737094" y="1320618"/>
            <a:ext cx="3034927" cy="750381"/>
            <a:chOff x="7174424" y="1352592"/>
            <a:chExt cx="2276195" cy="562786"/>
          </a:xfrm>
        </p:grpSpPr>
        <p:sp>
          <p:nvSpPr>
            <p:cNvPr id="179" name="TextBox 186"/>
            <p:cNvSpPr txBox="1"/>
            <p:nvPr/>
          </p:nvSpPr>
          <p:spPr>
            <a:xfrm>
              <a:off x="7174424" y="1669205"/>
              <a:ext cx="2276195" cy="2461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219170">
                <a:spcBef>
                  <a:spcPct val="20000"/>
                </a:spcBef>
                <a:defRPr/>
              </a:pPr>
              <a:r>
                <a:rPr lang="en-US" sz="2133" kern="0">
                  <a:solidFill>
                    <a:srgbClr val="262626">
                      <a:lumMod val="65000"/>
                      <a:lumOff val="35000"/>
                    </a:srgbClr>
                  </a:solidFill>
                  <a:latin typeface="Arial"/>
                  <a:ea typeface="微软雅黑" panose="020B0503020204020204" pitchFamily="34" charset="-122"/>
                </a:rPr>
                <a:t>SEIRI</a:t>
              </a:r>
            </a:p>
          </p:txBody>
        </p:sp>
        <p:sp>
          <p:nvSpPr>
            <p:cNvPr id="180" name="Rectangle 187"/>
            <p:cNvSpPr/>
            <p:nvPr/>
          </p:nvSpPr>
          <p:spPr>
            <a:xfrm>
              <a:off x="7174424" y="1352592"/>
              <a:ext cx="512159" cy="307825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defTabSz="1375467">
                <a:defRPr/>
              </a:pPr>
              <a:r>
                <a:rPr lang="zh-CN" altLang="en-US" sz="2667" b="1" kern="0">
                  <a:solidFill>
                    <a:srgbClr val="D241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整理</a:t>
              </a:r>
              <a:endParaRPr lang="en-US" sz="2667" b="1" kern="0">
                <a:solidFill>
                  <a:srgbClr val="D2413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1" name="Group 58"/>
          <p:cNvGrpSpPr/>
          <p:nvPr/>
        </p:nvGrpSpPr>
        <p:grpSpPr>
          <a:xfrm>
            <a:off x="8544647" y="2395745"/>
            <a:ext cx="3049116" cy="751758"/>
            <a:chOff x="7174424" y="1352592"/>
            <a:chExt cx="2286837" cy="563819"/>
          </a:xfrm>
        </p:grpSpPr>
        <p:sp>
          <p:nvSpPr>
            <p:cNvPr id="182" name="TextBox 195"/>
            <p:cNvSpPr txBox="1"/>
            <p:nvPr/>
          </p:nvSpPr>
          <p:spPr>
            <a:xfrm>
              <a:off x="7185066" y="1670238"/>
              <a:ext cx="2276195" cy="2461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219170">
                <a:spcBef>
                  <a:spcPct val="20000"/>
                </a:spcBef>
                <a:defRPr/>
              </a:pPr>
              <a:r>
                <a:rPr lang="en-US" sz="2133" kern="0">
                  <a:solidFill>
                    <a:srgbClr val="262626">
                      <a:lumMod val="65000"/>
                      <a:lumOff val="35000"/>
                    </a:srgbClr>
                  </a:solidFill>
                  <a:latin typeface="Arial"/>
                </a:rPr>
                <a:t>SEIKETSU</a:t>
              </a:r>
            </a:p>
          </p:txBody>
        </p:sp>
        <p:sp>
          <p:nvSpPr>
            <p:cNvPr id="183" name="Rectangle 196"/>
            <p:cNvSpPr/>
            <p:nvPr/>
          </p:nvSpPr>
          <p:spPr>
            <a:xfrm>
              <a:off x="7174424" y="1352592"/>
              <a:ext cx="512159" cy="307825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defTabSz="1375467">
                <a:defRPr/>
              </a:pPr>
              <a:r>
                <a:rPr lang="zh-CN" altLang="en-US" sz="2667" b="1" kern="0">
                  <a:solidFill>
                    <a:srgbClr val="5642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清洁</a:t>
              </a:r>
              <a:endParaRPr lang="en-US" sz="2667" b="1" kern="0">
                <a:solidFill>
                  <a:srgbClr val="5642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4" name="Group 56"/>
          <p:cNvGrpSpPr/>
          <p:nvPr/>
        </p:nvGrpSpPr>
        <p:grpSpPr>
          <a:xfrm>
            <a:off x="46162" y="2482176"/>
            <a:ext cx="3060693" cy="748769"/>
            <a:chOff x="-315835" y="1363501"/>
            <a:chExt cx="2295520" cy="561577"/>
          </a:xfrm>
        </p:grpSpPr>
        <p:sp>
          <p:nvSpPr>
            <p:cNvPr id="185" name="TextBox 189"/>
            <p:cNvSpPr txBox="1"/>
            <p:nvPr/>
          </p:nvSpPr>
          <p:spPr>
            <a:xfrm>
              <a:off x="-315835" y="1678905"/>
              <a:ext cx="2276196" cy="2461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defTabSz="1219170">
                <a:spcBef>
                  <a:spcPct val="20000"/>
                </a:spcBef>
                <a:defRPr/>
              </a:pPr>
              <a:r>
                <a:rPr lang="en-US" sz="2133" kern="0">
                  <a:solidFill>
                    <a:srgbClr val="262626">
                      <a:lumMod val="65000"/>
                      <a:lumOff val="35000"/>
                    </a:srgbClr>
                  </a:solidFill>
                  <a:latin typeface="Arial"/>
                </a:rPr>
                <a:t>SEISO</a:t>
              </a:r>
            </a:p>
          </p:txBody>
        </p:sp>
        <p:sp>
          <p:nvSpPr>
            <p:cNvPr id="186" name="Rectangle 190"/>
            <p:cNvSpPr/>
            <p:nvPr/>
          </p:nvSpPr>
          <p:spPr>
            <a:xfrm>
              <a:off x="1467526" y="1363501"/>
              <a:ext cx="512159" cy="307825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r" defTabSz="1375467">
                <a:defRPr/>
              </a:pPr>
              <a:r>
                <a:rPr lang="zh-CN" altLang="en-US" sz="2667" b="1" kern="0">
                  <a:solidFill>
                    <a:srgbClr val="3777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清扫</a:t>
              </a:r>
              <a:endParaRPr lang="en-US" sz="2667" b="1" kern="0">
                <a:solidFill>
                  <a:srgbClr val="37779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7" name="Group 58"/>
          <p:cNvGrpSpPr/>
          <p:nvPr/>
        </p:nvGrpSpPr>
        <p:grpSpPr>
          <a:xfrm>
            <a:off x="8544647" y="3785076"/>
            <a:ext cx="3049116" cy="751758"/>
            <a:chOff x="7174424" y="1352592"/>
            <a:chExt cx="2286837" cy="563819"/>
          </a:xfrm>
        </p:grpSpPr>
        <p:sp>
          <p:nvSpPr>
            <p:cNvPr id="188" name="TextBox 195"/>
            <p:cNvSpPr txBox="1"/>
            <p:nvPr/>
          </p:nvSpPr>
          <p:spPr>
            <a:xfrm>
              <a:off x="7185066" y="1670238"/>
              <a:ext cx="2276195" cy="2461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219170">
                <a:spcBef>
                  <a:spcPct val="20000"/>
                </a:spcBef>
                <a:defRPr/>
              </a:pPr>
              <a:r>
                <a:rPr lang="en-US" sz="2133" kern="0">
                  <a:solidFill>
                    <a:srgbClr val="262626">
                      <a:lumMod val="65000"/>
                      <a:lumOff val="35000"/>
                    </a:srgbClr>
                  </a:solidFill>
                  <a:latin typeface="Arial"/>
                </a:rPr>
                <a:t>SAFETY</a:t>
              </a:r>
            </a:p>
          </p:txBody>
        </p:sp>
        <p:sp>
          <p:nvSpPr>
            <p:cNvPr id="189" name="Rectangle 196"/>
            <p:cNvSpPr/>
            <p:nvPr/>
          </p:nvSpPr>
          <p:spPr>
            <a:xfrm>
              <a:off x="7174424" y="1352592"/>
              <a:ext cx="512159" cy="307825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defTabSz="1375467">
                <a:defRPr/>
              </a:pPr>
              <a:r>
                <a:rPr lang="zh-CN" altLang="en-US" sz="2667" b="1" kern="0">
                  <a:solidFill>
                    <a:srgbClr val="E6DD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安全</a:t>
              </a:r>
              <a:endParaRPr lang="en-US" sz="2667" b="1" kern="0">
                <a:solidFill>
                  <a:srgbClr val="E6DD3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0" name="Group 57"/>
          <p:cNvGrpSpPr/>
          <p:nvPr/>
        </p:nvGrpSpPr>
        <p:grpSpPr>
          <a:xfrm>
            <a:off x="46162" y="3822040"/>
            <a:ext cx="2996119" cy="741441"/>
            <a:chOff x="-235991" y="3423260"/>
            <a:chExt cx="2247089" cy="556081"/>
          </a:xfrm>
        </p:grpSpPr>
        <p:sp>
          <p:nvSpPr>
            <p:cNvPr id="191" name="TextBox 183"/>
            <p:cNvSpPr txBox="1"/>
            <p:nvPr/>
          </p:nvSpPr>
          <p:spPr>
            <a:xfrm>
              <a:off x="-235991" y="3733168"/>
              <a:ext cx="2247089" cy="2461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defTabSz="1219170">
                <a:spcBef>
                  <a:spcPct val="20000"/>
                </a:spcBef>
                <a:defRPr/>
              </a:pPr>
              <a:r>
                <a:rPr lang="en-US" sz="2133" kern="0">
                  <a:solidFill>
                    <a:srgbClr val="262626">
                      <a:lumMod val="65000"/>
                      <a:lumOff val="35000"/>
                    </a:srgbClr>
                  </a:solidFill>
                  <a:latin typeface="Arial"/>
                </a:rPr>
                <a:t>SHITSUKE</a:t>
              </a:r>
            </a:p>
          </p:txBody>
        </p:sp>
        <p:sp>
          <p:nvSpPr>
            <p:cNvPr id="192" name="Rectangle 184"/>
            <p:cNvSpPr/>
            <p:nvPr/>
          </p:nvSpPr>
          <p:spPr>
            <a:xfrm>
              <a:off x="1447430" y="3423260"/>
              <a:ext cx="512159" cy="307825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r" defTabSz="1375467">
                <a:defRPr/>
              </a:pPr>
              <a:r>
                <a:rPr lang="zh-CN" altLang="en-US" sz="2667" b="1" kern="0">
                  <a:solidFill>
                    <a:srgbClr val="54823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素养</a:t>
              </a:r>
              <a:endParaRPr lang="en-US" sz="2667" b="1" kern="0">
                <a:solidFill>
                  <a:srgbClr val="54823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3" name="Group 58"/>
          <p:cNvGrpSpPr/>
          <p:nvPr/>
        </p:nvGrpSpPr>
        <p:grpSpPr>
          <a:xfrm>
            <a:off x="7711471" y="5000859"/>
            <a:ext cx="3049116" cy="751758"/>
            <a:chOff x="7174424" y="1352592"/>
            <a:chExt cx="2286837" cy="563819"/>
          </a:xfrm>
        </p:grpSpPr>
        <p:sp>
          <p:nvSpPr>
            <p:cNvPr id="194" name="TextBox 195"/>
            <p:cNvSpPr txBox="1"/>
            <p:nvPr/>
          </p:nvSpPr>
          <p:spPr>
            <a:xfrm>
              <a:off x="7185066" y="1670238"/>
              <a:ext cx="2276195" cy="2461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219170">
                <a:spcBef>
                  <a:spcPct val="20000"/>
                </a:spcBef>
                <a:defRPr/>
              </a:pPr>
              <a:r>
                <a:rPr lang="en-US" sz="2133" kern="0">
                  <a:solidFill>
                    <a:srgbClr val="262626">
                      <a:lumMod val="65000"/>
                      <a:lumOff val="35000"/>
                    </a:srgbClr>
                  </a:solidFill>
                  <a:latin typeface="Arial"/>
                </a:rPr>
                <a:t>STUDY</a:t>
              </a:r>
            </a:p>
          </p:txBody>
        </p:sp>
        <p:sp>
          <p:nvSpPr>
            <p:cNvPr id="195" name="Rectangle 196"/>
            <p:cNvSpPr/>
            <p:nvPr/>
          </p:nvSpPr>
          <p:spPr>
            <a:xfrm>
              <a:off x="7174424" y="1352592"/>
              <a:ext cx="512159" cy="307825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defTabSz="1375467">
                <a:defRPr/>
              </a:pPr>
              <a:r>
                <a:rPr lang="zh-CN" altLang="en-US" sz="2667" b="1" kern="0">
                  <a:solidFill>
                    <a:srgbClr val="68686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学习</a:t>
              </a:r>
              <a:endParaRPr lang="en-US" sz="2667" b="1" kern="0">
                <a:solidFill>
                  <a:srgbClr val="68686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62439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空心弧 40"/>
          <p:cNvSpPr/>
          <p:nvPr/>
        </p:nvSpPr>
        <p:spPr>
          <a:xfrm rot="16200000">
            <a:off x="3700373" y="1124509"/>
            <a:ext cx="4800000" cy="4800000"/>
          </a:xfrm>
          <a:prstGeom prst="blockArc">
            <a:avLst>
              <a:gd name="adj1" fmla="val 16183228"/>
              <a:gd name="adj2" fmla="val 217356"/>
              <a:gd name="adj3" fmla="val 19076"/>
            </a:avLst>
          </a:prstGeom>
          <a:solidFill>
            <a:srgbClr val="66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kern="0">
              <a:solidFill>
                <a:schemeClr val="tx1"/>
              </a:solidFill>
            </a:endParaRPr>
          </a:p>
        </p:txBody>
      </p:sp>
      <p:sp>
        <p:nvSpPr>
          <p:cNvPr id="42" name="等腰三角形 41"/>
          <p:cNvSpPr/>
          <p:nvPr/>
        </p:nvSpPr>
        <p:spPr>
          <a:xfrm rot="16200000" flipV="1">
            <a:off x="5647168" y="1200887"/>
            <a:ext cx="1680000" cy="720000"/>
          </a:xfrm>
          <a:prstGeom prst="triangle">
            <a:avLst/>
          </a:prstGeom>
          <a:solidFill>
            <a:srgbClr val="66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</a:endParaRPr>
          </a:p>
        </p:txBody>
      </p:sp>
      <p:sp>
        <p:nvSpPr>
          <p:cNvPr id="17" name="文本框 14"/>
          <p:cNvSpPr txBox="1">
            <a:spLocks noChangeArrowheads="1"/>
          </p:cNvSpPr>
          <p:nvPr/>
        </p:nvSpPr>
        <p:spPr bwMode="auto">
          <a:xfrm>
            <a:off x="1544640" y="256728"/>
            <a:ext cx="2751137" cy="502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667" b="1" kern="0">
                <a:solidFill>
                  <a:srgbClr val="262626">
                    <a:lumMod val="50000"/>
                    <a:lumOff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造字工房悦黑体验版常规体"/>
              </a:rPr>
              <a:t>体验学习圈</a:t>
            </a:r>
          </a:p>
        </p:txBody>
      </p:sp>
      <p:sp>
        <p:nvSpPr>
          <p:cNvPr id="18" name="矩形 17"/>
          <p:cNvSpPr/>
          <p:nvPr/>
        </p:nvSpPr>
        <p:spPr>
          <a:xfrm>
            <a:off x="0" y="6691424"/>
            <a:ext cx="12192000" cy="166577"/>
          </a:xfrm>
          <a:prstGeom prst="rect">
            <a:avLst/>
          </a:prstGeom>
          <a:solidFill>
            <a:srgbClr val="92929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zh-CN" altLang="en-US" kern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3885358" y="1124511"/>
            <a:ext cx="5203623" cy="4800000"/>
            <a:chOff x="2069960" y="1144839"/>
            <a:chExt cx="3902717" cy="3600000"/>
          </a:xfrm>
          <a:solidFill>
            <a:srgbClr val="FFCC00"/>
          </a:solidFill>
        </p:grpSpPr>
        <p:sp>
          <p:nvSpPr>
            <p:cNvPr id="20" name="空心弧 19"/>
            <p:cNvSpPr/>
            <p:nvPr/>
          </p:nvSpPr>
          <p:spPr>
            <a:xfrm>
              <a:off x="2069960" y="1144839"/>
              <a:ext cx="3600000" cy="3600000"/>
            </a:xfrm>
            <a:prstGeom prst="blockArc">
              <a:avLst>
                <a:gd name="adj1" fmla="val 16183228"/>
                <a:gd name="adj2" fmla="val 217356"/>
                <a:gd name="adj3" fmla="val 1907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chemeClr val="tx1"/>
                </a:solidFill>
              </a:endParaRPr>
            </a:p>
          </p:txBody>
        </p:sp>
        <p:sp>
          <p:nvSpPr>
            <p:cNvPr id="33" name="等腰三角形 32"/>
            <p:cNvSpPr/>
            <p:nvPr/>
          </p:nvSpPr>
          <p:spPr>
            <a:xfrm flipV="1">
              <a:off x="4712677" y="2964935"/>
              <a:ext cx="1260000" cy="540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 rot="10800000">
            <a:off x="3296753" y="1183917"/>
            <a:ext cx="5203623" cy="4800000"/>
            <a:chOff x="2069960" y="1144839"/>
            <a:chExt cx="3902717" cy="3600000"/>
          </a:xfrm>
          <a:solidFill>
            <a:srgbClr val="5B9BD5"/>
          </a:solidFill>
        </p:grpSpPr>
        <p:sp>
          <p:nvSpPr>
            <p:cNvPr id="38" name="空心弧 37"/>
            <p:cNvSpPr/>
            <p:nvPr/>
          </p:nvSpPr>
          <p:spPr>
            <a:xfrm>
              <a:off x="2069960" y="1144839"/>
              <a:ext cx="3600000" cy="3600000"/>
            </a:xfrm>
            <a:prstGeom prst="blockArc">
              <a:avLst>
                <a:gd name="adj1" fmla="val 16183228"/>
                <a:gd name="adj2" fmla="val 217356"/>
                <a:gd name="adj3" fmla="val 1907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chemeClr val="tx1"/>
                </a:solidFill>
              </a:endParaRPr>
            </a:p>
          </p:txBody>
        </p:sp>
        <p:sp>
          <p:nvSpPr>
            <p:cNvPr id="39" name="等腰三角形 38"/>
            <p:cNvSpPr/>
            <p:nvPr/>
          </p:nvSpPr>
          <p:spPr>
            <a:xfrm flipV="1">
              <a:off x="4712677" y="2964935"/>
              <a:ext cx="1260000" cy="540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 rot="5400000">
            <a:off x="3683547" y="1385728"/>
            <a:ext cx="5203623" cy="4800000"/>
            <a:chOff x="2069960" y="1144839"/>
            <a:chExt cx="3902717" cy="3600000"/>
          </a:xfrm>
          <a:solidFill>
            <a:srgbClr val="D0341A"/>
          </a:solidFill>
        </p:grpSpPr>
        <p:sp>
          <p:nvSpPr>
            <p:cNvPr id="44" name="空心弧 43"/>
            <p:cNvSpPr/>
            <p:nvPr/>
          </p:nvSpPr>
          <p:spPr>
            <a:xfrm>
              <a:off x="2069960" y="1144839"/>
              <a:ext cx="3600000" cy="3600000"/>
            </a:xfrm>
            <a:prstGeom prst="blockArc">
              <a:avLst>
                <a:gd name="adj1" fmla="val 16183228"/>
                <a:gd name="adj2" fmla="val 217356"/>
                <a:gd name="adj3" fmla="val 1907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chemeClr val="tx1"/>
                </a:solidFill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4712677" y="2964935"/>
              <a:ext cx="1260000" cy="540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5" name="等腰三角形 54"/>
          <p:cNvSpPr/>
          <p:nvPr/>
        </p:nvSpPr>
        <p:spPr>
          <a:xfrm rot="16200000" flipV="1">
            <a:off x="5647168" y="1199312"/>
            <a:ext cx="1680000" cy="720000"/>
          </a:xfrm>
          <a:prstGeom prst="triangle">
            <a:avLst/>
          </a:prstGeom>
          <a:solidFill>
            <a:srgbClr val="66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</a:endParaRPr>
          </a:p>
        </p:txBody>
      </p:sp>
      <p:sp>
        <p:nvSpPr>
          <p:cNvPr id="56" name="等腰三角形 55"/>
          <p:cNvSpPr/>
          <p:nvPr/>
        </p:nvSpPr>
        <p:spPr>
          <a:xfrm flipV="1">
            <a:off x="7408980" y="3547933"/>
            <a:ext cx="1680000" cy="720000"/>
          </a:xfrm>
          <a:prstGeom prst="triangle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</a:endParaRP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3962" y="1819248"/>
            <a:ext cx="549341" cy="512717"/>
          </a:xfrm>
          <a:prstGeom prst="rect">
            <a:avLst/>
          </a:prstGeom>
        </p:spPr>
      </p:pic>
      <p:sp>
        <p:nvSpPr>
          <p:cNvPr id="61" name="Freeform 24"/>
          <p:cNvSpPr>
            <a:spLocks noEditPoints="1"/>
          </p:cNvSpPr>
          <p:nvPr/>
        </p:nvSpPr>
        <p:spPr bwMode="auto">
          <a:xfrm>
            <a:off x="7302380" y="4870858"/>
            <a:ext cx="411953" cy="447356"/>
          </a:xfrm>
          <a:custGeom>
            <a:avLst/>
            <a:gdLst/>
            <a:ahLst/>
            <a:cxnLst>
              <a:cxn ang="0">
                <a:pos x="55" y="55"/>
              </a:cxn>
              <a:cxn ang="0">
                <a:pos x="39" y="55"/>
              </a:cxn>
              <a:cxn ang="0">
                <a:pos x="30" y="64"/>
              </a:cxn>
              <a:cxn ang="0">
                <a:pos x="21" y="55"/>
              </a:cxn>
              <a:cxn ang="0">
                <a:pos x="5" y="55"/>
              </a:cxn>
              <a:cxn ang="0">
                <a:pos x="0" y="50"/>
              </a:cxn>
              <a:cxn ang="0">
                <a:pos x="11" y="20"/>
              </a:cxn>
              <a:cxn ang="0">
                <a:pos x="27" y="5"/>
              </a:cxn>
              <a:cxn ang="0">
                <a:pos x="26" y="3"/>
              </a:cxn>
              <a:cxn ang="0">
                <a:pos x="30" y="0"/>
              </a:cxn>
              <a:cxn ang="0">
                <a:pos x="33" y="3"/>
              </a:cxn>
              <a:cxn ang="0">
                <a:pos x="33" y="5"/>
              </a:cxn>
              <a:cxn ang="0">
                <a:pos x="48" y="20"/>
              </a:cxn>
              <a:cxn ang="0">
                <a:pos x="59" y="50"/>
              </a:cxn>
              <a:cxn ang="0">
                <a:pos x="55" y="55"/>
              </a:cxn>
              <a:cxn ang="0">
                <a:pos x="30" y="60"/>
              </a:cxn>
              <a:cxn ang="0">
                <a:pos x="25" y="55"/>
              </a:cxn>
              <a:cxn ang="0">
                <a:pos x="24" y="54"/>
              </a:cxn>
              <a:cxn ang="0">
                <a:pos x="23" y="55"/>
              </a:cxn>
              <a:cxn ang="0">
                <a:pos x="30" y="61"/>
              </a:cxn>
              <a:cxn ang="0">
                <a:pos x="30" y="60"/>
              </a:cxn>
              <a:cxn ang="0">
                <a:pos x="30" y="60"/>
              </a:cxn>
            </a:cxnLst>
            <a:rect l="0" t="0" r="r" b="b"/>
            <a:pathLst>
              <a:path w="59" h="64">
                <a:moveTo>
                  <a:pt x="55" y="55"/>
                </a:moveTo>
                <a:cubicBezTo>
                  <a:pt x="39" y="55"/>
                  <a:pt x="39" y="55"/>
                  <a:pt x="39" y="55"/>
                </a:cubicBezTo>
                <a:cubicBezTo>
                  <a:pt x="39" y="60"/>
                  <a:pt x="35" y="64"/>
                  <a:pt x="30" y="64"/>
                </a:cubicBezTo>
                <a:cubicBezTo>
                  <a:pt x="25" y="64"/>
                  <a:pt x="21" y="60"/>
                  <a:pt x="21" y="55"/>
                </a:cubicBezTo>
                <a:cubicBezTo>
                  <a:pt x="5" y="55"/>
                  <a:pt x="5" y="55"/>
                  <a:pt x="5" y="55"/>
                </a:cubicBezTo>
                <a:cubicBezTo>
                  <a:pt x="2" y="55"/>
                  <a:pt x="0" y="53"/>
                  <a:pt x="0" y="50"/>
                </a:cubicBezTo>
                <a:cubicBezTo>
                  <a:pt x="5" y="46"/>
                  <a:pt x="11" y="38"/>
                  <a:pt x="11" y="20"/>
                </a:cubicBezTo>
                <a:cubicBezTo>
                  <a:pt x="11" y="13"/>
                  <a:pt x="17" y="6"/>
                  <a:pt x="27" y="5"/>
                </a:cubicBezTo>
                <a:cubicBezTo>
                  <a:pt x="26" y="4"/>
                  <a:pt x="26" y="4"/>
                  <a:pt x="26" y="3"/>
                </a:cubicBezTo>
                <a:cubicBezTo>
                  <a:pt x="26" y="1"/>
                  <a:pt x="28" y="0"/>
                  <a:pt x="30" y="0"/>
                </a:cubicBezTo>
                <a:cubicBezTo>
                  <a:pt x="32" y="0"/>
                  <a:pt x="33" y="1"/>
                  <a:pt x="33" y="3"/>
                </a:cubicBezTo>
                <a:cubicBezTo>
                  <a:pt x="33" y="4"/>
                  <a:pt x="33" y="4"/>
                  <a:pt x="33" y="5"/>
                </a:cubicBezTo>
                <a:cubicBezTo>
                  <a:pt x="42" y="6"/>
                  <a:pt x="48" y="13"/>
                  <a:pt x="48" y="20"/>
                </a:cubicBezTo>
                <a:cubicBezTo>
                  <a:pt x="48" y="38"/>
                  <a:pt x="54" y="46"/>
                  <a:pt x="59" y="50"/>
                </a:cubicBezTo>
                <a:cubicBezTo>
                  <a:pt x="59" y="53"/>
                  <a:pt x="57" y="55"/>
                  <a:pt x="55" y="55"/>
                </a:cubicBezTo>
                <a:close/>
                <a:moveTo>
                  <a:pt x="30" y="60"/>
                </a:moveTo>
                <a:cubicBezTo>
                  <a:pt x="27" y="60"/>
                  <a:pt x="25" y="57"/>
                  <a:pt x="25" y="55"/>
                </a:cubicBezTo>
                <a:cubicBezTo>
                  <a:pt x="25" y="54"/>
                  <a:pt x="24" y="54"/>
                  <a:pt x="24" y="54"/>
                </a:cubicBezTo>
                <a:cubicBezTo>
                  <a:pt x="24" y="54"/>
                  <a:pt x="23" y="54"/>
                  <a:pt x="23" y="55"/>
                </a:cubicBezTo>
                <a:cubicBezTo>
                  <a:pt x="23" y="58"/>
                  <a:pt x="26" y="61"/>
                  <a:pt x="30" y="61"/>
                </a:cubicBezTo>
                <a:cubicBezTo>
                  <a:pt x="30" y="61"/>
                  <a:pt x="30" y="61"/>
                  <a:pt x="30" y="60"/>
                </a:cubicBezTo>
                <a:cubicBezTo>
                  <a:pt x="30" y="60"/>
                  <a:pt x="30" y="60"/>
                  <a:pt x="30" y="60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32">
              <a:defRPr/>
            </a:pPr>
            <a:endParaRPr lang="en-US" sz="2667" kern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62" name="Freeform 138"/>
          <p:cNvSpPr>
            <a:spLocks noEditPoints="1"/>
          </p:cNvSpPr>
          <p:nvPr/>
        </p:nvSpPr>
        <p:spPr bwMode="auto">
          <a:xfrm>
            <a:off x="7714333" y="2183611"/>
            <a:ext cx="473401" cy="367821"/>
          </a:xfrm>
          <a:custGeom>
            <a:avLst/>
            <a:gdLst/>
            <a:ahLst/>
            <a:cxnLst>
              <a:cxn ang="0">
                <a:pos x="50" y="40"/>
              </a:cxn>
              <a:cxn ang="0">
                <a:pos x="40" y="50"/>
              </a:cxn>
              <a:cxn ang="0">
                <a:pos x="10" y="50"/>
              </a:cxn>
              <a:cxn ang="0">
                <a:pos x="0" y="40"/>
              </a:cxn>
              <a:cxn ang="0">
                <a:pos x="0" y="10"/>
              </a:cxn>
              <a:cxn ang="0">
                <a:pos x="10" y="0"/>
              </a:cxn>
              <a:cxn ang="0">
                <a:pos x="40" y="0"/>
              </a:cxn>
              <a:cxn ang="0">
                <a:pos x="44" y="1"/>
              </a:cxn>
              <a:cxn ang="0">
                <a:pos x="45" y="2"/>
              </a:cxn>
              <a:cxn ang="0">
                <a:pos x="44" y="3"/>
              </a:cxn>
              <a:cxn ang="0">
                <a:pos x="42" y="4"/>
              </a:cxn>
              <a:cxn ang="0">
                <a:pos x="41" y="5"/>
              </a:cxn>
              <a:cxn ang="0">
                <a:pos x="40" y="4"/>
              </a:cxn>
              <a:cxn ang="0">
                <a:pos x="10" y="4"/>
              </a:cxn>
              <a:cxn ang="0">
                <a:pos x="4" y="10"/>
              </a:cxn>
              <a:cxn ang="0">
                <a:pos x="4" y="40"/>
              </a:cxn>
              <a:cxn ang="0">
                <a:pos x="10" y="46"/>
              </a:cxn>
              <a:cxn ang="0">
                <a:pos x="40" y="46"/>
              </a:cxn>
              <a:cxn ang="0">
                <a:pos x="45" y="40"/>
              </a:cxn>
              <a:cxn ang="0">
                <a:pos x="45" y="35"/>
              </a:cxn>
              <a:cxn ang="0">
                <a:pos x="46" y="35"/>
              </a:cxn>
              <a:cxn ang="0">
                <a:pos x="48" y="32"/>
              </a:cxn>
              <a:cxn ang="0">
                <a:pos x="49" y="32"/>
              </a:cxn>
              <a:cxn ang="0">
                <a:pos x="50" y="33"/>
              </a:cxn>
              <a:cxn ang="0">
                <a:pos x="50" y="40"/>
              </a:cxn>
              <a:cxn ang="0">
                <a:pos x="57" y="17"/>
              </a:cxn>
              <a:cxn ang="0">
                <a:pos x="33" y="41"/>
              </a:cxn>
              <a:cxn ang="0">
                <a:pos x="23" y="41"/>
              </a:cxn>
              <a:cxn ang="0">
                <a:pos x="23" y="31"/>
              </a:cxn>
              <a:cxn ang="0">
                <a:pos x="47" y="7"/>
              </a:cxn>
              <a:cxn ang="0">
                <a:pos x="57" y="17"/>
              </a:cxn>
              <a:cxn ang="0">
                <a:pos x="36" y="33"/>
              </a:cxn>
              <a:cxn ang="0">
                <a:pos x="30" y="28"/>
              </a:cxn>
              <a:cxn ang="0">
                <a:pos x="26" y="32"/>
              </a:cxn>
              <a:cxn ang="0">
                <a:pos x="26" y="34"/>
              </a:cxn>
              <a:cxn ang="0">
                <a:pos x="29" y="34"/>
              </a:cxn>
              <a:cxn ang="0">
                <a:pos x="29" y="38"/>
              </a:cxn>
              <a:cxn ang="0">
                <a:pos x="31" y="38"/>
              </a:cxn>
              <a:cxn ang="0">
                <a:pos x="36" y="33"/>
              </a:cxn>
              <a:cxn ang="0">
                <a:pos x="46" y="12"/>
              </a:cxn>
              <a:cxn ang="0">
                <a:pos x="34" y="24"/>
              </a:cxn>
              <a:cxn ang="0">
                <a:pos x="33" y="26"/>
              </a:cxn>
              <a:cxn ang="0">
                <a:pos x="35" y="26"/>
              </a:cxn>
              <a:cxn ang="0">
                <a:pos x="47" y="13"/>
              </a:cxn>
              <a:cxn ang="0">
                <a:pos x="47" y="12"/>
              </a:cxn>
              <a:cxn ang="0">
                <a:pos x="46" y="12"/>
              </a:cxn>
              <a:cxn ang="0">
                <a:pos x="59" y="15"/>
              </a:cxn>
              <a:cxn ang="0">
                <a:pos x="49" y="4"/>
              </a:cxn>
              <a:cxn ang="0">
                <a:pos x="52" y="1"/>
              </a:cxn>
              <a:cxn ang="0">
                <a:pos x="57" y="1"/>
              </a:cxn>
              <a:cxn ang="0">
                <a:pos x="62" y="7"/>
              </a:cxn>
              <a:cxn ang="0">
                <a:pos x="62" y="11"/>
              </a:cxn>
              <a:cxn ang="0">
                <a:pos x="59" y="15"/>
              </a:cxn>
            </a:cxnLst>
            <a:rect l="0" t="0" r="r" b="b"/>
            <a:pathLst>
              <a:path w="64" h="50">
                <a:moveTo>
                  <a:pt x="50" y="40"/>
                </a:moveTo>
                <a:cubicBezTo>
                  <a:pt x="50" y="46"/>
                  <a:pt x="45" y="50"/>
                  <a:pt x="40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4" y="50"/>
                  <a:pt x="0" y="46"/>
                  <a:pt x="0" y="40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1" y="0"/>
                  <a:pt x="43" y="0"/>
                  <a:pt x="44" y="1"/>
                </a:cubicBezTo>
                <a:cubicBezTo>
                  <a:pt x="44" y="1"/>
                  <a:pt x="44" y="1"/>
                  <a:pt x="45" y="2"/>
                </a:cubicBezTo>
                <a:cubicBezTo>
                  <a:pt x="45" y="2"/>
                  <a:pt x="45" y="2"/>
                  <a:pt x="44" y="3"/>
                </a:cubicBezTo>
                <a:cubicBezTo>
                  <a:pt x="42" y="4"/>
                  <a:pt x="42" y="4"/>
                  <a:pt x="42" y="4"/>
                </a:cubicBezTo>
                <a:cubicBezTo>
                  <a:pt x="42" y="5"/>
                  <a:pt x="42" y="5"/>
                  <a:pt x="41" y="5"/>
                </a:cubicBezTo>
                <a:cubicBezTo>
                  <a:pt x="41" y="5"/>
                  <a:pt x="40" y="4"/>
                  <a:pt x="40" y="4"/>
                </a:cubicBezTo>
                <a:cubicBezTo>
                  <a:pt x="10" y="4"/>
                  <a:pt x="10" y="4"/>
                  <a:pt x="10" y="4"/>
                </a:cubicBezTo>
                <a:cubicBezTo>
                  <a:pt x="7" y="4"/>
                  <a:pt x="4" y="7"/>
                  <a:pt x="4" y="10"/>
                </a:cubicBezTo>
                <a:cubicBezTo>
                  <a:pt x="4" y="40"/>
                  <a:pt x="4" y="40"/>
                  <a:pt x="4" y="40"/>
                </a:cubicBezTo>
                <a:cubicBezTo>
                  <a:pt x="4" y="43"/>
                  <a:pt x="7" y="46"/>
                  <a:pt x="10" y="46"/>
                </a:cubicBezTo>
                <a:cubicBezTo>
                  <a:pt x="40" y="46"/>
                  <a:pt x="40" y="46"/>
                  <a:pt x="40" y="46"/>
                </a:cubicBezTo>
                <a:cubicBezTo>
                  <a:pt x="43" y="46"/>
                  <a:pt x="45" y="43"/>
                  <a:pt x="45" y="40"/>
                </a:cubicBezTo>
                <a:cubicBezTo>
                  <a:pt x="45" y="35"/>
                  <a:pt x="45" y="35"/>
                  <a:pt x="45" y="35"/>
                </a:cubicBezTo>
                <a:cubicBezTo>
                  <a:pt x="45" y="35"/>
                  <a:pt x="46" y="35"/>
                  <a:pt x="46" y="35"/>
                </a:cubicBezTo>
                <a:cubicBezTo>
                  <a:pt x="48" y="32"/>
                  <a:pt x="48" y="32"/>
                  <a:pt x="48" y="32"/>
                </a:cubicBezTo>
                <a:cubicBezTo>
                  <a:pt x="48" y="32"/>
                  <a:pt x="49" y="32"/>
                  <a:pt x="49" y="32"/>
                </a:cubicBezTo>
                <a:cubicBezTo>
                  <a:pt x="50" y="32"/>
                  <a:pt x="50" y="33"/>
                  <a:pt x="50" y="33"/>
                </a:cubicBezTo>
                <a:lnTo>
                  <a:pt x="50" y="40"/>
                </a:lnTo>
                <a:close/>
                <a:moveTo>
                  <a:pt x="57" y="17"/>
                </a:moveTo>
                <a:cubicBezTo>
                  <a:pt x="33" y="41"/>
                  <a:pt x="33" y="41"/>
                  <a:pt x="33" y="41"/>
                </a:cubicBezTo>
                <a:cubicBezTo>
                  <a:pt x="23" y="41"/>
                  <a:pt x="23" y="41"/>
                  <a:pt x="23" y="41"/>
                </a:cubicBezTo>
                <a:cubicBezTo>
                  <a:pt x="23" y="31"/>
                  <a:pt x="23" y="31"/>
                  <a:pt x="23" y="31"/>
                </a:cubicBezTo>
                <a:cubicBezTo>
                  <a:pt x="47" y="7"/>
                  <a:pt x="47" y="7"/>
                  <a:pt x="47" y="7"/>
                </a:cubicBezTo>
                <a:lnTo>
                  <a:pt x="57" y="17"/>
                </a:lnTo>
                <a:close/>
                <a:moveTo>
                  <a:pt x="36" y="33"/>
                </a:moveTo>
                <a:cubicBezTo>
                  <a:pt x="30" y="28"/>
                  <a:pt x="30" y="28"/>
                  <a:pt x="30" y="28"/>
                </a:cubicBezTo>
                <a:cubicBezTo>
                  <a:pt x="26" y="32"/>
                  <a:pt x="26" y="32"/>
                  <a:pt x="26" y="32"/>
                </a:cubicBezTo>
                <a:cubicBezTo>
                  <a:pt x="26" y="34"/>
                  <a:pt x="26" y="34"/>
                  <a:pt x="26" y="34"/>
                </a:cubicBezTo>
                <a:cubicBezTo>
                  <a:pt x="29" y="34"/>
                  <a:pt x="29" y="34"/>
                  <a:pt x="29" y="34"/>
                </a:cubicBezTo>
                <a:cubicBezTo>
                  <a:pt x="29" y="38"/>
                  <a:pt x="29" y="38"/>
                  <a:pt x="29" y="38"/>
                </a:cubicBezTo>
                <a:cubicBezTo>
                  <a:pt x="31" y="38"/>
                  <a:pt x="31" y="38"/>
                  <a:pt x="31" y="38"/>
                </a:cubicBezTo>
                <a:lnTo>
                  <a:pt x="36" y="33"/>
                </a:lnTo>
                <a:close/>
                <a:moveTo>
                  <a:pt x="46" y="12"/>
                </a:moveTo>
                <a:cubicBezTo>
                  <a:pt x="34" y="24"/>
                  <a:pt x="34" y="24"/>
                  <a:pt x="34" y="24"/>
                </a:cubicBezTo>
                <a:cubicBezTo>
                  <a:pt x="33" y="25"/>
                  <a:pt x="33" y="25"/>
                  <a:pt x="33" y="26"/>
                </a:cubicBezTo>
                <a:cubicBezTo>
                  <a:pt x="34" y="26"/>
                  <a:pt x="34" y="26"/>
                  <a:pt x="35" y="26"/>
                </a:cubicBezTo>
                <a:cubicBezTo>
                  <a:pt x="47" y="13"/>
                  <a:pt x="47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6" y="12"/>
                  <a:pt x="46" y="12"/>
                </a:cubicBezTo>
                <a:close/>
                <a:moveTo>
                  <a:pt x="59" y="15"/>
                </a:moveTo>
                <a:cubicBezTo>
                  <a:pt x="49" y="4"/>
                  <a:pt x="49" y="4"/>
                  <a:pt x="49" y="4"/>
                </a:cubicBezTo>
                <a:cubicBezTo>
                  <a:pt x="52" y="1"/>
                  <a:pt x="52" y="1"/>
                  <a:pt x="52" y="1"/>
                </a:cubicBezTo>
                <a:cubicBezTo>
                  <a:pt x="53" y="0"/>
                  <a:pt x="56" y="0"/>
                  <a:pt x="57" y="1"/>
                </a:cubicBezTo>
                <a:cubicBezTo>
                  <a:pt x="62" y="7"/>
                  <a:pt x="62" y="7"/>
                  <a:pt x="62" y="7"/>
                </a:cubicBezTo>
                <a:cubicBezTo>
                  <a:pt x="64" y="8"/>
                  <a:pt x="64" y="10"/>
                  <a:pt x="62" y="11"/>
                </a:cubicBezTo>
                <a:lnTo>
                  <a:pt x="59" y="15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32">
              <a:defRPr/>
            </a:pPr>
            <a:endParaRPr lang="en-US" sz="2667" kern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63" name="Freeform 248"/>
          <p:cNvSpPr>
            <a:spLocks noEditPoints="1"/>
          </p:cNvSpPr>
          <p:nvPr/>
        </p:nvSpPr>
        <p:spPr bwMode="auto">
          <a:xfrm>
            <a:off x="4459694" y="4641359"/>
            <a:ext cx="437669" cy="356869"/>
          </a:xfrm>
          <a:custGeom>
            <a:avLst/>
            <a:gdLst/>
            <a:ahLst/>
            <a:cxnLst>
              <a:cxn ang="0">
                <a:pos x="24" y="49"/>
              </a:cxn>
              <a:cxn ang="0">
                <a:pos x="11" y="49"/>
              </a:cxn>
              <a:cxn ang="0">
                <a:pos x="0" y="38"/>
              </a:cxn>
              <a:cxn ang="0">
                <a:pos x="0" y="11"/>
              </a:cxn>
              <a:cxn ang="0">
                <a:pos x="11" y="0"/>
              </a:cxn>
              <a:cxn ang="0">
                <a:pos x="24" y="0"/>
              </a:cxn>
              <a:cxn ang="0">
                <a:pos x="25" y="2"/>
              </a:cxn>
              <a:cxn ang="0">
                <a:pos x="24" y="5"/>
              </a:cxn>
              <a:cxn ang="0">
                <a:pos x="11" y="5"/>
              </a:cxn>
              <a:cxn ang="0">
                <a:pos x="5" y="11"/>
              </a:cxn>
              <a:cxn ang="0">
                <a:pos x="5" y="38"/>
              </a:cxn>
              <a:cxn ang="0">
                <a:pos x="11" y="44"/>
              </a:cxn>
              <a:cxn ang="0">
                <a:pos x="22" y="44"/>
              </a:cxn>
              <a:cxn ang="0">
                <a:pos x="25" y="45"/>
              </a:cxn>
              <a:cxn ang="0">
                <a:pos x="24" y="49"/>
              </a:cxn>
              <a:cxn ang="0">
                <a:pos x="59" y="26"/>
              </a:cxn>
              <a:cxn ang="0">
                <a:pos x="39" y="47"/>
              </a:cxn>
              <a:cxn ang="0">
                <a:pos x="37" y="48"/>
              </a:cxn>
              <a:cxn ang="0">
                <a:pos x="34" y="45"/>
              </a:cxn>
              <a:cxn ang="0">
                <a:pos x="34" y="34"/>
              </a:cxn>
              <a:cxn ang="0">
                <a:pos x="17" y="34"/>
              </a:cxn>
              <a:cxn ang="0">
                <a:pos x="15" y="32"/>
              </a:cxn>
              <a:cxn ang="0">
                <a:pos x="15" y="17"/>
              </a:cxn>
              <a:cxn ang="0">
                <a:pos x="17" y="15"/>
              </a:cxn>
              <a:cxn ang="0">
                <a:pos x="34" y="15"/>
              </a:cxn>
              <a:cxn ang="0">
                <a:pos x="34" y="4"/>
              </a:cxn>
              <a:cxn ang="0">
                <a:pos x="37" y="2"/>
              </a:cxn>
              <a:cxn ang="0">
                <a:pos x="39" y="2"/>
              </a:cxn>
              <a:cxn ang="0">
                <a:pos x="59" y="23"/>
              </a:cxn>
              <a:cxn ang="0">
                <a:pos x="60" y="25"/>
              </a:cxn>
              <a:cxn ang="0">
                <a:pos x="59" y="26"/>
              </a:cxn>
            </a:cxnLst>
            <a:rect l="0" t="0" r="r" b="b"/>
            <a:pathLst>
              <a:path w="60" h="49">
                <a:moveTo>
                  <a:pt x="24" y="49"/>
                </a:moveTo>
                <a:cubicBezTo>
                  <a:pt x="11" y="49"/>
                  <a:pt x="11" y="49"/>
                  <a:pt x="11" y="49"/>
                </a:cubicBezTo>
                <a:cubicBezTo>
                  <a:pt x="5" y="49"/>
                  <a:pt x="0" y="44"/>
                  <a:pt x="0" y="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4" y="0"/>
                  <a:pt x="25" y="1"/>
                  <a:pt x="25" y="2"/>
                </a:cubicBezTo>
                <a:cubicBezTo>
                  <a:pt x="25" y="3"/>
                  <a:pt x="25" y="5"/>
                  <a:pt x="24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8" y="5"/>
                  <a:pt x="5" y="8"/>
                  <a:pt x="5" y="11"/>
                </a:cubicBezTo>
                <a:cubicBezTo>
                  <a:pt x="5" y="38"/>
                  <a:pt x="5" y="38"/>
                  <a:pt x="5" y="38"/>
                </a:cubicBezTo>
                <a:cubicBezTo>
                  <a:pt x="5" y="41"/>
                  <a:pt x="8" y="44"/>
                  <a:pt x="11" y="44"/>
                </a:cubicBezTo>
                <a:cubicBezTo>
                  <a:pt x="22" y="44"/>
                  <a:pt x="22" y="44"/>
                  <a:pt x="22" y="44"/>
                </a:cubicBezTo>
                <a:cubicBezTo>
                  <a:pt x="23" y="44"/>
                  <a:pt x="25" y="44"/>
                  <a:pt x="25" y="45"/>
                </a:cubicBezTo>
                <a:cubicBezTo>
                  <a:pt x="25" y="46"/>
                  <a:pt x="25" y="49"/>
                  <a:pt x="24" y="49"/>
                </a:cubicBezTo>
                <a:close/>
                <a:moveTo>
                  <a:pt x="59" y="26"/>
                </a:moveTo>
                <a:cubicBezTo>
                  <a:pt x="39" y="47"/>
                  <a:pt x="39" y="47"/>
                  <a:pt x="39" y="47"/>
                </a:cubicBezTo>
                <a:cubicBezTo>
                  <a:pt x="38" y="48"/>
                  <a:pt x="38" y="48"/>
                  <a:pt x="37" y="48"/>
                </a:cubicBezTo>
                <a:cubicBezTo>
                  <a:pt x="36" y="48"/>
                  <a:pt x="34" y="47"/>
                  <a:pt x="34" y="45"/>
                </a:cubicBezTo>
                <a:cubicBezTo>
                  <a:pt x="34" y="34"/>
                  <a:pt x="34" y="34"/>
                  <a:pt x="34" y="34"/>
                </a:cubicBezTo>
                <a:cubicBezTo>
                  <a:pt x="17" y="34"/>
                  <a:pt x="17" y="34"/>
                  <a:pt x="17" y="34"/>
                </a:cubicBezTo>
                <a:cubicBezTo>
                  <a:pt x="16" y="34"/>
                  <a:pt x="15" y="33"/>
                  <a:pt x="15" y="32"/>
                </a:cubicBezTo>
                <a:cubicBezTo>
                  <a:pt x="15" y="17"/>
                  <a:pt x="15" y="17"/>
                  <a:pt x="15" y="17"/>
                </a:cubicBezTo>
                <a:cubicBezTo>
                  <a:pt x="15" y="16"/>
                  <a:pt x="16" y="15"/>
                  <a:pt x="17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4" y="4"/>
                  <a:pt x="34" y="4"/>
                  <a:pt x="34" y="4"/>
                </a:cubicBezTo>
                <a:cubicBezTo>
                  <a:pt x="34" y="3"/>
                  <a:pt x="36" y="2"/>
                  <a:pt x="37" y="2"/>
                </a:cubicBezTo>
                <a:cubicBezTo>
                  <a:pt x="38" y="2"/>
                  <a:pt x="38" y="2"/>
                  <a:pt x="39" y="2"/>
                </a:cubicBezTo>
                <a:cubicBezTo>
                  <a:pt x="59" y="23"/>
                  <a:pt x="59" y="23"/>
                  <a:pt x="59" y="23"/>
                </a:cubicBezTo>
                <a:cubicBezTo>
                  <a:pt x="60" y="23"/>
                  <a:pt x="60" y="24"/>
                  <a:pt x="60" y="25"/>
                </a:cubicBezTo>
                <a:cubicBezTo>
                  <a:pt x="60" y="25"/>
                  <a:pt x="60" y="26"/>
                  <a:pt x="59" y="26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32">
              <a:defRPr/>
            </a:pPr>
            <a:endParaRPr lang="en-US" sz="2667" kern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66" name="Text Placeholder 3"/>
          <p:cNvSpPr txBox="1"/>
          <p:nvPr/>
        </p:nvSpPr>
        <p:spPr>
          <a:xfrm>
            <a:off x="3870652" y="3092697"/>
            <a:ext cx="532197" cy="574453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40">
              <a:spcBef>
                <a:spcPct val="20000"/>
              </a:spcBef>
              <a:defRPr/>
            </a:pPr>
            <a:r>
              <a:rPr lang="en-US" sz="3733" kern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grpSp>
        <p:nvGrpSpPr>
          <p:cNvPr id="89" name="组合 88"/>
          <p:cNvGrpSpPr/>
          <p:nvPr/>
        </p:nvGrpSpPr>
        <p:grpSpPr>
          <a:xfrm>
            <a:off x="888925" y="4326528"/>
            <a:ext cx="2906433" cy="1344338"/>
            <a:chOff x="405439" y="3124319"/>
            <a:chExt cx="2179825" cy="1008253"/>
          </a:xfrm>
        </p:grpSpPr>
        <p:sp>
          <p:nvSpPr>
            <p:cNvPr id="69" name="Rectangle 56"/>
            <p:cNvSpPr/>
            <p:nvPr/>
          </p:nvSpPr>
          <p:spPr>
            <a:xfrm>
              <a:off x="421469" y="3124319"/>
              <a:ext cx="2048638" cy="307825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r" defTabSz="1375432"/>
              <a:r>
                <a:rPr lang="zh-CN" altLang="en-US" sz="2667" b="1" kern="0">
                  <a:solidFill>
                    <a:srgbClr val="5B9B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体验：具体的体验</a:t>
              </a:r>
              <a:endParaRPr lang="en-US" sz="2667" b="1" kern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TextBox 55"/>
            <p:cNvSpPr txBox="1"/>
            <p:nvPr/>
          </p:nvSpPr>
          <p:spPr>
            <a:xfrm>
              <a:off x="405439" y="3517019"/>
              <a:ext cx="2179825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219140">
                <a:lnSpc>
                  <a:spcPts val="3200"/>
                </a:lnSpc>
                <a:spcBef>
                  <a:spcPct val="20000"/>
                </a:spcBef>
                <a:defRPr/>
              </a:pPr>
              <a:r>
                <a:rPr lang="zh-CN" altLang="en-US" sz="1867" kern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以团队来促进学生的团队合作、面对挑战来解决问题。</a:t>
              </a:r>
              <a:endParaRPr lang="en-US" sz="1867" ker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3" name="Group 56"/>
          <p:cNvGrpSpPr/>
          <p:nvPr/>
        </p:nvGrpSpPr>
        <p:grpSpPr>
          <a:xfrm>
            <a:off x="909723" y="1406201"/>
            <a:ext cx="2757138" cy="1344339"/>
            <a:chOff x="-274781" y="1363501"/>
            <a:chExt cx="2067853" cy="1008253"/>
          </a:xfrm>
        </p:grpSpPr>
        <p:sp>
          <p:nvSpPr>
            <p:cNvPr id="74" name="TextBox 55"/>
            <p:cNvSpPr txBox="1"/>
            <p:nvPr/>
          </p:nvSpPr>
          <p:spPr>
            <a:xfrm>
              <a:off x="-274781" y="1756201"/>
              <a:ext cx="2067853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219140">
                <a:lnSpc>
                  <a:spcPts val="3200"/>
                </a:lnSpc>
                <a:spcBef>
                  <a:spcPct val="20000"/>
                </a:spcBef>
                <a:defRPr/>
              </a:pPr>
              <a:r>
                <a:rPr lang="zh-CN" altLang="en-US" sz="1867" kern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与过去的活动经验对比，评估达成目的的方式。</a:t>
              </a:r>
              <a:endParaRPr lang="en-US" sz="1867" ker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Rectangle 56"/>
            <p:cNvSpPr/>
            <p:nvPr/>
          </p:nvSpPr>
          <p:spPr>
            <a:xfrm>
              <a:off x="-274349" y="1363501"/>
              <a:ext cx="2048638" cy="307824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r" defTabSz="1375432"/>
              <a:r>
                <a:rPr lang="zh-CN" altLang="en-US" sz="2667" b="1" kern="0">
                  <a:solidFill>
                    <a:srgbClr val="6699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反映：观察及反思</a:t>
              </a:r>
              <a:endParaRPr lang="en-US" sz="2667" b="1" kern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9" name="Group 56"/>
          <p:cNvGrpSpPr/>
          <p:nvPr/>
        </p:nvGrpSpPr>
        <p:grpSpPr>
          <a:xfrm>
            <a:off x="8886730" y="1406201"/>
            <a:ext cx="2774406" cy="1372315"/>
            <a:chOff x="-274349" y="1363501"/>
            <a:chExt cx="2080804" cy="1029235"/>
          </a:xfrm>
        </p:grpSpPr>
        <p:sp>
          <p:nvSpPr>
            <p:cNvPr id="80" name="TextBox 55"/>
            <p:cNvSpPr txBox="1"/>
            <p:nvPr/>
          </p:nvSpPr>
          <p:spPr>
            <a:xfrm>
              <a:off x="-261398" y="1777183"/>
              <a:ext cx="2067853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219140">
                <a:lnSpc>
                  <a:spcPts val="3200"/>
                </a:lnSpc>
                <a:spcBef>
                  <a:spcPct val="20000"/>
                </a:spcBef>
                <a:defRPr/>
              </a:pPr>
              <a:r>
                <a:rPr lang="zh-CN" altLang="en-US" sz="1867" kern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将活动经验用作适当的情景或应用于个人生活之中。</a:t>
              </a:r>
              <a:endParaRPr lang="en-US" sz="1867" ker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Rectangle 56"/>
            <p:cNvSpPr/>
            <p:nvPr/>
          </p:nvSpPr>
          <p:spPr>
            <a:xfrm>
              <a:off x="-274349" y="1363501"/>
              <a:ext cx="2048638" cy="307824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r" defTabSz="1375432"/>
              <a:r>
                <a:rPr lang="zh-CN" altLang="en-US" sz="2667" b="1" kern="0">
                  <a:solidFill>
                    <a:srgbClr val="FFCC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反映：观察及反思</a:t>
              </a:r>
              <a:endParaRPr lang="en-US" altLang="zh-CN" sz="2667" b="1" ker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3" name="Group 56"/>
          <p:cNvGrpSpPr/>
          <p:nvPr/>
        </p:nvGrpSpPr>
        <p:grpSpPr>
          <a:xfrm>
            <a:off x="8886729" y="4326527"/>
            <a:ext cx="2792567" cy="1349279"/>
            <a:chOff x="-274349" y="1363501"/>
            <a:chExt cx="2094425" cy="1011958"/>
          </a:xfrm>
        </p:grpSpPr>
        <p:sp>
          <p:nvSpPr>
            <p:cNvPr id="84" name="TextBox 55"/>
            <p:cNvSpPr txBox="1"/>
            <p:nvPr/>
          </p:nvSpPr>
          <p:spPr>
            <a:xfrm>
              <a:off x="-247777" y="1759906"/>
              <a:ext cx="2067853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219140">
                <a:lnSpc>
                  <a:spcPts val="3200"/>
                </a:lnSpc>
                <a:spcBef>
                  <a:spcPct val="20000"/>
                </a:spcBef>
                <a:defRPr/>
              </a:pPr>
              <a:r>
                <a:rPr lang="zh-CN" altLang="en-US" sz="1867" kern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将思考的方法与经验归纳进行总结，形成概念。</a:t>
              </a:r>
              <a:endParaRPr lang="en-US" sz="1867" ker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Rectangle 56"/>
            <p:cNvSpPr/>
            <p:nvPr/>
          </p:nvSpPr>
          <p:spPr>
            <a:xfrm>
              <a:off x="-274349" y="1363501"/>
              <a:ext cx="2048638" cy="307824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r" defTabSz="1375432"/>
              <a:r>
                <a:rPr lang="zh-CN" altLang="en-US" sz="2667" b="1" kern="0">
                  <a:solidFill>
                    <a:srgbClr val="D034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反映：观察及反思</a:t>
              </a:r>
              <a:endParaRPr lang="en-US" altLang="zh-CN" sz="2667" b="1" kern="0">
                <a:solidFill>
                  <a:srgbClr val="D034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6" name="Text Placeholder 3"/>
          <p:cNvSpPr txBox="1"/>
          <p:nvPr/>
        </p:nvSpPr>
        <p:spPr>
          <a:xfrm>
            <a:off x="6046736" y="1269541"/>
            <a:ext cx="532197" cy="574453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40">
              <a:spcBef>
                <a:spcPct val="20000"/>
              </a:spcBef>
              <a:defRPr/>
            </a:pPr>
            <a:r>
              <a:rPr lang="en-US" sz="3733" kern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87" name="Text Placeholder 3"/>
          <p:cNvSpPr txBox="1"/>
          <p:nvPr/>
        </p:nvSpPr>
        <p:spPr>
          <a:xfrm>
            <a:off x="7977416" y="3406224"/>
            <a:ext cx="532197" cy="574453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40">
              <a:spcBef>
                <a:spcPct val="20000"/>
              </a:spcBef>
              <a:defRPr/>
            </a:pPr>
            <a:r>
              <a:rPr lang="en-US" sz="3733" kern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88" name="Text Placeholder 3"/>
          <p:cNvSpPr txBox="1"/>
          <p:nvPr/>
        </p:nvSpPr>
        <p:spPr>
          <a:xfrm>
            <a:off x="5815297" y="5220090"/>
            <a:ext cx="532197" cy="574453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40">
              <a:spcBef>
                <a:spcPct val="20000"/>
              </a:spcBef>
              <a:defRPr/>
            </a:pPr>
            <a:r>
              <a:rPr lang="en-US" sz="3733" kern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90" name="Rectangle 35"/>
          <p:cNvSpPr/>
          <p:nvPr/>
        </p:nvSpPr>
        <p:spPr>
          <a:xfrm>
            <a:off x="5424225" y="3171220"/>
            <a:ext cx="1537280" cy="8208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defTabSz="1375432"/>
            <a:r>
              <a:rPr lang="en-US" sz="2667" b="1" kern="0">
                <a:solidFill>
                  <a:schemeClr val="bg1">
                    <a:lumMod val="50000"/>
                  </a:schemeClr>
                </a:solidFill>
                <a:latin typeface="Arial"/>
              </a:rPr>
              <a:t>Learning </a:t>
            </a:r>
          </a:p>
          <a:p>
            <a:pPr algn="ctr" defTabSz="1375432"/>
            <a:r>
              <a:rPr lang="en-US" sz="2667" b="1" kern="0">
                <a:solidFill>
                  <a:schemeClr val="bg1">
                    <a:lumMod val="50000"/>
                  </a:schemeClr>
                </a:solidFill>
                <a:latin typeface="Arial"/>
              </a:rPr>
              <a:t>circle</a:t>
            </a:r>
          </a:p>
        </p:txBody>
      </p:sp>
      <p:sp>
        <p:nvSpPr>
          <p:cNvPr id="40" name="矩形 39"/>
          <p:cNvSpPr/>
          <p:nvPr/>
        </p:nvSpPr>
        <p:spPr>
          <a:xfrm>
            <a:off x="-4207" y="252868"/>
            <a:ext cx="1271588" cy="431800"/>
          </a:xfrm>
          <a:prstGeom prst="rect">
            <a:avLst/>
          </a:prstGeom>
          <a:solidFill>
            <a:srgbClr val="262626">
              <a:lumMod val="50000"/>
              <a:lumOff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377">
              <a:defRPr/>
            </a:pPr>
            <a:endParaRPr lang="zh-CN" altLang="en-US" kern="0">
              <a:solidFill>
                <a:prstClr val="white"/>
              </a:solidFill>
              <a:ea typeface="造字工房悦黑体验版常规体" pitchFamily="50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338818" y="252868"/>
            <a:ext cx="73025" cy="431800"/>
          </a:xfrm>
          <a:prstGeom prst="rect">
            <a:avLst/>
          </a:prstGeom>
          <a:solidFill>
            <a:srgbClr val="92929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377">
              <a:defRPr/>
            </a:pPr>
            <a:endParaRPr lang="zh-CN" altLang="en-US" kern="0">
              <a:solidFill>
                <a:prstClr val="white"/>
              </a:solidFill>
              <a:ea typeface="造字工房悦黑体验版常规体" pitchFamily="50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476931" y="456069"/>
            <a:ext cx="63500" cy="225425"/>
          </a:xfrm>
          <a:prstGeom prst="rect">
            <a:avLst/>
          </a:prstGeom>
          <a:solidFill>
            <a:srgbClr val="92929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377">
              <a:defRPr/>
            </a:pPr>
            <a:endParaRPr lang="zh-CN" altLang="en-US" kern="0">
              <a:solidFill>
                <a:prstClr val="white"/>
              </a:solidFill>
              <a:ea typeface="造字工房悦黑体验版常规体" pitchFamily="5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05301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63" grpId="0" animBg="1"/>
      <p:bldP spid="66" grpId="0"/>
      <p:bldP spid="86" grpId="0"/>
      <p:bldP spid="87" grpId="0"/>
      <p:bldP spid="8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2.0.50727.5485"/>
  <p:tag name="AS_OS" val="Microsoft Windows NT 6.1.7601 Service Pack 1"/>
  <p:tag name="AS_RELEASE_DATE" val="2018.04.09"/>
  <p:tag name="AS_TITLE" val="Aspose.Slides for .NET 2.0"/>
  <p:tag name="AS_VERSION" val="18.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xmlns:r="http://schemas.openxmlformats.org/officeDocument/2006/relationships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xmlns:r="http://schemas.openxmlformats.org/officeDocument/2006/relationships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343</Words>
  <Application>Microsoft Office PowerPoint</Application>
  <PresentationFormat>自定义</PresentationFormat>
  <Paragraphs>94</Paragraphs>
  <Slides>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9" baseType="lpstr">
      <vt:lpstr>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风云办公</Manager>
  <Company>上海剑姬网络科技有限公司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风云办公PPT模板</dc:title>
  <dc:creator>风云办公</dc:creator>
  <cp:keywords>风云办公</cp:keywords>
  <dc:description>风云办公 http://www.ppt118.com</dc:description>
  <cp:lastModifiedBy>DELL</cp:lastModifiedBy>
  <cp:revision>3</cp:revision>
  <dcterms:created xsi:type="dcterms:W3CDTF">2016-09-20T05:11:09Z</dcterms:created>
  <dcterms:modified xsi:type="dcterms:W3CDTF">2022-03-23T14:29:32Z</dcterms:modified>
</cp:coreProperties>
</file>